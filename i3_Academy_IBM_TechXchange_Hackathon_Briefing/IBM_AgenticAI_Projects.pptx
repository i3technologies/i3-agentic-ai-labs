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00400"/>
            <a:ext cx="1216152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INNOVATION GUIDE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Dev Day: Bob Edition  ·  Hackathon 2026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383280"/>
            <a:ext cx="10332720" cy="1463040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474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  |  Insurance  |  Government Healthcare  |  County Tax &amp; Payments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· IBM Cloud · Red Hat OpenShift · AR/VR · IBM Bob · MCP Servers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Projects  ·  Teams of Three  ·  IBM Cloud Credits Ready  ·  May 1–3 Hackathon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DEV DAY: BOB EDITION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30, 2026 · Virtual Event + May 1–3 Hackathon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011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3291840"/>
            <a:ext cx="265176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 for enterprise Java, COBOL, MCP servers, DevOps pipelines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2011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3291840"/>
            <a:ext cx="265176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173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333756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 prize · Teams of 3 · May 1–3, 2026 · Deploy on IBM Cloud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201168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3291840"/>
            <a:ext cx="265176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4173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333756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 · LangChain4j · HashiCorp Vault · App Modernization · MCP Servers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1280160"/>
            <a:ext cx="2651760" cy="20116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69680" y="3291840"/>
            <a:ext cx="265176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4173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961120" y="333756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5pts · Innovation 5pts · Design 5pts · Impact 5pts = 20pts total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12161520" cy="201168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IBM TECHNOLOGIES FOR YOUR PROJECT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349240"/>
            <a:ext cx="2651760" cy="411480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394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(AI Coding)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5349240"/>
            <a:ext cx="2651760" cy="411480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5394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Quarkus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5349240"/>
            <a:ext cx="2651760" cy="411480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5394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OpenShift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869680" y="5349240"/>
            <a:ext cx="2651760" cy="411480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5394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5852160"/>
            <a:ext cx="2651760" cy="411480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5897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AI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5852160"/>
            <a:ext cx="2651760" cy="411480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5897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5852160"/>
            <a:ext cx="2651760" cy="411480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5897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869680" y="5852160"/>
            <a:ext cx="2651760" cy="411480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15400" y="5897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Instana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 PROJECTS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Agentic AI Projects for Financial Services Teams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5661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35661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IntelliLend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Loan Origination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 + LangChain4j + Watson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2971800"/>
            <a:ext cx="1097280" cy="3657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16/20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188720"/>
            <a:ext cx="35661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35661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TOP PICK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062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20624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Fraud 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+ Watson 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2971800"/>
            <a:ext cx="1097280" cy="36576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18/20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1188720"/>
            <a:ext cx="35661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1645920"/>
            <a:ext cx="35661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49840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TOP PICK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WealthMind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95528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Robo-Advisor Portfolio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0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+ WebXR + Watson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241280" y="2971800"/>
            <a:ext cx="1097280" cy="36576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8700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19/20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35661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06240"/>
            <a:ext cx="35661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251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ComplianceGuard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AI Agent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5074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 + HashiCorp Vault + Instana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0" y="5532120"/>
            <a:ext cx="1097280" cy="3657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16/20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0" y="3749040"/>
            <a:ext cx="35661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0" y="4206240"/>
            <a:ext cx="35661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TOP PICK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06240" y="4251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SACCOCHAIN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420624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SACCO Platform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206240" y="5074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+ IBM Cloud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92240" y="5532120"/>
            <a:ext cx="1097280" cy="36576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19/20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INDUSTRY PROJECTS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Agentic AI Projects for Insurance Automation &amp; Innovation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47548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50292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ClaimBot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Claims 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4688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 + LangChain4j + Watson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IBM stack showcase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754880"/>
            <a:ext cx="1554480" cy="41148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00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18/20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1188720"/>
            <a:ext cx="2651760" cy="47548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88720"/>
            <a:ext cx="2651760" cy="50292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ParametricInsure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9184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Smart Contract Insurance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4688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+ Weather APIs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agriculture focus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4754880"/>
            <a:ext cx="1554480" cy="41148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4800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19/20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1188720"/>
            <a:ext cx="2651760" cy="47548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188720"/>
            <a:ext cx="2651760" cy="50292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UnderwriteAI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2648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Agent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926080"/>
            <a:ext cx="24688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AI + OpenPages + Quarkus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4754880"/>
            <a:ext cx="1554480" cy="41148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4800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16/20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869680" y="1188720"/>
            <a:ext cx="2651760" cy="47548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869680" y="1188720"/>
            <a:ext cx="2651760" cy="50292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6112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InsureAR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96112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Vehicle Damage Assessment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961120" y="2926080"/>
            <a:ext cx="24688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96112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Vision + ARKit + IBM Cloud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9611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Innovation Track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418320" y="4754880"/>
            <a:ext cx="1554480" cy="41148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18320" y="4800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19/20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GOVERNMENT — HEALTHCARE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Agentic AI Projects for Kenya County Health Systems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0" cy="11430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HealthAgent Kenya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 + Watson + HL7 FHIR + OpenShift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12801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EHR system with AI triage agent. FHIR-compliant. Allocates health workers to priority cases. Integrates with Kenya national health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698480" y="1508760"/>
            <a:ext cx="1005840" cy="5029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0" y="1554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11430000" cy="1143000"/>
          </a:xfrm>
          <a:prstGeom prst="rect">
            <a:avLst/>
          </a:prstGeom>
          <a:solidFill>
            <a:srgbClr val="FFF0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68880"/>
            <a:ext cx="731520" cy="11430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432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560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MediSupply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+ Hyperledger Fabric + Watson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86200" y="25603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drug supply chain agent for county hospitals. Predicts shortages, auto-triggers procurement. Blockchain tracks drug provenance from supplier to patient.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698480" y="2788920"/>
            <a:ext cx="1005840" cy="5029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2834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1143000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49040"/>
            <a:ext cx="731520" cy="11430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233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840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TeleHealthAgent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4343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Assistant + Quarkus + LangChain4j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86200" y="3840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telemedicine AI via SMS/WhatsApp/app. Watson Assistant collects symptoms in Swahili. AI agent provides first-line guidance &amp; escalates to doctors.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698480" y="4069080"/>
            <a:ext cx="1005840" cy="5029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0" y="4114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5029200"/>
            <a:ext cx="11430000" cy="1143000"/>
          </a:xfrm>
          <a:prstGeom prst="rect">
            <a:avLst/>
          </a:prstGeom>
          <a:solidFill>
            <a:srgbClr val="FFF0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029200"/>
            <a:ext cx="731520" cy="11430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5303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34440" y="5120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EpidemiWatch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34440" y="5623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AI + IBM Cloud + DHIS2 + OpenShift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86200" y="512064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epidemic surveillance system. Monitors disease incidence from health facilities + social media. AI detects outbreak patterns, sends early warnings.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698480" y="5349240"/>
            <a:ext cx="1005840" cy="5029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98480" y="5394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6309360"/>
            <a:ext cx="1143000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TeleHealthAgent (12) scores 20/20 — Swahili AI + Rural Access + Watson Assistant + IBM Cloud = Maximum Innovation &amp; Impact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PAYMENT &amp; TAX COLLECTION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Agentic AI Projects for County Revenue &amp; Governance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577840" cy="2423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577840" cy="5486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14  ★ TOP PICK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CountyPay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County Revenue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county payment via M-Pesa + card + USSD. Hyperledger Fabric records all payments. AI reconciliation agent.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926080"/>
            <a:ext cx="1143000" cy="45720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971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5577840" cy="2423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88720"/>
            <a:ext cx="5577840" cy="5486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15  ★ TOP PICK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TaxMind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5508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Property Tax Assessment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7889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+ satellite data for property valuation. AI calculates fair tax. Blockchain tax payment ledger.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15600" y="2926080"/>
            <a:ext cx="1143000" cy="45720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0" y="2971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5577840" cy="2423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40480"/>
            <a:ext cx="5577840" cy="5486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31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PermitFlow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0292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Permit Agent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5440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processes permit applications. Multi-department workflow. Fabric permit registry.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5577840"/>
            <a:ext cx="1143000" cy="4572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56235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3840480"/>
            <a:ext cx="5577840" cy="2423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840480"/>
            <a:ext cx="5577840" cy="5486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931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CountyWatch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35508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Audit Agent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5440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county expenditure. Flags corruption patterns. OpenPages governance.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15600" y="5577840"/>
            <a:ext cx="1143000" cy="4572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0" y="56235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INNOVATION TRACK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Hyperledger Fabric · Smart Contracts · Transparent Immutable Records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77840" cy="109728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09728" cy="10972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087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FraudShield — Real-time fraud detection + immutable audit trail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577840" cy="109728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371600"/>
            <a:ext cx="109728" cy="10972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5087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SACCOCHAIN — SACCO cooperative finance on blockchain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5577840" cy="109728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06040"/>
            <a:ext cx="109728" cy="10972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43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ParametricInsure — Weather smart contracts auto-trigger payouts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606040"/>
            <a:ext cx="5577840" cy="109728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606040"/>
            <a:ext cx="109728" cy="10972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743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MediSupply — Drug provenance tracking from supplier to patient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5577840" cy="109728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40480"/>
            <a:ext cx="109728" cy="10972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9776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CountyPay — Transparent county revenue on Hyperledger Fabric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840480"/>
            <a:ext cx="5577840" cy="109728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840480"/>
            <a:ext cx="109728" cy="10972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39776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TaxMind — Property tax payment ledger on blockchain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5577840" cy="109728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74920"/>
            <a:ext cx="109728" cy="10972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52120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PermitFlow — Digital permit registry on blockchain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5074920"/>
            <a:ext cx="5577840" cy="109728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5074920"/>
            <a:ext cx="109728" cy="10972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52120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CountyWatch — Immutable county expenditure audit trail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generates Hyperledger Fabric chaincode (Go/JS) + REST APIs + network configs in minutes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VR INNOVATION TRACK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Reality + AI — Two High-Scoring Projects for Maximum Innovation Points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394960" cy="5212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WealthMind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Portfolio Robo-Advisor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0292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WebXR + IBM Watson + LangChain4j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AI financial advisor agent analyzes portfolio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8561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AR overlay shows 3D charts &amp; risk maps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611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Users see live investments via mobile camera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IBM Cloud hosts real-time financial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5989320"/>
            <a:ext cx="1828800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6007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19/20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143000"/>
            <a:ext cx="5394960" cy="52120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1600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InsureAR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Vehicle Damage Assessment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2697480"/>
            <a:ext cx="5029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834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Watson Visual Recognition + ARKit/ARCore + IBM Cloud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310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Scan damaged car with mobile camera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78561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AI detects damage zones via AR overlays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42611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Auto-calculates repair cost + checks policy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7365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Claim submitted in under 2 minutes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5989320"/>
            <a:ext cx="1828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6007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19/20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THREE — ROLES &amp; IBM BOB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Team Member Uses IBM Bob to Ship Faster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00" cy="53949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657600" cy="7315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Lead Developer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Use: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3383280" cy="1463040"/>
          </a:xfrm>
          <a:prstGeom prst="rect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Quarkus REST APIs, MCP server configs, Terraform IaC for IBM Cloud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20624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Enterprise Java backend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55371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IBM Cloud deployment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90118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OpenShift microservices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524865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CI/CD pipeline setup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1188720"/>
            <a:ext cx="3657600" cy="53949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1188720"/>
            <a:ext cx="3657600" cy="7315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1280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AI/Data Engineer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Use: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2331720"/>
            <a:ext cx="3383280" cy="1463040"/>
          </a:xfrm>
          <a:prstGeom prst="rect">
            <a:avLst/>
          </a:prstGeom>
          <a:solidFill>
            <a:srgbClr val="C55A11">
              <a:alpha val="25000"/>
            </a:srgbClr>
          </a:solidFill>
          <a:ln w="12700">
            <a:solidFill>
              <a:srgbClr val="C55A11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3774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LangChain4j agent chains, Watson API integrations, ML model code, data pipelines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43400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420624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LangChain4j agents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455371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Watson AI integration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490118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Blockchain chaincode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524865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ML model training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0" y="1188720"/>
            <a:ext cx="3657600" cy="53949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1188720"/>
            <a:ext cx="3657600" cy="731520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280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Full Stack / UX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8388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Use: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3880" y="2331720"/>
            <a:ext cx="3383280" cy="1463040"/>
          </a:xfrm>
          <a:prstGeom prst="rect">
            <a:avLst/>
          </a:prstGeom>
          <a:solidFill>
            <a:srgbClr val="1E6B35">
              <a:alpha val="25000"/>
            </a:srgbClr>
          </a:solidFill>
          <a:ln w="12700">
            <a:solidFill>
              <a:srgbClr val="1E6B35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23774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React/mobile frontends, AR WebXR code, IBM Cloud Functions, dashboards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83880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420624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Frontend UI / mobile app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83880" y="455371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AR/VR visualization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83880" y="490118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County dashboards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83880" y="524865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User experience design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PROJECTS + ACTION PLAN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Early with IBM Cloud Credits · Register for IBM Dev Day · Build · Win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868680"/>
          </a:xfrm>
          <a:prstGeom prst="rect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91440" cy="8686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PROJECT 14 — CountyPay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+ Hyperledger Fabric + IBM Cloud — Kenyan context, blockchain, 20/20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11247120" cy="868680"/>
          </a:xfrm>
          <a:prstGeom prst="rect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49424"/>
            <a:ext cx="91440" cy="8686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408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PROJECT 12 — TeleHealthAgent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0662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Watson AI + rural access + IBM Cloud — maximum social impact, 20/20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11247120" cy="868680"/>
          </a:xfrm>
          <a:prstGeom prst="rect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18688"/>
            <a:ext cx="9144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PROJECT 05 — SACCOCHAIN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758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SACCO — Africa-relevant, IBM Fabric showcase, innovation 19/20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87952"/>
            <a:ext cx="11247120" cy="868680"/>
          </a:xfrm>
          <a:prstGeom prst="rect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87952"/>
            <a:ext cx="9144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79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PROJECT 03 — WealthMind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64515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portfolio advisor — AR/VR track + Watson AI + Finance = design winner, 19/20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157216"/>
            <a:ext cx="11247120" cy="868680"/>
          </a:xfrm>
          <a:prstGeom prst="rect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157216"/>
            <a:ext cx="91440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486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PROJECT 07 — ParametricInsure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614416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crop insurance with smart contract auto-payouts — unique, 19/20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24535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Register at developer.ibm.com/dev-day  ·  Activate IBM Cloud Credits  ·  Install IBM Bob VS Code Extension  ·  Start Building!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Projects — IBM Dev Day Bob Edition</dc:title>
  <dc:subject>PptxGenJS Presentation</dc:subject>
  <dc:creator>PptxGenJS</dc:creator>
  <cp:lastModifiedBy>PptxGenJS</cp:lastModifiedBy>
  <cp:revision>1</cp:revision>
  <dcterms:created xsi:type="dcterms:W3CDTF">2026-04-08T16:52:38Z</dcterms:created>
  <dcterms:modified xsi:type="dcterms:W3CDTF">2026-04-08T16:52:38Z</dcterms:modified>
</cp:coreProperties>
</file>