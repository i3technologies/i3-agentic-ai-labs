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TECHXCHANGE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Pre-Conference Dev Day Hackathon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Team Briefing — Build with Purpose using IBM Bob 2.0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280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28–30,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7922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IBM wants teams to build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&amp; Format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5694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window, team size, entry rules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3467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to showcase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 &amp; Prizes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1239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submissions are scored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9011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ready-to-build concepts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Submission Checklist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6784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have ready before deadline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with purpose using IBM Bob 2.0"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one specific developer workflow with a working prototype. Judges want a clearly defined problem, a real solution built on IBM Bob 2.0, and measurable impact — not a broad demo.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SDLC Areas (pick ONE)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57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3657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657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526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Maintenance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4526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&amp; Format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WINDOW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28, 10:00 AM ET  →  Aug 30, 10:00 AM 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any time within the window. Final submission must be received by 10:00 AM ET on Aug 30 — late entries risk full-team disqualification.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teams of up to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team. One team per participant. Assign a Team Lead as the point of contact.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Submission Deliverables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demonstration of the solution, including how IBM Bob was used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908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problem and solution statements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statement on how IBM Bob 2.0 was utilized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6052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repo or PoC evidence — including exported IBM Bob task/session report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Capabilities to Showcase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beyond code generation — judges reward teams who show AI transforming an entire workflow, not just autocompleting a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task execution — plan, act, verify, and iterate without a prompt for every step.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2194560"/>
            <a:ext cx="54864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/ Parallel Tasks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37490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workflow across specialized agents running concurrently — e.g. one reviews security, one checks style, one runs tests.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41080" y="2194560"/>
            <a:ext cx="54864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41080" y="37490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READMEs, tickets, design docs, and specs to ground the agent in real project context before it acts.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points total, scored by a panel of judges. A minimum of 12.5 points is required for prize consideration.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&amp; Feasibility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286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prototype actually work end to end?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99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Efficiency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91640" y="33375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measurably save time, reduce errors, or cut effort?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050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Usability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91640" y="43891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polished, intuitive, and easy to understand?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102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54406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use Bob 2.0 in a genuinely novel way?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Prizes &amp; Recognition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630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teams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06240" y="13716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 per team member to IBM TechXchange 2026, Atlanta (Oct 26–29). Travel &amp; lodging not included.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6305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USD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travel &amp; lodging to TechXchange 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6305A"/>
          </a:solidFill>
          <a:ln w="19050">
            <a:solidFill>
              <a:srgbClr val="C0C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788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Place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329184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USD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by BeMyApp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6305A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788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Place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USD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4114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by BeMyApp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concepts, each targeting one required SDLC area and showcasing Agent Mode, subagents, and document understanding. Pick one and go deep — don't spread across multiple workflows.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756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Onboarding Agent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210312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4963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docs/wiki/tickets and builds a personalized ramp-up plan for new engineers.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6118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4930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 Review Assistant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0" y="352044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9136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check style, security, and test coverage simultaneously, then merge findings.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49103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Bug-to-Fix Debugging Agent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0" y="493776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533095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Reproduces, traces, patches, and tests a bug in one autonomous Agent Mode loop.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4813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Generator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50876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90195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split by module generate unit/integration tests in parallel; report coverage % gained.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0175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28986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Docs Recovery Agent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292608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331927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turns old tickets and design docs into current runbooks and technical docs.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 Checker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0" y="434340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473659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verifies a release checklist (tests, changelog, migrations) and auto-drafts release notes.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Advice: have a measurable impact number ready by day 2 — "effectiveness &amp; efficiency" is 25% of the score and needs data, not a vibe.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Submission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02996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928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clearly defined problem — not several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85292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1576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built on IBM Bob 2.0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67588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387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Agent Mode, subagents, or document understanding meaningfully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49884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3616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or sample project as the test bed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02996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8928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before/after impact number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285292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71576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intuitive demo video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67588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5387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problem/solution + Bob usage statements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49884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3616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IBM Bob task/session report attached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team, pick your SDLC focus area, and register your hackathon interest in your IBM TechXchange profile before August 28.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280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your i3 Academy program lead.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 |  IBM Silver Business Partner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2026-08-11T10:50:35Z</dcterms:created>
  <dcterms:modified xsi:type="dcterms:W3CDTF">2026-08-11T10:50:35Z</dcterms:modified>
</cp:coreProperties>
</file>