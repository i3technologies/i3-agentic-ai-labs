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TECHXCHANGE 2026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Pre-Conference Dev Day Hackathon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Team Briefing — Build with Purpose using IBM Bob 2.0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70332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28–30, 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46304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7922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IBM wants teams to build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240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Format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56946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window, team size, entry rules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34670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to showcase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794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 &amp; Prizes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12394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submissions are scored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572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9011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ready-to-build concepts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53492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5349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Submission Checklist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567842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have ready before deadline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881360" cy="10058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43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with purpose using IBM Bob 2.0"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one specific developer workflow with a working prototype. Judges want a clearly defined problem, a real solution built on IBM Bob 2.0, and measurable impact — not a broad demo.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SDLC Areas (pick ONE)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863840" y="365760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5760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5196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Maintenance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4526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0" y="452628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Dates &amp; Format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1208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WINDOW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28, 10:00 AM ET  →  Aug 30, 10:00 AM 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any time within the window. Final submission must be received by 10:00 AM ET on Aug 30 — late entries risk full-team disqualification.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2648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508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or teams of up to 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team. One team per participant. Assign a Team Lead as the point of contact.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Submission Deliverables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2336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demonstration of the solution, including how IBM Bob was used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6908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problem and solution statements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1480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statement on how IBM Bob 2.0 was utilized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60527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code repo or PoC evidence — including exported IBM Bob task/session report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Capabilities to Showcase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beyond code generation — judges reward teams who show AI transforming an entire workflow, not just autocompleting a function.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multi-step task execution — plan, act, verify, and iterate without a prompt for every step.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9" name="Shape 7"/>
          <p:cNvSpPr/>
          <p:nvPr/>
        </p:nvSpPr>
        <p:spPr>
          <a:xfrm>
            <a:off x="480060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/ Parallel Tasks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0060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workflow across specialized agents running concurrently — e.g. one reviews security, one checks style, one runs tests.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21040" y="182880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0B1F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41080" y="2194560"/>
            <a:ext cx="548640" cy="5486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41080" y="2971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41080" y="374904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READMEs, tickets, design docs, and specs to ground the agent in real project context before it acts.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Criteria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points total, scored by a panel of judges. A minimum of 12.5 points is required for prize consideration.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947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&amp; Feasibility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691640" y="22860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prototype actually work end to end?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06324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9992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&amp; Efficiency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91640" y="33375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measurably save time, reduce errors, or cut effort?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11480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40507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Usability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691640" y="438912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polished, intuitive, and easy to understand?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66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1023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&amp; Innovation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544068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use Bob 2.0 in a genuinely novel way?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Prizes &amp; Recognition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16305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teams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06240" y="137160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ticket per team member to IBM TechXchange 2026, Atlanta (Oct 26–29). Travel &amp; lodging not included.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Place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 USD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 travel &amp; lodging to TechXchange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0C0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Place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 USD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BeMyApp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02152" cy="3200400"/>
          </a:xfrm>
          <a:prstGeom prst="roundRect">
            <a:avLst>
              <a:gd name="adj" fmla="val 2857"/>
            </a:avLst>
          </a:prstGeom>
          <a:solidFill>
            <a:srgbClr val="16305A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2788920"/>
            <a:ext cx="3502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7F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Place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291840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USD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412480" y="4114800"/>
            <a:ext cx="29535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by BeMyApp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concepts, each targeting one required SDLC area and showcasing Agent Mode, subagents, and document understanding. Pick one and go deep — don't spread across multiple workflows.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0756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Onboarding Agent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55280" y="210312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031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83080" y="249631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docs/wiki/tickets and builds a personalized ramp-up plan for new engineers.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1188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611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3493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 Review Assistant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55280" y="352044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3520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91363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check style, security, and test coverage simultaneously, then merge findings.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5029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029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783080" y="4910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Bug-to-Fix Debugging Agent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55280" y="4937760"/>
            <a:ext cx="173736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4937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5330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Reproduces, traces, patches, and tests a bug in one autonomous Agent Mode loop.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481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Generator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50876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901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split by module generate unit/integration tests in parallel; report coverage % gained.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175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28986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Docs Recovery Agent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292608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31927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turns old tickets and design docs into current runbooks and technical docs.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Readiness Checker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0" y="434340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73659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verifies a release checklist (tests, changelog, migrations) and auto-drafts release notes.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83080" y="1481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Onboarding Chatbot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50876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901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Q&amp;A over the codebase, wiki, and tickets — an alternative to a static ramp-up plan.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175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83080" y="28986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Vulnerability Patch Agent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292608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31927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scan dependencies and code in parallel for known CVEs and auto-draft patches.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Test Diagnosis Agent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0" y="434340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73659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reruns a suite, isolates the root cause of flaky tests, and proposes a fix.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Ideas for i3 Teams (cont.)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0020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83080" y="148132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Multi-Repo Dependency Upgrade Assistant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55280" y="150876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190195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upgrade a shared dependency across several repos in parallel and verify each build.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01752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83080" y="28986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Postmortem Generator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55280" y="292608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31927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understanding ingests logs, tickets, and chat threads to draft a blameless postmortem.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43484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783080" y="43159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Health &amp; Rollback Advisor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55280" y="4343400"/>
            <a:ext cx="274320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343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Deployment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4736592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monitors post-deploy signals and recommends rollback or proceed, with reasoning.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Advice: have a measurable impact number ready by day 2 — "effectiveness &amp; efficiency" is 25% of the score and needs data, not a vibe.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Submission Checklist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202996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892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clearly defined problem — not several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14400" y="285292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157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built on IBM Bob 2.0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67588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5387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Agent Mode, subagents, or document understanding meaningfully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14400" y="449884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3616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or sample project as the test bed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28016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508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02996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189280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measurable before/after impact number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37960" y="285292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271576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intuitive demo video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67588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353872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problem/solution + Bob usage statements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498848"/>
            <a:ext cx="128016" cy="12801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436168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IBM Bob task/session report attached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Bootcamp Briefing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team, pick your SDLC focus area, and register your hackathon interest in your IBM TechXchange profile before August 28.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280160" cy="3657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Reach your i3 Academy program lead.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i3 Technologies  |  i3 Academy  |  IBM Silver Business Partner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2026-08-11T11:48:48Z</dcterms:created>
  <dcterms:modified xsi:type="dcterms:W3CDTF">2026-08-11T11:48:48Z</dcterms:modified>
</cp:coreProperties>
</file>