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962" r:id="rId1"/>
  </p:sldMasterIdLst>
  <p:notesMasterIdLst>
    <p:notesMasterId r:id="rId14"/>
  </p:notesMasterIdLst>
  <p:handoutMasterIdLst>
    <p:handoutMasterId r:id="rId15"/>
  </p:handoutMasterIdLst>
  <p:sldIdLst>
    <p:sldId id="266" r:id="rId2"/>
    <p:sldId id="282" r:id="rId3"/>
    <p:sldId id="279" r:id="rId4"/>
    <p:sldId id="269" r:id="rId5"/>
    <p:sldId id="272" r:id="rId6"/>
    <p:sldId id="280" r:id="rId7"/>
    <p:sldId id="274" r:id="rId8"/>
    <p:sldId id="275" r:id="rId9"/>
    <p:sldId id="276" r:id="rId10"/>
    <p:sldId id="277" r:id="rId11"/>
    <p:sldId id="283" r:id="rId12"/>
    <p:sldId id="278" r:id="rId13"/>
  </p:sldIdLst>
  <p:sldSz cx="24387175" cy="13716000"/>
  <p:notesSz cx="6858000" cy="9144000"/>
  <p:embeddedFontLst>
    <p:embeddedFont>
      <p:font typeface="IBM Plex Sans Light" panose="020B0403050203000203" pitchFamily="34" charset="0"/>
      <p:regular r:id="rId16"/>
      <p:italic r:id="rId17"/>
    </p:embeddedFont>
  </p:embeddedFontLst>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Deck" id="{7D37F3B7-2956-7C4A-8906-E8DEB1B4B8D3}">
          <p14:sldIdLst/>
        </p14:section>
        <p14:section name="PoX Best Practices" id="{DB03393A-9E44-6F41-83B6-92D43C2E3B4B}">
          <p14:sldIdLst>
            <p14:sldId id="266"/>
            <p14:sldId id="282"/>
            <p14:sldId id="279"/>
            <p14:sldId id="269"/>
            <p14:sldId id="272"/>
            <p14:sldId id="280"/>
            <p14:sldId id="274"/>
            <p14:sldId id="275"/>
            <p14:sldId id="276"/>
            <p14:sldId id="277"/>
            <p14:sldId id="283"/>
            <p14:sldId id="27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240C83-B322-10D6-062F-819233246F17}" name="Diana Stanciulescu" initials="DS" userId="S::diana.stanciulescu@ro.ibm.com::8457c4d8-b183-4fb8-9506-2337bdfae6b8" providerId="AD"/>
  <p188:author id="{471F5894-9527-7E5F-AE6F-3881B44FA2B8}" name="Gabriel Barbu" initials="" userId="S::gabriel.barbu@ibm.com::3d0c1c4c-23d9-4258-9226-f99453c129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63"/>
    <p:restoredTop sz="64150"/>
  </p:normalViewPr>
  <p:slideViewPr>
    <p:cSldViewPr snapToGrid="0" snapToObjects="1">
      <p:cViewPr varScale="1">
        <p:scale>
          <a:sx n="37" d="100"/>
          <a:sy n="37" d="100"/>
        </p:scale>
        <p:origin x="2096" y="224"/>
      </p:cViewPr>
      <p:guideLst/>
    </p:cSldViewPr>
  </p:slideViewPr>
  <p:outlineViewPr>
    <p:cViewPr>
      <p:scale>
        <a:sx n="33" d="100"/>
        <a:sy n="33" d="100"/>
      </p:scale>
      <p:origin x="-56"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106" d="100"/>
          <a:sy n="106" d="100"/>
        </p:scale>
        <p:origin x="4664" y="1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ftr="0" dt="0"/>
  <p:notesStyle>
    <a:lvl1pPr marL="0" algn="l" defTabSz="2438522" rtl="0" eaLnBrk="1" latinLnBrk="0" hangingPunct="1">
      <a:lnSpc>
        <a:spcPct val="110000"/>
      </a:lnSpc>
      <a:spcBef>
        <a:spcPts val="0"/>
      </a:spcBef>
      <a:defRPr sz="1200" b="0" i="0" kern="1200">
        <a:solidFill>
          <a:schemeClr val="bg1"/>
        </a:solidFill>
        <a:latin typeface="+mn-lt"/>
        <a:ea typeface="IBM Plex Sans Light"/>
        <a:cs typeface="IBM Plex Sans Light"/>
      </a:defRPr>
    </a:lvl1pPr>
    <a:lvl2pPr marL="465690" indent="-452991" algn="l" defTabSz="2438522" rtl="0" eaLnBrk="1" latinLnBrk="0" hangingPunct="1">
      <a:lnSpc>
        <a:spcPct val="110000"/>
      </a:lnSpc>
      <a:spcBef>
        <a:spcPts val="0"/>
      </a:spcBef>
      <a:buFont typeface="IBM Plex Sans Light"/>
      <a:buChar char="–"/>
      <a:tabLst/>
      <a:defRPr sz="1200" b="0" i="0" kern="1200">
        <a:solidFill>
          <a:schemeClr val="bg1"/>
        </a:solidFill>
        <a:latin typeface="+mn-lt"/>
        <a:ea typeface="IBM Plex Sans Light"/>
        <a:cs typeface="IBM Plex Sans Light"/>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mn-lt"/>
        <a:ea typeface="IBM Plex Sans Light"/>
        <a:cs typeface="IBM Plex Sans Light"/>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mn-lt"/>
        <a:ea typeface="IBM Plex Sans Light"/>
        <a:cs typeface="IBM Plex Sans Light"/>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IBM Plex Sans Light"/>
        <a:cs typeface="IBM Plex Sans Light"/>
      </a:defRPr>
    </a:lvl5pPr>
    <a:lvl6pPr marL="6096305" algn="l" defTabSz="2438522" rtl="0" eaLnBrk="1" latinLnBrk="0" hangingPunct="1">
      <a:defRPr sz="3200" kern="1200">
        <a:solidFill>
          <a:schemeClr val="tx1"/>
        </a:solidFill>
        <a:latin typeface="IBM Plex Sans Light"/>
        <a:ea typeface="IBM Plex Sans Light"/>
        <a:cs typeface="IBM Plex Sans Light"/>
      </a:defRPr>
    </a:lvl6pPr>
    <a:lvl7pPr marL="7315566" algn="l" defTabSz="2438522" rtl="0" eaLnBrk="1" latinLnBrk="0" hangingPunct="1">
      <a:defRPr sz="3200" kern="1200">
        <a:solidFill>
          <a:schemeClr val="tx1"/>
        </a:solidFill>
        <a:latin typeface="IBM Plex Sans Light"/>
        <a:ea typeface="IBM Plex Sans Light"/>
        <a:cs typeface="IBM Plex Sans Light"/>
      </a:defRPr>
    </a:lvl7pPr>
    <a:lvl8pPr marL="8534827" algn="l" defTabSz="2438522" rtl="0" eaLnBrk="1" latinLnBrk="0" hangingPunct="1">
      <a:defRPr sz="3200" kern="1200">
        <a:solidFill>
          <a:schemeClr val="tx1"/>
        </a:solidFill>
        <a:latin typeface="IBM Plex Sans Light"/>
        <a:ea typeface="IBM Plex Sans Light"/>
        <a:cs typeface="IBM Plex Sans Light"/>
      </a:defRPr>
    </a:lvl8pPr>
    <a:lvl9pPr marL="9754088" algn="l" defTabSz="2438522" rtl="0" eaLnBrk="1" latinLnBrk="0" hangingPunct="1">
      <a:defRPr sz="3200" kern="1200">
        <a:solidFill>
          <a:schemeClr val="tx1"/>
        </a:solidFill>
        <a:latin typeface="IBM Plex Sans Light"/>
        <a:ea typeface="IBM Plex Sans Light"/>
        <a:cs typeface="IBM Plex Sans Light"/>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ibm.seismic.com/Link/Content/DCPj4Rmd8fTqJ8WXBffGWFW2BqcB"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ibm.seismic.com/Link/Content/DCWd97d8fDghq8QVDCgf6WcB7TbP"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squash.io/top-10-ai-assistants-to-optimize-your-life-in-2024/"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ibm.biz/watsonxClientEngineeringPlaybooks"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4404F-9169-32F6-8089-9ABDFBFDD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E5A05-B67C-94DC-F7D6-7F30AC60DE6C}"/>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2A3ECE41-45C5-2585-25B3-39C45CFD2726}"/>
              </a:ext>
            </a:extLst>
          </p:cNvPr>
          <p:cNvSpPr>
            <a:spLocks noGrp="1"/>
          </p:cNvSpPr>
          <p:nvPr>
            <p:ph type="body" idx="1"/>
          </p:nvPr>
        </p:nvSpPr>
        <p:spPr/>
        <p:txBody>
          <a:bodyPr/>
          <a:lstStyle/>
          <a:p>
            <a:r>
              <a:rPr lang="en-US" dirty="0"/>
              <a:t>Welcome to the watsonx Orchestrate PoX best practices presentation. </a:t>
            </a:r>
          </a:p>
          <a:p>
            <a:endParaRPr lang="en-US" dirty="0"/>
          </a:p>
          <a:p>
            <a:r>
              <a:rPr lang="en-US" dirty="0"/>
              <a:t>Before reviewing this presentation, technical sellers should go through the general framework for scoping and executing a successful Proof of Experience (PoX) at </a:t>
            </a:r>
            <a:r>
              <a:rPr lang="en-US" dirty="0">
                <a:hlinkClick r:id="rId3"/>
              </a:rPr>
              <a:t>https://ibm.seismic.com/Link/Content/DCPj4Rmd8fTqJ8WXBffGWFW2BqcB</a:t>
            </a:r>
            <a:r>
              <a:rPr lang="en-US" dirty="0"/>
              <a:t>.</a:t>
            </a:r>
          </a:p>
          <a:p>
            <a:endParaRPr lang="en-US" dirty="0"/>
          </a:p>
          <a:p>
            <a:r>
              <a:rPr lang="en-US" dirty="0"/>
              <a:t>This presentation should be considered Part 2 of the watsonx Orchestrate PoX best practice presentations.</a:t>
            </a:r>
          </a:p>
          <a:p>
            <a:endParaRPr lang="en-US" dirty="0"/>
          </a:p>
          <a:p>
            <a:r>
              <a:rPr lang="en-US" dirty="0"/>
              <a:t>The slides in this presentation show a summarized list of points of the speaker notes in each slide. Therefore, it is important that technical sellers read and understand the speaker notes in order to understand the respective recommendations or best practices.</a:t>
            </a:r>
          </a:p>
          <a:p>
            <a:endParaRPr lang="en-US" dirty="0"/>
          </a:p>
          <a:p>
            <a:endParaRPr lang="en-US" dirty="0"/>
          </a:p>
        </p:txBody>
      </p:sp>
      <p:sp>
        <p:nvSpPr>
          <p:cNvPr id="4" name="Slide Number Placeholder 3">
            <a:extLst>
              <a:ext uri="{FF2B5EF4-FFF2-40B4-BE49-F238E27FC236}">
                <a16:creationId xmlns:a16="http://schemas.microsoft.com/office/drawing/2014/main" id="{797A4903-3955-4396-E4BD-658946CCA480}"/>
              </a:ext>
            </a:extLst>
          </p:cNvPr>
          <p:cNvSpPr>
            <a:spLocks noGrp="1"/>
          </p:cNvSpPr>
          <p:nvPr>
            <p:ph type="sldNum" sz="quarter" idx="5"/>
          </p:nvPr>
        </p:nvSpPr>
        <p:spPr/>
        <p:txBody>
          <a:bodyPr/>
          <a:lstStyle/>
          <a:p>
            <a:fld id="{6E2E38B8-B0B4-AD41-AC6E-B781F46A9FD3}" type="slidenum">
              <a:rPr lang="en-US" smtClean="0"/>
              <a:pPr/>
              <a:t>1</a:t>
            </a:fld>
            <a:endParaRPr lang="en-US" dirty="0"/>
          </a:p>
        </p:txBody>
      </p:sp>
    </p:spTree>
    <p:extLst>
      <p:ext uri="{BB962C8B-B14F-4D97-AF65-F5344CB8AC3E}">
        <p14:creationId xmlns:p14="http://schemas.microsoft.com/office/powerpoint/2010/main" val="161552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ACE4B-4679-BA22-9876-259420E44406}"/>
            </a:ext>
          </a:extLst>
        </p:cNvPr>
        <p:cNvGrpSpPr/>
        <p:nvPr/>
      </p:nvGrpSpPr>
      <p:grpSpPr>
        <a:xfrm>
          <a:off x="0" y="0"/>
          <a:ext cx="0" cy="0"/>
          <a:chOff x="0" y="0"/>
          <a:chExt cx="0" cy="0"/>
        </a:xfrm>
      </p:grpSpPr>
      <p:sp>
        <p:nvSpPr>
          <p:cNvPr id="654" name="Shape 654">
            <a:extLst>
              <a:ext uri="{FF2B5EF4-FFF2-40B4-BE49-F238E27FC236}">
                <a16:creationId xmlns:a16="http://schemas.microsoft.com/office/drawing/2014/main" id="{7A4FB700-F570-071A-4691-EFFAB0FBD350}"/>
              </a:ext>
            </a:extLst>
          </p:cNvPr>
          <p:cNvSpPr>
            <a:spLocks noGrp="1" noRot="1" noChangeAspect="1"/>
          </p:cNvSpPr>
          <p:nvPr>
            <p:ph type="sldImg"/>
          </p:nvPr>
        </p:nvSpPr>
        <p:spPr>
          <a:xfrm>
            <a:off x="217488" y="209550"/>
            <a:ext cx="6421437" cy="3611563"/>
          </a:xfrm>
          <a:prstGeom prst="rect">
            <a:avLst/>
          </a:prstGeom>
        </p:spPr>
        <p:txBody>
          <a:bodyPr/>
          <a:lstStyle/>
          <a:p>
            <a:r>
              <a:rPr lang="en-US" dirty="0"/>
              <a:t>x</a:t>
            </a:r>
            <a:endParaRPr dirty="0"/>
          </a:p>
        </p:txBody>
      </p:sp>
      <p:sp>
        <p:nvSpPr>
          <p:cNvPr id="655" name="Shape 655">
            <a:extLst>
              <a:ext uri="{FF2B5EF4-FFF2-40B4-BE49-F238E27FC236}">
                <a16:creationId xmlns:a16="http://schemas.microsoft.com/office/drawing/2014/main" id="{019B0680-3D8C-7E11-4AF7-87178EDD37BC}"/>
              </a:ext>
            </a:extLst>
          </p:cNvPr>
          <p:cNvSpPr>
            <a:spLocks noGrp="1"/>
          </p:cNvSpPr>
          <p:nvPr>
            <p:ph type="body" sz="quarter" idx="1"/>
          </p:nvPr>
        </p:nvSpPr>
        <p:spPr>
          <a:prstGeom prst="rect">
            <a:avLst/>
          </a:prstGeom>
        </p:spPr>
        <p:txBody>
          <a:bodyPr/>
          <a:lstStyle/>
          <a:p>
            <a:r>
              <a:rPr dirty="0"/>
              <a:t>This </a:t>
            </a:r>
            <a:r>
              <a:rPr lang="en-US" dirty="0"/>
              <a:t>self-explanatory slide shows the topics covered in this presentation.</a:t>
            </a:r>
          </a:p>
          <a:p>
            <a:endParaRPr dirty="0"/>
          </a:p>
          <a:p>
            <a:r>
              <a:rPr dirty="0"/>
              <a:t>In addition to the narrative, this deck contains links, where appropriate, to product documentation, articles, and other resources with more information. </a:t>
            </a:r>
            <a:r>
              <a:rPr lang="en-US" dirty="0"/>
              <a:t>While this may seem like a short presentation, it is packed with dozens of best practices which are best unpacked by re-reading the speaker notes and following the additional links for more guidance.</a:t>
            </a:r>
          </a:p>
          <a:p>
            <a:endParaRPr lang="en-US" dirty="0"/>
          </a:p>
          <a:p>
            <a:endParaRPr dirty="0"/>
          </a:p>
        </p:txBody>
      </p:sp>
      <p:sp>
        <p:nvSpPr>
          <p:cNvPr id="4" name="Slide Number Placeholder 3">
            <a:extLst>
              <a:ext uri="{FF2B5EF4-FFF2-40B4-BE49-F238E27FC236}">
                <a16:creationId xmlns:a16="http://schemas.microsoft.com/office/drawing/2014/main" id="{39B16F74-B96D-A256-158F-2129FCEA5EF6}"/>
              </a:ext>
            </a:extLst>
          </p:cNvPr>
          <p:cNvSpPr>
            <a:spLocks noGrp="1"/>
          </p:cNvSpPr>
          <p:nvPr>
            <p:ph type="sldNum" sz="quarter" idx="5"/>
          </p:nvPr>
        </p:nvSpPr>
        <p:spPr>
          <a:xfrm>
            <a:off x="6300216" y="8705088"/>
            <a:ext cx="338328" cy="228600"/>
          </a:xfrm>
        </p:spPr>
        <p:txBody>
          <a:bodyPr/>
          <a:lstStyle/>
          <a:p>
            <a:fld id="{6E2E38B8-B0B4-AD41-AC6E-B781F46A9FD3}" type="slidenum">
              <a:rPr lang="en-US" smtClean="0"/>
              <a:pPr/>
              <a:t>2</a:t>
            </a:fld>
            <a:endParaRPr lang="en-US" dirty="0"/>
          </a:p>
        </p:txBody>
      </p:sp>
    </p:spTree>
    <p:extLst>
      <p:ext uri="{BB962C8B-B14F-4D97-AF65-F5344CB8AC3E}">
        <p14:creationId xmlns:p14="http://schemas.microsoft.com/office/powerpoint/2010/main" val="2345368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DB11B-9BFD-0C16-0F75-40673F9B13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87117-79A2-81E7-4B31-17DBF602C5B5}"/>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AAC10C9E-D043-1186-1975-F5D0F889AB2B}"/>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latin typeface="+mn-lt"/>
              </a:rPr>
              <a:t>Many clients are contemplating the multi-agent problem, wondering how to piece everything together effectively. This marks a strong starting point of discussion, as watsonx Orchestrate accelerates AI agent and assistant development. For example, IBM offers domain-specific agents that address significant portions of AI agent deployment challenges, allowing clients to avoid extensive custom development from the ground up. Instead, they can focus on how to operationalize and scale foundation models and Generative AI. While clients perceive AI agents as a complex and potentially costly endeavor, IBM can offer them ways to simplify and streamline the time-to-value. With IBM’s open model, clients can scale their solutions while managing costs effectively.</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latin typeface="+mn-lt"/>
              </a:rPr>
              <a:t>Proofs of Experience (</a:t>
            </a:r>
            <a:r>
              <a:rPr lang="en-US" dirty="0" err="1">
                <a:latin typeface="+mn-lt"/>
              </a:rPr>
              <a:t>PoXs</a:t>
            </a:r>
            <a:r>
              <a:rPr lang="en-US" dirty="0">
                <a:latin typeface="+mn-lt"/>
              </a:rPr>
              <a:t>) encourage co-creation with clients, providing a modern, hands-on engagement methodology for IBM sellers and business partners. Integrated with the IBM Client Engagement Model (ICEM), it establishes a unified strategy throughout every client's journey. The Technical Community and Client Engineering (CE) departments supply technical expertise to partners, clients, and prospects throughout the opportunity lifecycle, from pre-sales to deployment. From Account Technical Leaders (ATLs) managing the entire client technical strategy from conception to deployment to Technical Specialists and Client Engineers who bring client journey maps to fruition through PoX use cases—including architectures, demos, and pilots—these professionals co-create innovative and effective solutions as trusted technical partners. For each use case, collaboration with the tech sales team is crucial to scope and deliver high-quality demos, pilots, and workshops. In technically demanding projects, the CE team assists in scoping, delivering, and educating clients on solutions while highlighting IBM's unique capabilities. </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b="1" dirty="0">
                <a:latin typeface="+mn-lt"/>
              </a:rPr>
              <a:t>Links</a:t>
            </a:r>
            <a:r>
              <a:rPr lang="en-US" dirty="0">
                <a:latin typeface="+mn-lt"/>
              </a:rPr>
              <a:t>:</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b="1" dirty="0">
                <a:latin typeface="+mn-lt"/>
              </a:rPr>
              <a:t>IBM Client Engagement Model (ICEM)</a:t>
            </a:r>
            <a:r>
              <a:rPr lang="en-US" dirty="0">
                <a:latin typeface="+mn-lt"/>
              </a:rPr>
              <a:t>: </a:t>
            </a:r>
            <a:r>
              <a:rPr lang="en-US" b="0" i="0" u="none" strike="noStrike" dirty="0">
                <a:effectLst/>
                <a:latin typeface="+mn-lt"/>
                <a:hlinkClick r:id="rId3"/>
              </a:rPr>
              <a:t>https://ibm.seismic.com/Link/Content/DCWd97d8fDghq8QVDCgf6WcB7TbP</a:t>
            </a:r>
            <a:endParaRPr lang="en-US" dirty="0">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mk-MK" dirty="0">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b="1" dirty="0">
                <a:latin typeface="+mn-lt"/>
              </a:rPr>
              <a:t>Terminology</a:t>
            </a:r>
            <a:r>
              <a:rPr lang="en-US" dirty="0">
                <a:latin typeface="+mn-lt"/>
              </a:rPr>
              <a:t>:</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b="1" dirty="0">
                <a:latin typeface="+mn-lt"/>
              </a:rPr>
              <a:t>FUD</a:t>
            </a:r>
            <a:r>
              <a:rPr lang="en-US" dirty="0">
                <a:latin typeface="+mn-lt"/>
              </a:rPr>
              <a:t>: Fear, uncertainty, doubt</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latin typeface="+mn-lt"/>
            </a:endParaRPr>
          </a:p>
        </p:txBody>
      </p:sp>
      <p:sp>
        <p:nvSpPr>
          <p:cNvPr id="4" name="Slide Number Placeholder 3">
            <a:extLst>
              <a:ext uri="{FF2B5EF4-FFF2-40B4-BE49-F238E27FC236}">
                <a16:creationId xmlns:a16="http://schemas.microsoft.com/office/drawing/2014/main" id="{02B3EB6D-8842-8C07-9905-64C3C79BE068}"/>
              </a:ext>
            </a:extLst>
          </p:cNvPr>
          <p:cNvSpPr>
            <a:spLocks noGrp="1"/>
          </p:cNvSpPr>
          <p:nvPr>
            <p:ph type="sldNum" sz="quarter" idx="5"/>
          </p:nvPr>
        </p:nvSpPr>
        <p:spPr/>
        <p:txBody>
          <a:bodyPr/>
          <a:lstStyle/>
          <a:p>
            <a:fld id="{6E2E38B8-B0B4-AD41-AC6E-B781F46A9FD3}" type="slidenum">
              <a:rPr lang="en-US" smtClean="0"/>
              <a:pPr/>
              <a:t>3</a:t>
            </a:fld>
            <a:endParaRPr lang="en-US" dirty="0"/>
          </a:p>
        </p:txBody>
      </p:sp>
    </p:spTree>
    <p:extLst>
      <p:ext uri="{BB962C8B-B14F-4D97-AF65-F5344CB8AC3E}">
        <p14:creationId xmlns:p14="http://schemas.microsoft.com/office/powerpoint/2010/main" val="3118420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12058-23C8-ACEF-7F61-A1E3263AE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96DEF2-D1BB-BEA5-ECA2-E753B8C4C94C}"/>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376B64C7-70E3-DD43-066D-0228D3EA4760}"/>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The typical primary goal of a watsonx Orchestrate proof of experience (PoX) is to demonstrate how watsonx Orchestrate can generate significant and measurable value through intelligent automation.</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This includes a focus on validating an agent’s or assistant’s capacity to comprehend natural language and perform tasks autonomously. For instance, the agent should be capable of sending a welcome email or generating a report based on user prompts.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Success will be linked to specific outcomes—such as a 40% reduction in onboarding time or the ability to save one hour daily from repetitive scheduling activities.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A PoX initiative assesses not only the technology but also the ease with which employees or customers can interact with an agent. Achieving task initiation in under 30 seconds is generally deemed a success; for example, </a:t>
            </a:r>
            <a:r>
              <a:rPr lang="en-US" dirty="0" err="1"/>
              <a:t>ClickUp’s</a:t>
            </a:r>
            <a:r>
              <a:rPr lang="en-US" dirty="0"/>
              <a:t> AI assistant claims to transform 30 minutes of work into just 30 seconds, underscoring the value of efficiency (</a:t>
            </a:r>
            <a:r>
              <a:rPr lang="en-US" dirty="0">
                <a:hlinkClick r:id="rId3"/>
              </a:rPr>
              <a:t>https://www.squash.io/top-10-ai-assistants-to-optimize-your-life-in-2024/</a:t>
            </a:r>
            <a:r>
              <a:rPr lang="en-US" dirty="0"/>
              <a:t>).</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Therefore, establishing key performance indicators (KPIs) objectives such as task completion time, the number of automated tasks, and user satisfaction will set appropriate benchmarks for evaluating the </a:t>
            </a:r>
            <a:r>
              <a:rPr lang="en-US" dirty="0" err="1"/>
              <a:t>PoX's</a:t>
            </a:r>
            <a:r>
              <a:rPr lang="en-US" dirty="0"/>
              <a:t> impact. First, focus on 1–3 high-impact use cases, such as automating meeting scheduling, onboarding processes, or data retrieval from existing systems. These should be aligned with business objectives, including cost savings, time reductions, and improvements in user experience. Next, document the envisioned success metrics, encompassing KPIs, user engagement levels, and saved automation time.</a:t>
            </a:r>
          </a:p>
        </p:txBody>
      </p:sp>
      <p:sp>
        <p:nvSpPr>
          <p:cNvPr id="4" name="Slide Number Placeholder 3">
            <a:extLst>
              <a:ext uri="{FF2B5EF4-FFF2-40B4-BE49-F238E27FC236}">
                <a16:creationId xmlns:a16="http://schemas.microsoft.com/office/drawing/2014/main" id="{A477787F-DFB0-38B9-9D28-11C356AA8B7A}"/>
              </a:ext>
            </a:extLst>
          </p:cNvPr>
          <p:cNvSpPr>
            <a:spLocks noGrp="1"/>
          </p:cNvSpPr>
          <p:nvPr>
            <p:ph type="sldNum" sz="quarter" idx="5"/>
          </p:nvPr>
        </p:nvSpPr>
        <p:spPr/>
        <p:txBody>
          <a:bodyPr/>
          <a:lstStyle/>
          <a:p>
            <a:fld id="{6E2E38B8-B0B4-AD41-AC6E-B781F46A9FD3}" type="slidenum">
              <a:rPr lang="en-US" smtClean="0"/>
              <a:pPr/>
              <a:t>4</a:t>
            </a:fld>
            <a:endParaRPr lang="en-US" dirty="0"/>
          </a:p>
        </p:txBody>
      </p:sp>
    </p:spTree>
    <p:extLst>
      <p:ext uri="{BB962C8B-B14F-4D97-AF65-F5344CB8AC3E}">
        <p14:creationId xmlns:p14="http://schemas.microsoft.com/office/powerpoint/2010/main" val="654739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5A53A-336D-97E0-07D1-38C0F090B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1033B-5DCD-3253-6448-18A83BBC8B88}"/>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698C70AC-7A44-CFFB-522E-1D68DC2D62BA}"/>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latin typeface="+mn-lt"/>
              </a:rPr>
              <a:t>When launching a proof of experience (PoX) with watsonx Orchestrate, selecting the proper use case is one of the most critical steps. Early success hinges on choosing scenarios that are both achievable and demonstrably valuable.</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latin typeface="+mn-lt"/>
              </a:rPr>
              <a:t>Technical sellers should aim to keep the scope tightly focused — ideally automating just one to three processes. These should be high-impact but low in complexity. This approach ensures quick implementation, more evident outcomes, and reduced overhead.</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latin typeface="+mn-lt"/>
              </a:rPr>
              <a:t>It’s crucial to select processes that are well-contained, with clear boundaries and measurable outputs. This allows teams to validate success using tangible metrics, such as </a:t>
            </a:r>
            <a:r>
              <a:rPr lang="en-US" i="1" dirty="0">
                <a:latin typeface="+mn-lt"/>
              </a:rPr>
              <a:t>time saved </a:t>
            </a:r>
            <a:r>
              <a:rPr lang="en-US" dirty="0">
                <a:latin typeface="+mn-lt"/>
              </a:rPr>
              <a:t>or </a:t>
            </a:r>
            <a:r>
              <a:rPr lang="en-US" i="1" dirty="0">
                <a:latin typeface="+mn-lt"/>
              </a:rPr>
              <a:t>reduction in manual tasks</a:t>
            </a:r>
            <a:r>
              <a:rPr lang="en-US" dirty="0">
                <a:latin typeface="+mn-lt"/>
              </a:rPr>
              <a:t>. The most suitable candidates are repetitive, rule-based tasks that follow a consistent structure. These characteristics make them easy to automate and excellent for demonstrating value early in the PoX.</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latin typeface="+mn-lt"/>
              </a:rPr>
              <a:t>Technical sellers should avoid starting with mission-critical or highly complex workflows. These can introduce unnecessary risk and delay. It’s more effective to build confidence with simpler use cases first and then expand.</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latin typeface="+mn-lt"/>
              </a:rPr>
              <a:t>A best practice is to maximize the use of the existing IBM prebuilt tools and agents. These resources can accelerate development and reduce the need for custom integrations during the PoX phase.</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latin typeface="+mn-lt"/>
              </a:rPr>
              <a:t>A few proven examples of good starting points include:</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latin typeface="+mn-lt"/>
            </a:endParaRP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latin typeface="+mn-lt"/>
              </a:rPr>
              <a:t>In HR, sending welcome emails and checklists as part of onboarding.</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latin typeface="+mn-lt"/>
              </a:rPr>
              <a:t>In IT, automatically creating service tickets in response to support requests.</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latin typeface="+mn-lt"/>
              </a:rPr>
              <a:t>In Sales, generating and distributing weekly lead reports.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latin typeface="+mn-lt"/>
              </a:rPr>
              <a:t>Each of these examples is well-scoped, repeatable, and easy to measure — precisely the kind of use cases that set up a PoX for success.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latin typeface="+mn-lt"/>
              </a:rPr>
              <a:t>Understanding the use case in terms of technical differentiation is also beneficial. Highlighting capabilities like multi-agent orchestration for business and showcasing the openness of the watsonx Orchestrate platforms will likely resonate with the client.</a:t>
            </a:r>
          </a:p>
        </p:txBody>
      </p:sp>
      <p:sp>
        <p:nvSpPr>
          <p:cNvPr id="4" name="Slide Number Placeholder 3">
            <a:extLst>
              <a:ext uri="{FF2B5EF4-FFF2-40B4-BE49-F238E27FC236}">
                <a16:creationId xmlns:a16="http://schemas.microsoft.com/office/drawing/2014/main" id="{99B07139-1577-D389-7CC4-E27199C331FB}"/>
              </a:ext>
            </a:extLst>
          </p:cNvPr>
          <p:cNvSpPr>
            <a:spLocks noGrp="1"/>
          </p:cNvSpPr>
          <p:nvPr>
            <p:ph type="sldNum" sz="quarter" idx="5"/>
          </p:nvPr>
        </p:nvSpPr>
        <p:spPr/>
        <p:txBody>
          <a:bodyPr/>
          <a:lstStyle/>
          <a:p>
            <a:fld id="{6E2E38B8-B0B4-AD41-AC6E-B781F46A9FD3}" type="slidenum">
              <a:rPr lang="en-US" smtClean="0">
                <a:latin typeface="+mn-lt"/>
              </a:rPr>
              <a:pPr/>
              <a:t>5</a:t>
            </a:fld>
            <a:endParaRPr lang="en-US" dirty="0">
              <a:latin typeface="+mn-lt"/>
            </a:endParaRPr>
          </a:p>
        </p:txBody>
      </p:sp>
    </p:spTree>
    <p:extLst>
      <p:ext uri="{BB962C8B-B14F-4D97-AF65-F5344CB8AC3E}">
        <p14:creationId xmlns:p14="http://schemas.microsoft.com/office/powerpoint/2010/main" val="2272879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0663" y="209550"/>
            <a:ext cx="6418262" cy="3611563"/>
          </a:xfrm>
        </p:spPr>
      </p:sp>
      <p:sp>
        <p:nvSpPr>
          <p:cNvPr id="3" name="Notes Placeholder 2"/>
          <p:cNvSpPr>
            <a:spLocks noGrp="1"/>
          </p:cNvSpPr>
          <p:nvPr>
            <p:ph type="body" idx="1"/>
          </p:nvPr>
        </p:nvSpPr>
        <p:spPr/>
        <p:txBody>
          <a:bodyPr/>
          <a:lstStyle/>
          <a:p>
            <a:r>
              <a:rPr lang="en-US" b="0" dirty="0"/>
              <a:t>In a proof of experience (PoX), technical sellers must resist the temptation to overbuild. The focus should be on demonstrating value quickly, using the available and proven tools and features.</a:t>
            </a:r>
          </a:p>
          <a:p>
            <a:endParaRPr lang="en-US" b="0" dirty="0"/>
          </a:p>
          <a:p>
            <a:r>
              <a:rPr lang="en-US" b="0" dirty="0"/>
              <a:t>Technical sellers should use out-of-the-box features, standard configuration options, and IBM’s pre-built integrations, tools and agents. This is not the stage to explore complex custom development or experimental integrations — the goal is speed, stability, and clarity. For example, instead of building a custom CRM connector, use a built-in integration. </a:t>
            </a:r>
          </a:p>
          <a:p>
            <a:endParaRPr lang="en-US" b="0" dirty="0"/>
          </a:p>
          <a:p>
            <a:r>
              <a:rPr lang="en-US" b="0" dirty="0"/>
              <a:t>The agent should not be positioned as a general-purpose AI. It won’t — and shouldn’t — be expected to answer any question. Instead, the experience should be narrowly focused on a specific, agreed-upon domain — something measurable and repeatable. For instance, a good PoX goal might be: “Generate and send a weekly sales lead report from a spreadsheet.” A bad PoX goal would be: “Answer any sales-related question.” Keep the domain narrow — and define it up front with stakeholders.</a:t>
            </a:r>
          </a:p>
          <a:p>
            <a:endParaRPr lang="en-US" sz="1200" b="0" kern="0"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sz="1200" kern="0" dirty="0"/>
              <a:t>If the PoX features voice interaction, technical sellers should avoid any voice complexity. Voice interaction can be a nice touch — but don’t over-engineer it. That means:</a:t>
            </a:r>
          </a:p>
          <a:p>
            <a:pPr marL="228600" marR="0" lvl="0" indent="-22860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endParaRPr lang="en-US" sz="1200" kern="0" dirty="0"/>
          </a:p>
          <a:p>
            <a:pPr marL="228600" marR="0" lvl="0" indent="-22860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kern="0" dirty="0"/>
              <a:t>No voice recognition of personal names, addresses, or long alphanumeric strings.</a:t>
            </a:r>
          </a:p>
          <a:p>
            <a:pPr marL="228600" marR="0" lvl="0" indent="-22860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kern="0" dirty="0"/>
              <a:t>No requirement for perfect voice transcription or understanding.</a:t>
            </a:r>
          </a:p>
          <a:p>
            <a:pPr marL="228600" marR="0" lvl="0" indent="-22860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kern="0" dirty="0"/>
              <a:t>Most importantly, no telephony integration and no need for telephony expertise.</a:t>
            </a:r>
          </a:p>
          <a:p>
            <a:pPr marL="0" marR="0" lvl="0" indent="0" algn="l" defTabSz="2438522" rtl="0" eaLnBrk="1" fontAlgn="auto" latinLnBrk="0" hangingPunct="1">
              <a:lnSpc>
                <a:spcPct val="110000"/>
              </a:lnSpc>
              <a:spcBef>
                <a:spcPts val="0"/>
              </a:spcBef>
              <a:spcAft>
                <a:spcPts val="0"/>
              </a:spcAft>
              <a:buClrTx/>
              <a:buSzTx/>
              <a:buFont typeface="Arial" panose="020B0604020202020204" pitchFamily="34" charset="0"/>
              <a:buNone/>
              <a:tabLst/>
              <a:defRPr/>
            </a:pPr>
            <a:endParaRPr lang="en-US" sz="1200" kern="0" dirty="0"/>
          </a:p>
          <a:p>
            <a:pPr marL="0" marR="0" lvl="0" indent="0" algn="l" defTabSz="2438522" rtl="0" eaLnBrk="1" fontAlgn="auto" latinLnBrk="0" hangingPunct="1">
              <a:lnSpc>
                <a:spcPct val="110000"/>
              </a:lnSpc>
              <a:spcBef>
                <a:spcPts val="0"/>
              </a:spcBef>
              <a:spcAft>
                <a:spcPts val="0"/>
              </a:spcAft>
              <a:buClrTx/>
              <a:buSzTx/>
              <a:buFont typeface="Arial" panose="020B0604020202020204" pitchFamily="34" charset="0"/>
              <a:buNone/>
              <a:tabLst/>
              <a:defRPr/>
            </a:pPr>
            <a:r>
              <a:rPr lang="en-US" sz="1200" kern="0" dirty="0"/>
              <a:t>For example,</a:t>
            </a:r>
          </a:p>
          <a:p>
            <a:pPr marL="0" marR="0" lvl="0" indent="0" algn="l" defTabSz="2438522" rtl="0" eaLnBrk="1" fontAlgn="auto" latinLnBrk="0" hangingPunct="1">
              <a:lnSpc>
                <a:spcPct val="110000"/>
              </a:lnSpc>
              <a:spcBef>
                <a:spcPts val="0"/>
              </a:spcBef>
              <a:spcAft>
                <a:spcPts val="0"/>
              </a:spcAft>
              <a:buClrTx/>
              <a:buSzTx/>
              <a:buFont typeface="Arial" panose="020B0604020202020204" pitchFamily="34" charset="0"/>
              <a:buNone/>
              <a:tabLst/>
              <a:defRPr/>
            </a:pPr>
            <a:endParaRPr lang="en-US" sz="1200" kern="0" dirty="0"/>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kern="0" dirty="0"/>
              <a:t>It’s okay to let a user say, “Send the weekly report.”</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kern="0" dirty="0"/>
              <a:t>Don’t try to capture someone’s name, email address, or 10-digit ticket number through speech.</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kern="0" dirty="0"/>
              <a:t>Avoid any scenario where a user needs to connect to a phone line or call system. Telephony should be out of scope for a PoX.</a:t>
            </a:r>
          </a:p>
          <a:p>
            <a:pPr marL="228600" marR="0" lvl="0" indent="-22860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endParaRPr lang="en-US" sz="1200" kern="0" dirty="0"/>
          </a:p>
          <a:p>
            <a:pPr marL="0" marR="0" lvl="0" indent="0" algn="l" defTabSz="2438522" rtl="0" eaLnBrk="1" fontAlgn="auto" latinLnBrk="0" hangingPunct="1">
              <a:lnSpc>
                <a:spcPct val="110000"/>
              </a:lnSpc>
              <a:spcBef>
                <a:spcPts val="0"/>
              </a:spcBef>
              <a:spcAft>
                <a:spcPts val="0"/>
              </a:spcAft>
              <a:buClrTx/>
              <a:buSzTx/>
              <a:buFont typeface="Arial" panose="020B0604020202020204" pitchFamily="34" charset="0"/>
              <a:buNone/>
              <a:tabLst/>
              <a:defRPr/>
            </a:pPr>
            <a:r>
              <a:rPr lang="en-US" sz="1200" kern="0" dirty="0"/>
              <a:t>Put another way, voice should support the interaction, not introduce failure points.</a:t>
            </a:r>
          </a:p>
          <a:p>
            <a:pPr marL="0" marR="0" lvl="0" indent="0" algn="l" defTabSz="2438522" rtl="0" eaLnBrk="1" fontAlgn="auto" latinLnBrk="0" hangingPunct="1">
              <a:lnSpc>
                <a:spcPct val="110000"/>
              </a:lnSpc>
              <a:spcBef>
                <a:spcPts val="0"/>
              </a:spcBef>
              <a:spcAft>
                <a:spcPts val="0"/>
              </a:spcAft>
              <a:buClrTx/>
              <a:buSzTx/>
              <a:buFont typeface="Arial" panose="020B0604020202020204" pitchFamily="34" charset="0"/>
              <a:buNone/>
              <a:tabLst/>
              <a:defRPr/>
            </a:pPr>
            <a:endParaRPr lang="en-US" sz="1200" kern="0" dirty="0"/>
          </a:p>
          <a:p>
            <a:pPr marL="0" marR="0" lvl="0" indent="0" algn="l" defTabSz="2438522" rtl="0" eaLnBrk="1" fontAlgn="auto" latinLnBrk="0" hangingPunct="1">
              <a:lnSpc>
                <a:spcPct val="110000"/>
              </a:lnSpc>
              <a:spcBef>
                <a:spcPts val="0"/>
              </a:spcBef>
              <a:spcAft>
                <a:spcPts val="0"/>
              </a:spcAft>
              <a:buClrTx/>
              <a:buSzTx/>
              <a:buFont typeface="Arial" panose="020B0604020202020204" pitchFamily="34" charset="0"/>
              <a:buNone/>
              <a:tabLst/>
              <a:defRPr/>
            </a:pPr>
            <a:r>
              <a:rPr lang="en-US" sz="1200" kern="0" dirty="0"/>
              <a:t>A PoX should not include user authentication. Identity flows — login, verification, and authorization — are complex, add risk, and should not be needed to prove value at this stage. Instead, focus on the value of AI and automation. For example, if demonstrating a workflow that sends onboarding emails, the agent can just use a predefined user identity — no need to personalize it per user or restrict access. </a:t>
            </a:r>
            <a:r>
              <a:rPr lang="en-US" dirty="0"/>
              <a:t>Similarly, there should be </a:t>
            </a:r>
            <a:r>
              <a:rPr lang="en-US" b="0" dirty="0"/>
              <a:t>no user-level authorization or security policies </a:t>
            </a:r>
            <a:r>
              <a:rPr lang="en-US" dirty="0"/>
              <a:t>built into the agent logic. Those elements are essential for production, but they’re not required to validate the functional and user experience aspects of watsonx Orchestrate in a controlled PoX. Skip role-based access, permissions, or any logic that checks if a user has permission to do perform a specific task. For example, don’t attempt to gate a workflow based on whether the user is a manager— just hardcode the path or leave those checks out entirely for now.</a:t>
            </a:r>
            <a:endParaRPr lang="en-US" sz="1200" kern="0" dirty="0"/>
          </a:p>
          <a:p>
            <a:pPr marL="228600" marR="0" lvl="0" indent="-22860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endParaRPr lang="en-US" sz="1200" kern="0" dirty="0"/>
          </a:p>
          <a:p>
            <a:pPr marL="0" marR="0" lvl="0" indent="0" algn="l" defTabSz="2438522" rtl="0" eaLnBrk="1" fontAlgn="auto" latinLnBrk="0" hangingPunct="1">
              <a:lnSpc>
                <a:spcPct val="110000"/>
              </a:lnSpc>
              <a:spcBef>
                <a:spcPts val="0"/>
              </a:spcBef>
              <a:spcAft>
                <a:spcPts val="0"/>
              </a:spcAft>
              <a:buClrTx/>
              <a:buSzTx/>
              <a:buFont typeface="Arial" panose="020B0604020202020204" pitchFamily="34" charset="0"/>
              <a:buNone/>
              <a:tabLst/>
              <a:defRPr/>
            </a:pPr>
            <a:r>
              <a:rPr lang="en-US" sz="1200" kern="0" dirty="0"/>
              <a:t>No PII, PHI, or NPI should be included in the PoX data. Using this kind of data introduces legal, compliance, and security overhead — all of which are unnecessary in a PoX environment.</a:t>
            </a:r>
            <a:r>
              <a:rPr lang="en-US" dirty="0"/>
              <a:t> That means no social security numbers, no medical information, and no financial account data. For instance, a customer onboarding PoX should use generic names like “Jane Doe” — not real employee or customer records.</a:t>
            </a:r>
          </a:p>
          <a:p>
            <a:pPr marL="0" marR="0" lvl="0" indent="0" algn="l" defTabSz="2438522" rtl="0" eaLnBrk="1" fontAlgn="auto" latinLnBrk="0" hangingPunct="1">
              <a:lnSpc>
                <a:spcPct val="110000"/>
              </a:lnSpc>
              <a:spcBef>
                <a:spcPts val="0"/>
              </a:spcBef>
              <a:spcAft>
                <a:spcPts val="0"/>
              </a:spcAft>
              <a:buClrTx/>
              <a:buSzTx/>
              <a:buFont typeface="Arial" panose="020B0604020202020204" pitchFamily="34" charset="0"/>
              <a:buNone/>
              <a:tabLst/>
              <a:defRPr/>
            </a:pPr>
            <a:endParaRPr lang="en-US" sz="1200" kern="0" dirty="0"/>
          </a:p>
          <a:p>
            <a:pPr marL="0" marR="0" lvl="0" indent="0" algn="l" defTabSz="2438522" rtl="0" eaLnBrk="1" fontAlgn="auto" latinLnBrk="0" hangingPunct="1">
              <a:lnSpc>
                <a:spcPct val="110000"/>
              </a:lnSpc>
              <a:spcBef>
                <a:spcPts val="0"/>
              </a:spcBef>
              <a:spcAft>
                <a:spcPts val="0"/>
              </a:spcAft>
              <a:buClrTx/>
              <a:buSzTx/>
              <a:buFont typeface="Arial" panose="020B0604020202020204" pitchFamily="34" charset="0"/>
              <a:buNone/>
              <a:tabLst/>
              <a:defRPr/>
            </a:pPr>
            <a:r>
              <a:rPr lang="en-US" sz="1200" b="1" kern="0" dirty="0"/>
              <a:t>Definitions</a:t>
            </a:r>
            <a:r>
              <a:rPr lang="en-US" sz="1200" kern="0" dirty="0"/>
              <a:t>:</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b="1" kern="0" dirty="0"/>
              <a:t>PHI</a:t>
            </a:r>
            <a:r>
              <a:rPr lang="en-US" sz="1200" kern="0" dirty="0"/>
              <a:t> (Protected Health Information): Any health-related information tied to an individual and held by a covered entity (like a hospital, insurer, etc.). Examples include medical records, lab results, health insurance info, and treatment history. Used in U.S. healthcare under HIPAA (Health Insurance Portability and Accountability Act).</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b="1" kern="0" dirty="0"/>
              <a:t>PII</a:t>
            </a:r>
            <a:r>
              <a:rPr lang="en-US" sz="1200" kern="0" dirty="0"/>
              <a:t> (Personally Identifiable Information) Information that can be used to identify an individual. Examples include name, address, phone number, social security number, date of birth, and email. Used in general privacy and data protection regulations.</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b="1" kern="0" dirty="0"/>
              <a:t>NPI</a:t>
            </a:r>
            <a:r>
              <a:rPr lang="en-US" sz="1200" kern="0" dirty="0"/>
              <a:t> (Nonpublic Personal Information): Financial and other personal info collected by financial institutions that’s not publicly available. Examples include account balances, loan history, credit reports, and income. Used in U.S. financial sector under GLBA (Gramm-Leach-Bliley Act).</a:t>
            </a:r>
            <a:endParaRPr lang="en-US" b="0"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6</a:t>
            </a:fld>
            <a:endParaRPr lang="en-US" dirty="0"/>
          </a:p>
        </p:txBody>
      </p:sp>
      <p:sp>
        <p:nvSpPr>
          <p:cNvPr id="5" name="Footer Placeholder 4"/>
          <p:cNvSpPr>
            <a:spLocks noGrp="1"/>
          </p:cNvSpPr>
          <p:nvPr>
            <p:ph type="ftr" sz="quarter" idx="4"/>
          </p:nvPr>
        </p:nvSpPr>
        <p:spPr/>
        <p:txBody>
          <a:bodyPr/>
          <a:lstStyle/>
          <a:p>
            <a:r>
              <a:rPr lang="en-US" dirty="0">
                <a:latin typeface="IBM Plex Sans Light" panose="020B0403050203000203" pitchFamily="34" charset="0"/>
              </a:rPr>
              <a:t> </a:t>
            </a:r>
          </a:p>
        </p:txBody>
      </p:sp>
    </p:spTree>
    <p:extLst>
      <p:ext uri="{BB962C8B-B14F-4D97-AF65-F5344CB8AC3E}">
        <p14:creationId xmlns:p14="http://schemas.microsoft.com/office/powerpoint/2010/main" val="3079824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33A2E-124E-B67A-C8CD-0E4DE7D873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8E889-8C0A-F16D-7676-6B8D9004FA3D}"/>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B4F3F5C6-F0B6-A321-A7E6-EA3FC1DB2BC3}"/>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This </a:t>
            </a:r>
            <a:r>
              <a:rPr lang="en-US" b="0" dirty="0"/>
              <a:t>phase is where the agent comes to life — but it’s also where many </a:t>
            </a:r>
            <a:r>
              <a:rPr lang="en-US" b="0" dirty="0" err="1"/>
              <a:t>PoXs</a:t>
            </a:r>
            <a:r>
              <a:rPr lang="en-US" b="0" dirty="0"/>
              <a:t> can slow down if planning isn’t intentional. Technical sellers should keep a few key principles in mind as they design and build the experience.</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b="0" dirty="0"/>
          </a:p>
          <a:p>
            <a:pPr>
              <a:buNone/>
            </a:pPr>
            <a:r>
              <a:rPr lang="en-US" b="0" dirty="0"/>
              <a:t>One of the most common causes of PoX delays is integration and access issues. Technical sellers should identify the systems of record early — for example: </a:t>
            </a:r>
            <a:br>
              <a:rPr lang="en-US" b="0" dirty="0"/>
            </a:br>
            <a:endParaRPr lang="en-US" b="0" dirty="0"/>
          </a:p>
          <a:p>
            <a:pPr marL="171450" indent="-171450">
              <a:buFont typeface="Arial" panose="020B0604020202020204" pitchFamily="34" charset="0"/>
              <a:buChar char="•"/>
            </a:pPr>
            <a:r>
              <a:rPr lang="en-US" b="0" dirty="0"/>
              <a:t>Email (such as Outlook or Gmail)</a:t>
            </a:r>
          </a:p>
          <a:p>
            <a:pPr marL="171450" indent="-171450">
              <a:buFont typeface="Arial" panose="020B0604020202020204" pitchFamily="34" charset="0"/>
              <a:buChar char="•"/>
            </a:pPr>
            <a:r>
              <a:rPr lang="en-US" b="0" dirty="0"/>
              <a:t>Calendars</a:t>
            </a:r>
          </a:p>
          <a:p>
            <a:pPr marL="171450" indent="-171450">
              <a:buFont typeface="Arial" panose="020B0604020202020204" pitchFamily="34" charset="0"/>
              <a:buChar char="•"/>
            </a:pPr>
            <a:r>
              <a:rPr lang="en-US" b="0" dirty="0"/>
              <a:t>Customer relationship management (CRM) system like Salesforce</a:t>
            </a:r>
          </a:p>
          <a:p>
            <a:pPr marL="171450" indent="-171450">
              <a:buFont typeface="Arial" panose="020B0604020202020204" pitchFamily="34" charset="0"/>
              <a:buChar char="•"/>
            </a:pPr>
            <a:r>
              <a:rPr lang="en-US" b="0" dirty="0"/>
              <a:t>HR platforms like Workday</a:t>
            </a:r>
            <a:br>
              <a:rPr lang="en-US" b="0" dirty="0"/>
            </a:br>
            <a:endParaRPr lang="en-US" b="0" dirty="0"/>
          </a:p>
          <a:p>
            <a:pPr>
              <a:buNone/>
            </a:pPr>
            <a:r>
              <a:rPr lang="en-US" b="0" dirty="0"/>
              <a:t>Once those are identified, technical sellers should work closely with IT to ensure the agent will have secure, API-ready access to those systems.</a:t>
            </a:r>
          </a:p>
          <a:p>
            <a:pPr>
              <a:buNone/>
            </a:pPr>
            <a:endParaRPr lang="en-US" b="0" dirty="0"/>
          </a:p>
          <a:p>
            <a:pPr marL="0" indent="0">
              <a:buFont typeface="Arial" panose="020B0604020202020204" pitchFamily="34" charset="0"/>
              <a:buNone/>
            </a:pPr>
            <a:r>
              <a:rPr lang="en-US" b="0" dirty="0"/>
              <a:t>Technical sellers should plan to use the range of watsonx Orchestrate’s capabilities, including:</a:t>
            </a:r>
            <a:br>
              <a:rPr lang="en-US" b="0" dirty="0"/>
            </a:br>
            <a:endParaRPr lang="en-US" b="0" dirty="0"/>
          </a:p>
          <a:p>
            <a:pPr marL="171450" indent="-171450">
              <a:buFont typeface="Arial" panose="020B0604020202020204" pitchFamily="34" charset="0"/>
              <a:buChar char="•"/>
            </a:pPr>
            <a:r>
              <a:rPr lang="en-US" b="0" dirty="0"/>
              <a:t>Python, OpenAPI and MCP-based tools; and,</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b="0" dirty="0"/>
              <a:t>Knowledge based search for simple retrieval-augmented generation (RAG).</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Technical sellers shouldn’t try to build everything from scratch. IBM provides prebuilt agents and tools—technical sellers should use them wherever possible to save time and reduce risk. For example, use the built-in Microsoft Outlook tool to send emails instead of building a new email integration.</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Make sure to involve actual end-users — especially those who may use watsonx Orchestrate daily. Whenever possible, involve them in use case definition and design. This could include HR coordinators, finance analysts, or sales operations team members. As they design the PoX, technical sellers should ensure that they find the interface intuitive and that it delivers value within the first one or two interactions. </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Technical sellers should aim to deploy quick wins, as even small successes build momentum. Therefore, they should take the agile approach of  Build → Test → Learn → Refine without waiting for a fully polished experience. For example, start with “Generate onboarding checklist,” then expand to “Generate checklist and email it to the hiring manager.”</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232707E-86F3-31C4-AC43-E8A6F1F153B3}"/>
              </a:ext>
            </a:extLst>
          </p:cNvPr>
          <p:cNvSpPr>
            <a:spLocks noGrp="1"/>
          </p:cNvSpPr>
          <p:nvPr>
            <p:ph type="sldNum" sz="quarter" idx="5"/>
          </p:nvPr>
        </p:nvSpPr>
        <p:spPr/>
        <p:txBody>
          <a:bodyPr/>
          <a:lstStyle/>
          <a:p>
            <a:fld id="{6E2E38B8-B0B4-AD41-AC6E-B781F46A9FD3}" type="slidenum">
              <a:rPr lang="en-US" smtClean="0"/>
              <a:pPr/>
              <a:t>7</a:t>
            </a:fld>
            <a:endParaRPr lang="en-US" dirty="0"/>
          </a:p>
        </p:txBody>
      </p:sp>
    </p:spTree>
    <p:extLst>
      <p:ext uri="{BB962C8B-B14F-4D97-AF65-F5344CB8AC3E}">
        <p14:creationId xmlns:p14="http://schemas.microsoft.com/office/powerpoint/2010/main" val="3929475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E7EF8-2089-2D8F-9FCF-525ED94E90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4B84F-9805-9282-C9E2-36F184AA39EF}"/>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FE8BD4CB-2CE4-E721-CF4A-6E90BC8780E0}"/>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Once the initial automation actions have been designed and built, the next step is enabling end users—which is absolutely critical. User acceptance determines whether the PoX is perceived as a success, and a technically perfect agent that users don’t see themselves using will not move the needle. Technical sellers should schedule a brief, 15-minute onboarding session with users. This doesn’t need to be formal or overly technical — the goal is to introduce the agent, explain what it can do, and show users how to interact with it using natural language. For example, the technical seller can open the discussion with, “Let me show you how to say something like </a:t>
            </a:r>
            <a:r>
              <a:rPr lang="en-US" i="1" dirty="0"/>
              <a:t>Send welcome email to new hire </a:t>
            </a:r>
            <a:r>
              <a:rPr lang="en-US" dirty="0"/>
              <a:t>— that’s all it takes to trigger this workflow.”</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Providing a quick-reference prompt guide can go a long way. Technical sellers can include 3–5 sample phrases that show users how to talk to the agent. This helps break the “blank prompt paralysis” many new users experience. For example:</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“Send a welcome email to new hire”</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“Get my team’s schedule for the week”</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“Create a ticket for a broken laptop”</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“Generate my weekly sales leads report”</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The more practical and contextual these prompts are to the user’s real work, the better.</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Technical sellers should clearly communicate what the agent is currently capable of. Specifically, users need to know:</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What use cases are enabled;</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What systems are connected (such as Outlook, Slack, or Salesforce); and,</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What kind of response to expect from the agent.</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For example, if a user asks for data that isn’t connected, the agent may respond with a fallback—this should be expected and not perceived as a failure.</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End users should be invited to give feedback — and told that their input will directly shape how the agent evolves. Technical sellers can gather feedback on:</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Prompt phrasing;</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Gaps in functionality and opportunities to tune the actions; and,</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Unexpected errors or confusing responses.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Enabling users isn’t just about teaching them how to click a button. It’s about showing them that this agent is here to make their jobs easier. Technical sellers should frame it as a tool to take routine work off their plate, reduce friction, and free them up for more meaningful tasks. For example, “Instead of spending 10 minutes formatting a checklist, type one sentence and let the agent do it for you.” This is a message that sticks.</a:t>
            </a:r>
          </a:p>
        </p:txBody>
      </p:sp>
      <p:sp>
        <p:nvSpPr>
          <p:cNvPr id="4" name="Slide Number Placeholder 3">
            <a:extLst>
              <a:ext uri="{FF2B5EF4-FFF2-40B4-BE49-F238E27FC236}">
                <a16:creationId xmlns:a16="http://schemas.microsoft.com/office/drawing/2014/main" id="{3B814EAE-8BE8-F708-2EAA-6086ECBD438C}"/>
              </a:ext>
            </a:extLst>
          </p:cNvPr>
          <p:cNvSpPr>
            <a:spLocks noGrp="1"/>
          </p:cNvSpPr>
          <p:nvPr>
            <p:ph type="sldNum" sz="quarter" idx="5"/>
          </p:nvPr>
        </p:nvSpPr>
        <p:spPr/>
        <p:txBody>
          <a:bodyPr/>
          <a:lstStyle/>
          <a:p>
            <a:fld id="{6E2E38B8-B0B4-AD41-AC6E-B781F46A9FD3}" type="slidenum">
              <a:rPr lang="en-US" smtClean="0"/>
              <a:pPr/>
              <a:t>8</a:t>
            </a:fld>
            <a:endParaRPr lang="en-US" dirty="0"/>
          </a:p>
        </p:txBody>
      </p:sp>
    </p:spTree>
    <p:extLst>
      <p:ext uri="{BB962C8B-B14F-4D97-AF65-F5344CB8AC3E}">
        <p14:creationId xmlns:p14="http://schemas.microsoft.com/office/powerpoint/2010/main" val="1915776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491AD-3189-D78E-E4BB-021ACD277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AAA20-E16E-770C-F402-8216F0688899}"/>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4CFE9986-963E-4A6D-1E50-8E172EE4D977}"/>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Once the agent is live, the focus shifts to proving its real business value quickly. Technical sellers should focus on outcomes that stakeholders will care about most. A great way to show value early is to compare how long tasks took before vs. after automation. For example, if scheduling a meeting manually takes about 5 minutes and the </a:t>
            </a:r>
            <a:r>
              <a:rPr lang="en-US" dirty="0" err="1"/>
              <a:t>agentt</a:t>
            </a:r>
            <a:r>
              <a:rPr lang="en-US" dirty="0"/>
              <a:t> now completes it in under 1 minute, that’s an 80%-time reduction — a concrete metric that business leaders can get behind. Technical sellers should aim to collect this kind of before-and-after comparison for every task automated in the PoX.</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If multiple users are piloting the PoX, it’s also important to track usage metrics, including the number of users engaging with the agent and how often they are using it. High engagement tells a clear story: the experience is valuable, usable, and likely to stick.</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Technical sellers should prioritize user feedback as much as usage data. It’s often the best way to uncover:</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Friction points in the experience;</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Unexpected use cases; and,</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What users find most valuable.</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For example, users might consistently say, “It would be great if it could also email the checklist to the hiring manager.” This can become part of the next iteration. Feedback helps refine both prompts and actions, and it builds buy-in from the people actually using the agent.</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Value should always be framed in terms of business outcomes. Therefore, technical sellers should ask, “What does this automation help the business achieve faster or more efficiently?” Specifically,</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Does it help onboard new employees in hours instead of days?</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Does it reduce the number of IT support tickets by handling FAQs?</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Does it enable managers to approve time-off requests 50% faster?</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These kinds of outcomes resonate more than just saying, “We automated the onboarding process.’”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An excellent tactic for communicating PoX success is to record a 2–3 minute video of the agent in action. The demo should show an actual workflow — for example, generating and sending a weekly report — and narrate the value. While stakeholders don’t always read slides, reports, or dashboards, a short, polished video will grab attention and demonstrate how the agent is helping the business.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In short, technical sellers should be ready to tell a simple, compelling story: Here’s what the agent does, here’s the impact, and here’s what users are saying about it. This is how a PoX can earn the momentum it needs to close the opportunity or scale to the next level.</a:t>
            </a:r>
          </a:p>
        </p:txBody>
      </p:sp>
      <p:sp>
        <p:nvSpPr>
          <p:cNvPr id="4" name="Slide Number Placeholder 3">
            <a:extLst>
              <a:ext uri="{FF2B5EF4-FFF2-40B4-BE49-F238E27FC236}">
                <a16:creationId xmlns:a16="http://schemas.microsoft.com/office/drawing/2014/main" id="{8995086F-F37D-9241-D470-188ADB588CBB}"/>
              </a:ext>
            </a:extLst>
          </p:cNvPr>
          <p:cNvSpPr>
            <a:spLocks noGrp="1"/>
          </p:cNvSpPr>
          <p:nvPr>
            <p:ph type="sldNum" sz="quarter" idx="5"/>
          </p:nvPr>
        </p:nvSpPr>
        <p:spPr/>
        <p:txBody>
          <a:bodyPr/>
          <a:lstStyle/>
          <a:p>
            <a:fld id="{6E2E38B8-B0B4-AD41-AC6E-B781F46A9FD3}" type="slidenum">
              <a:rPr lang="en-US" smtClean="0"/>
              <a:pPr/>
              <a:t>9</a:t>
            </a:fld>
            <a:endParaRPr lang="en-US" dirty="0"/>
          </a:p>
        </p:txBody>
      </p:sp>
    </p:spTree>
    <p:extLst>
      <p:ext uri="{BB962C8B-B14F-4D97-AF65-F5344CB8AC3E}">
        <p14:creationId xmlns:p14="http://schemas.microsoft.com/office/powerpoint/2010/main" val="2360400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483ED-7C05-A5A1-065B-224C4EB183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5EBAD-9F55-8AC5-4FD5-005BCBCDF9A4}"/>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BFEEFEF5-1305-7265-18AA-583FC82E2C81}"/>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As the PoX wraps up, technical sellers should take time to reflect. The retrospective is a crucial moment—not just for reporting on outcomes but also for capturing insights that will shape what happens next.</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Begin by highlighting the successes — these are proof points that show the agent worked as intended and delivered value. For example:</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The agent consistently generated weekly sales reports without errors;</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Email notifications to hiring managers were automated and sent on time; or,</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Users completed tasks in less time, freeing up bandwidth for higher-value work.</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These wins help build confidence and support for expanding automation efforts.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At the same time, it’s important to document what didn’t go as smoothly. </a:t>
            </a:r>
            <a:r>
              <a:rPr lang="en-US" dirty="0" err="1"/>
              <a:t>PoXs</a:t>
            </a:r>
            <a:r>
              <a:rPr lang="en-US" dirty="0"/>
              <a:t> are also learning exercises, and recognizing friction points is essential. For example:</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System access was delayed due to unclear API ownership;</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Some users struggled with how to phrase prompts naturally; or,</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The agent didn’t handle ambiguous or open-ended requests well.</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These lessons can help technical sellers avoid the same pitfalls in future phases. Technical sellers should also call out the patterns observed. For example, the agent may have excelled at structured, repetitive tasks like generating reports or sending messages but may have been less effective with nuanced, subjective, or poorly defined requests, which sometimes required users to rephrase. These observations help determine which use cases best suit automation in future phases.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User insights provide some of the most valuable data. Technical sellers should understand the following:</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Did users find the agent intuitive to use?</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Did it actually save them time?</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Were they confident in its responses?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For example, HR users may have appreciated how quickly they could send onboarding emails but noted that the agent didn’t handle follow-up questions well. These qualitative signals will help fine-tune both the user experience and the scope of future use cases.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The retrospective is not just a look back — it’s also a springboard forward. Technical sellers should capture and share answers to:</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What should be scaled?</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What should be refined?</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What new use cases emerged based on user input?</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For example, if report automation worked well, the team might decide to expand into dashboard generation or calendar event coordination. Or, if voice didn’t add value, maybe it should get paused until later.</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Ultimately, the retrospective gives technical sellers clarity—not just on what was delivered but also on how to evolve, expand, and build a roadmap grounded in real experience and user input.</a:t>
            </a:r>
          </a:p>
        </p:txBody>
      </p:sp>
      <p:sp>
        <p:nvSpPr>
          <p:cNvPr id="4" name="Slide Number Placeholder 3">
            <a:extLst>
              <a:ext uri="{FF2B5EF4-FFF2-40B4-BE49-F238E27FC236}">
                <a16:creationId xmlns:a16="http://schemas.microsoft.com/office/drawing/2014/main" id="{D20CE5C4-C90C-C37D-1819-19D3B372F2A5}"/>
              </a:ext>
            </a:extLst>
          </p:cNvPr>
          <p:cNvSpPr>
            <a:spLocks noGrp="1"/>
          </p:cNvSpPr>
          <p:nvPr>
            <p:ph type="sldNum" sz="quarter" idx="5"/>
          </p:nvPr>
        </p:nvSpPr>
        <p:spPr/>
        <p:txBody>
          <a:bodyPr/>
          <a:lstStyle/>
          <a:p>
            <a:fld id="{6E2E38B8-B0B4-AD41-AC6E-B781F46A9FD3}" type="slidenum">
              <a:rPr lang="en-US" smtClean="0"/>
              <a:pPr/>
              <a:t>10</a:t>
            </a:fld>
            <a:endParaRPr lang="en-US" dirty="0"/>
          </a:p>
        </p:txBody>
      </p:sp>
    </p:spTree>
    <p:extLst>
      <p:ext uri="{BB962C8B-B14F-4D97-AF65-F5344CB8AC3E}">
        <p14:creationId xmlns:p14="http://schemas.microsoft.com/office/powerpoint/2010/main" val="2625996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Each of the IBM Client Engineering playbooks serves as a structured resource to ensure consistency, efficiency, and clarity in executing client engagements, including proofs of experience (</a:t>
            </a:r>
            <a:r>
              <a:rPr lang="en-US" dirty="0" err="1"/>
              <a:t>PoXs</a:t>
            </a:r>
            <a:r>
              <a:rPr lang="en-US" dirty="0"/>
              <a:t>). The playbooks are critical enablers for achieving sustained success in a structured and scalable manner. Each playbook is a comprehensive blueprint for all go-to-market audiences, tailored specifically for IBM’s watsonx technologies. It outlines strategies, assets, top technical and business use cases, and best practices throughout the pre-sales cycle, from entry to deployment, for IBM’s watsonx client engagements.</a:t>
            </a:r>
          </a:p>
          <a:p>
            <a:endParaRPr lang="en-US" dirty="0"/>
          </a:p>
          <a:p>
            <a:r>
              <a:rPr lang="en-US" dirty="0"/>
              <a:t>Technical sellers should review the relevant playbook before undertaking a PoX at </a:t>
            </a:r>
            <a:r>
              <a:rPr lang="en-US" dirty="0">
                <a:hlinkClick r:id="rId3"/>
              </a:rPr>
              <a:t>https://ibm.biz/watsonxClientEngineeringPlaybooks</a:t>
            </a:r>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11</a:t>
            </a:fld>
            <a:endParaRPr lang="en-US" dirty="0"/>
          </a:p>
        </p:txBody>
      </p:sp>
    </p:spTree>
    <p:extLst>
      <p:ext uri="{BB962C8B-B14F-4D97-AF65-F5344CB8AC3E}">
        <p14:creationId xmlns:p14="http://schemas.microsoft.com/office/powerpoint/2010/main" val="3964630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1C88-EC28-5CEF-0282-05A19D1B77EF}"/>
            </a:ext>
          </a:extLst>
        </p:cNvPr>
        <p:cNvGrpSpPr/>
        <p:nvPr/>
      </p:nvGrpSpPr>
      <p:grpSpPr>
        <a:xfrm>
          <a:off x="0" y="0"/>
          <a:ext cx="0" cy="0"/>
          <a:chOff x="0" y="0"/>
          <a:chExt cx="0" cy="0"/>
        </a:xfrm>
      </p:grpSpPr>
      <p:sp>
        <p:nvSpPr>
          <p:cNvPr id="830" name="Shape 830">
            <a:extLst>
              <a:ext uri="{FF2B5EF4-FFF2-40B4-BE49-F238E27FC236}">
                <a16:creationId xmlns:a16="http://schemas.microsoft.com/office/drawing/2014/main" id="{5D53B047-1192-2EF3-140C-7B7B44A0E9E8}"/>
              </a:ext>
            </a:extLst>
          </p:cNvPr>
          <p:cNvSpPr>
            <a:spLocks noGrp="1" noRot="1" noChangeAspect="1"/>
          </p:cNvSpPr>
          <p:nvPr>
            <p:ph type="sldImg"/>
          </p:nvPr>
        </p:nvSpPr>
        <p:spPr>
          <a:xfrm>
            <a:off x="217488" y="285750"/>
            <a:ext cx="6421437" cy="3611563"/>
          </a:xfrm>
          <a:prstGeom prst="rect">
            <a:avLst/>
          </a:prstGeom>
        </p:spPr>
        <p:txBody>
          <a:bodyPr/>
          <a:lstStyle/>
          <a:p>
            <a:endParaRPr dirty="0"/>
          </a:p>
        </p:txBody>
      </p:sp>
      <p:sp>
        <p:nvSpPr>
          <p:cNvPr id="831" name="Shape 831">
            <a:extLst>
              <a:ext uri="{FF2B5EF4-FFF2-40B4-BE49-F238E27FC236}">
                <a16:creationId xmlns:a16="http://schemas.microsoft.com/office/drawing/2014/main" id="{D8E99C76-DA44-09DE-6563-0A5BB7E62E1D}"/>
              </a:ext>
            </a:extLst>
          </p:cNvPr>
          <p:cNvSpPr>
            <a:spLocks noGrp="1"/>
          </p:cNvSpPr>
          <p:nvPr>
            <p:ph type="body" sz="quarter" idx="1"/>
          </p:nvPr>
        </p:nvSpPr>
        <p:spPr>
          <a:prstGeom prst="rect">
            <a:avLst/>
          </a:prstGeom>
        </p:spPr>
        <p:txBody>
          <a:bodyPr/>
          <a:lstStyle/>
          <a:p>
            <a:r>
              <a:rPr dirty="0"/>
              <a:t>This slide concludes the presentation. </a:t>
            </a:r>
          </a:p>
        </p:txBody>
      </p:sp>
      <p:sp>
        <p:nvSpPr>
          <p:cNvPr id="2" name="Slide Number Placeholder 6">
            <a:extLst>
              <a:ext uri="{FF2B5EF4-FFF2-40B4-BE49-F238E27FC236}">
                <a16:creationId xmlns:a16="http://schemas.microsoft.com/office/drawing/2014/main" id="{EADAC2C4-ED78-1E90-924B-A6C3BE856754}"/>
              </a:ext>
            </a:extLst>
          </p:cNvPr>
          <p:cNvSpPr>
            <a:spLocks noGrp="1"/>
          </p:cNvSpPr>
          <p:nvPr>
            <p:ph type="sldNum" sz="quarter" idx="5"/>
          </p:nvPr>
        </p:nvSpPr>
        <p:spPr>
          <a:xfrm>
            <a:off x="6300216" y="86288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z="900" smtClean="0">
                <a:solidFill>
                  <a:schemeClr val="tx1"/>
                </a:solidFill>
              </a:rPr>
              <a:pPr/>
              <a:t>12</a:t>
            </a:fld>
            <a:endParaRPr lang="en-US" sz="900" dirty="0">
              <a:solidFill>
                <a:schemeClr val="tx1"/>
              </a:solidFill>
            </a:endParaRPr>
          </a:p>
        </p:txBody>
      </p:sp>
      <p:sp>
        <p:nvSpPr>
          <p:cNvPr id="3" name="Slide Number Placeholder 3">
            <a:extLst>
              <a:ext uri="{FF2B5EF4-FFF2-40B4-BE49-F238E27FC236}">
                <a16:creationId xmlns:a16="http://schemas.microsoft.com/office/drawing/2014/main" id="{A86B940B-C3FF-16BC-723E-5E0E8BAB9813}"/>
              </a:ext>
            </a:extLst>
          </p:cNvPr>
          <p:cNvSpPr txBox="1">
            <a:spLocks/>
          </p:cNvSpPr>
          <p:nvPr/>
        </p:nvSpPr>
        <p:spPr>
          <a:xfrm>
            <a:off x="6300216" y="8705088"/>
            <a:ext cx="338328" cy="228600"/>
          </a:xfrm>
          <a:prstGeom prst="rect">
            <a:avLst/>
          </a:prstGeom>
        </p:spPr>
        <p:txBody>
          <a:bodyPr vert="horz" lIns="0" tIns="0" rIns="0" bIns="0" rtlCol="0" anchor="b"/>
          <a:lstStyle>
            <a:defPPr>
              <a:defRPr lang="en-US"/>
            </a:defPPr>
            <a:lvl1pPr marL="0" algn="r" defTabSz="1829379" rtl="0" eaLnBrk="1" latinLnBrk="0" hangingPunct="1">
              <a:defRPr sz="600" b="0" i="0" kern="120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fld id="{6E2E38B8-B0B4-AD41-AC6E-B781F46A9FD3}" type="slidenum">
              <a:rPr lang="en-US" smtClean="0"/>
              <a:pPr/>
              <a:t>12</a:t>
            </a:fld>
            <a:endParaRPr lang="en-US" dirty="0"/>
          </a:p>
        </p:txBody>
      </p:sp>
    </p:spTree>
    <p:extLst>
      <p:ext uri="{BB962C8B-B14F-4D97-AF65-F5344CB8AC3E}">
        <p14:creationId xmlns:p14="http://schemas.microsoft.com/office/powerpoint/2010/main" val="32554831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1" y="0"/>
            <a:ext cx="24387175" cy="12195175"/>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576000"/>
            <a:ext cx="10101072" cy="7308850"/>
          </a:xfrm>
        </p:spPr>
        <p:txBody>
          <a:bodyPr/>
          <a:lstStyle>
            <a:lvl1pPr>
              <a:lnSpc>
                <a:spcPct val="100000"/>
              </a:lnSpc>
              <a:defRPr sz="84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4196795180"/>
      </p:ext>
    </p:extLst>
  </p:cSld>
  <p:clrMapOvr>
    <a:masterClrMapping/>
  </p:clrMapOvr>
  <p:transition spd="med"/>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IBM Plex Sans Ligh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576000"/>
            <a:ext cx="10101072" cy="7308850"/>
          </a:xfrm>
        </p:spPr>
        <p:txBody>
          <a:bodyPr/>
          <a:lstStyle>
            <a:lvl1pPr>
              <a:lnSpc>
                <a:spcPct val="100000"/>
              </a:lnSpc>
              <a:defRPr sz="84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576000"/>
            <a:ext cx="10101072" cy="10356850"/>
          </a:xfrm>
        </p:spPr>
        <p:txBody>
          <a:bodyPr/>
          <a:lstStyle>
            <a:lvl1pPr>
              <a:lnSpc>
                <a:spcPct val="100000"/>
              </a:lnSpc>
              <a:defRPr sz="84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576000"/>
            <a:ext cx="10101072" cy="10356850"/>
          </a:xfrm>
        </p:spPr>
        <p:txBody>
          <a:bodyPr/>
          <a:lstStyle>
            <a:lvl1pPr>
              <a:lnSpc>
                <a:spcPct val="100000"/>
              </a:lnSpc>
              <a:defRPr sz="84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57600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lnSpc>
                <a:spcPct val="100000"/>
              </a:lnSpc>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US" dirty="0"/>
              <a:t>Click to edit Master title style</a:t>
            </a:r>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576000"/>
            <a:ext cx="4942078" cy="4210050"/>
          </a:xfrm>
        </p:spPr>
        <p:txBody>
          <a:bodyPr/>
          <a:lstStyle>
            <a:lvl1pPr>
              <a:lnSpc>
                <a:spcPct val="100000"/>
              </a:lnSpc>
              <a:defRPr sz="6800">
                <a:solidFill>
                  <a:schemeClr val="tx2"/>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14303940"/>
      </p:ext>
    </p:extLst>
  </p:cSld>
  <p:clrMapOvr>
    <a:masterClrMapping/>
  </p:clrMapOvr>
  <p:transition spd="med"/>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576000"/>
            <a:ext cx="11036491" cy="2663825"/>
          </a:xfrm>
        </p:spPr>
        <p:txBody>
          <a:bodyPr rIns="457200"/>
          <a:lstStyle>
            <a:lvl1pPr>
              <a:lnSpc>
                <a:spcPct val="100000"/>
              </a:lnSpc>
              <a:defRPr sz="8400">
                <a:solidFill>
                  <a:schemeClr val="tx2"/>
                </a:solidFill>
              </a:defRPr>
            </a:lvl1pPr>
          </a:lstStyle>
          <a:p>
            <a:r>
              <a:rPr lang="en-US" dirty="0"/>
              <a:t>Click to edit Master title style</a:t>
            </a:r>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576000"/>
            <a:ext cx="17141825" cy="8832850"/>
          </a:xfrm>
        </p:spPr>
        <p:txBody>
          <a:bodyPr/>
          <a:lstStyle>
            <a:lvl1pPr>
              <a:defRPr sz="16800" b="0" i="0">
                <a:solidFill>
                  <a:schemeClr val="tx2"/>
                </a:solidFill>
                <a:latin typeface="IBM Plex Sans Light" panose="020B0303050203000203" pitchFamily="34" charset="0"/>
              </a:defRPr>
            </a:lvl1pPr>
          </a:lstStyle>
          <a:p>
            <a:r>
              <a:rPr lang="en-US" dirty="0"/>
              <a:t>Click to edit Master title style</a:t>
            </a:r>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576000"/>
            <a:ext cx="9909175" cy="4209670"/>
          </a:xfrm>
        </p:spPr>
        <p:txBody>
          <a:bodyPr/>
          <a:lstStyle>
            <a:lvl1pPr>
              <a:lnSpc>
                <a:spcPct val="100000"/>
              </a:lnSpc>
              <a:defRPr sz="6800">
                <a:solidFill>
                  <a:schemeClr val="tx2"/>
                </a:solidFill>
              </a:defRPr>
            </a:lvl1pPr>
          </a:lstStyle>
          <a:p>
            <a:r>
              <a:rPr lang="en-US" dirty="0"/>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576000"/>
            <a:ext cx="11042073" cy="8778494"/>
          </a:xfrm>
        </p:spPr>
        <p:txBody>
          <a:bodyPr/>
          <a:lstStyle>
            <a:lvl1pPr>
              <a:lnSpc>
                <a:spcPct val="100000"/>
              </a:lnSpc>
              <a:spcBef>
                <a:spcPts val="0"/>
              </a:spcBef>
              <a:defRPr sz="6800">
                <a:solidFill>
                  <a:schemeClr val="tx2"/>
                </a:solidFill>
              </a:defRPr>
            </a:lvl1pPr>
            <a:lvl2pPr marL="327600" indent="-327600">
              <a:lnSpc>
                <a:spcPct val="100000"/>
              </a:lnSpc>
              <a:spcBef>
                <a:spcPts val="0"/>
              </a:spcBef>
              <a:defRPr sz="6800">
                <a:solidFill>
                  <a:schemeClr val="tx2"/>
                </a:solidFill>
              </a:defRPr>
            </a:lvl2pPr>
            <a:lvl3pPr marL="658800" indent="-327600">
              <a:lnSpc>
                <a:spcPct val="100000"/>
              </a:lnSpc>
              <a:spcBef>
                <a:spcPts val="0"/>
              </a:spcBef>
              <a:defRPr sz="6800">
                <a:solidFill>
                  <a:schemeClr val="tx2"/>
                </a:solidFill>
              </a:defRPr>
            </a:lvl3pPr>
            <a:lvl4pPr marL="986400">
              <a:lnSpc>
                <a:spcPct val="100000"/>
              </a:lnSpc>
              <a:spcBef>
                <a:spcPts val="0"/>
              </a:spcBef>
              <a:defRPr sz="6800">
                <a:solidFill>
                  <a:schemeClr val="tx2"/>
                </a:solidFill>
              </a:defRPr>
            </a:lvl4pPr>
            <a:lvl5pPr>
              <a:lnSpc>
                <a:spcPct val="100000"/>
              </a:lnSpc>
              <a:spcBef>
                <a:spcPts val="0"/>
              </a:spcBef>
              <a:defRPr sz="6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576000"/>
            <a:ext cx="14649450" cy="10356265"/>
          </a:xfrm>
        </p:spPr>
        <p:txBody>
          <a:bodyPr/>
          <a:lstStyle>
            <a:lvl1pPr>
              <a:lnSpc>
                <a:spcPct val="100000"/>
              </a:lnSpc>
              <a:defRPr sz="8400"/>
            </a:lvl1pPr>
          </a:lstStyle>
          <a:p>
            <a:pPr lvl="0"/>
            <a:r>
              <a:rPr lang="en-US" dirty="0"/>
              <a:t>Click to edit Master text styles</a:t>
            </a: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6800">
                <a:solidFill>
                  <a:schemeClr val="tx1"/>
                </a:solidFill>
              </a:defRPr>
            </a:lvl1pPr>
            <a:lvl2pPr marL="327600" indent="-327600">
              <a:lnSpc>
                <a:spcPct val="100000"/>
              </a:lnSpc>
              <a:spcBef>
                <a:spcPts val="0"/>
              </a:spcBef>
              <a:defRPr sz="6800">
                <a:solidFill>
                  <a:schemeClr val="tx1"/>
                </a:solidFill>
              </a:defRPr>
            </a:lvl2pPr>
            <a:lvl3pPr marL="658800" indent="-327600">
              <a:lnSpc>
                <a:spcPct val="100000"/>
              </a:lnSpc>
              <a:spcBef>
                <a:spcPts val="0"/>
              </a:spcBef>
              <a:defRPr sz="6800">
                <a:solidFill>
                  <a:schemeClr val="tx1"/>
                </a:solidFill>
              </a:defRPr>
            </a:lvl3pPr>
            <a:lvl4pPr marL="986400" indent="-327600">
              <a:lnSpc>
                <a:spcPct val="100000"/>
              </a:lnSpc>
              <a:spcBef>
                <a:spcPts val="0"/>
              </a:spcBef>
              <a:defRPr sz="68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Ligh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4800" cy="7043928"/>
          </a:xfrm>
        </p:spPr>
        <p:txBody>
          <a:bodyPr/>
          <a:lstStyle>
            <a:lvl1pPr>
              <a:lnSpc>
                <a:spcPct val="100000"/>
              </a:lnSpc>
              <a:spcBef>
                <a:spcPts val="0"/>
              </a:spcBef>
              <a:defRPr sz="6800">
                <a:solidFill>
                  <a:schemeClr val="tx1"/>
                </a:solidFill>
              </a:defRPr>
            </a:lvl1pPr>
            <a:lvl2pPr marL="327600" indent="-327600">
              <a:lnSpc>
                <a:spcPct val="100000"/>
              </a:lnSpc>
              <a:spcBef>
                <a:spcPts val="0"/>
              </a:spcBef>
              <a:defRPr sz="6800">
                <a:solidFill>
                  <a:schemeClr val="tx1"/>
                </a:solidFill>
              </a:defRPr>
            </a:lvl2pPr>
            <a:lvl3pPr marL="658800" indent="-327600">
              <a:lnSpc>
                <a:spcPct val="100000"/>
              </a:lnSpc>
              <a:spcBef>
                <a:spcPts val="0"/>
              </a:spcBef>
              <a:defRPr sz="6800">
                <a:solidFill>
                  <a:schemeClr val="tx1"/>
                </a:solidFill>
              </a:defRPr>
            </a:lvl3pPr>
            <a:lvl4pPr marL="986400" indent="-327600">
              <a:lnSpc>
                <a:spcPct val="100000"/>
              </a:lnSpc>
              <a:spcBef>
                <a:spcPts val="0"/>
              </a:spcBef>
              <a:defRPr sz="68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Ligh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00000"/>
              </a:lnSpc>
              <a:defRPr sz="6800">
                <a:solidFill>
                  <a:schemeClr val="tx2"/>
                </a:solidFill>
              </a:defRPr>
            </a:lvl1pPr>
          </a:lstStyle>
          <a:p>
            <a:r>
              <a:rPr lang="en-US" dirty="0"/>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576000"/>
            <a:ext cx="4951413" cy="1907912"/>
          </a:xfrm>
        </p:spPr>
        <p:txBody>
          <a:bodyPr/>
          <a:lstStyle>
            <a:lvl1pPr>
              <a:lnSpc>
                <a:spcPct val="90000"/>
              </a:lnSpc>
              <a:defRPr sz="132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479413"/>
            <a:ext cx="4951413" cy="9862108"/>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576000"/>
            <a:ext cx="4949825" cy="1906588"/>
          </a:xfrm>
        </p:spPr>
        <p:txBody>
          <a:bodyPr/>
          <a:lstStyle>
            <a:lvl1pPr>
              <a:lnSpc>
                <a:spcPct val="90000"/>
              </a:lnSpc>
              <a:defRPr sz="132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479413"/>
            <a:ext cx="4953000" cy="9862108"/>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576000"/>
            <a:ext cx="4949825" cy="1903413"/>
          </a:xfrm>
        </p:spPr>
        <p:txBody>
          <a:bodyPr/>
          <a:lstStyle>
            <a:lvl1pPr>
              <a:lnSpc>
                <a:spcPct val="90000"/>
              </a:lnSpc>
              <a:defRPr sz="132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7912" y="2479413"/>
            <a:ext cx="4953000" cy="9862108"/>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Light" panose="020B0503050203000203" pitchFamily="34" charset="0"/>
              </a:defRPr>
            </a:lvl1pPr>
            <a:lvl2pPr marL="327600" indent="-327600">
              <a:lnSpc>
                <a:spcPct val="100000"/>
              </a:lnSpc>
              <a:spcBef>
                <a:spcPts val="0"/>
              </a:spcBef>
              <a:defRPr sz="1600" b="0" i="0">
                <a:solidFill>
                  <a:schemeClr val="tx1"/>
                </a:solidFill>
                <a:latin typeface="IBM Plex Sans Light" panose="020B0503050203000203" pitchFamily="34" charset="0"/>
              </a:defRPr>
            </a:lvl2pPr>
            <a:lvl3pPr marL="658800" indent="-327600">
              <a:lnSpc>
                <a:spcPct val="100000"/>
              </a:lnSpc>
              <a:spcBef>
                <a:spcPts val="0"/>
              </a:spcBef>
              <a:defRPr sz="1600" b="0" i="0">
                <a:solidFill>
                  <a:schemeClr val="tx1"/>
                </a:solidFill>
                <a:latin typeface="IBM Plex Sans Light" panose="020B0503050203000203" pitchFamily="34" charset="0"/>
              </a:defRPr>
            </a:lvl3pPr>
            <a:lvl4pPr marL="986400" indent="-327600">
              <a:lnSpc>
                <a:spcPct val="100000"/>
              </a:lnSpc>
              <a:spcBef>
                <a:spcPts val="0"/>
              </a:spcBef>
              <a:defRPr sz="1600" b="0" i="0">
                <a:solidFill>
                  <a:schemeClr val="tx1"/>
                </a:solidFill>
                <a:latin typeface="IBM Plex Sans Light" panose="020B0503050203000203" pitchFamily="34" charset="0"/>
              </a:defRPr>
            </a:lvl4pPr>
            <a:lvl5pPr>
              <a:lnSpc>
                <a:spcPct val="120000"/>
              </a:lnSpc>
              <a:spcBef>
                <a:spcPts val="0"/>
              </a:spcBef>
              <a:defRPr sz="16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200" y="7446910"/>
            <a:ext cx="11045952" cy="5701586"/>
          </a:xfrm>
        </p:spPr>
        <p:txBody>
          <a:bodyPr/>
          <a:lstStyle>
            <a:lvl1pPr>
              <a:lnSpc>
                <a:spcPct val="100000"/>
              </a:lnSpc>
              <a:spcBef>
                <a:spcPts val="0"/>
              </a:spcBef>
              <a:defRPr sz="8400">
                <a:solidFill>
                  <a:schemeClr val="tx1"/>
                </a:solidFill>
              </a:defRPr>
            </a:lvl1pPr>
            <a:lvl2pPr marL="327600" indent="-327600">
              <a:lnSpc>
                <a:spcPct val="100000"/>
              </a:lnSpc>
              <a:spcBef>
                <a:spcPts val="0"/>
              </a:spcBef>
              <a:defRPr sz="8400">
                <a:solidFill>
                  <a:schemeClr val="tx1"/>
                </a:solidFill>
              </a:defRPr>
            </a:lvl2pPr>
            <a:lvl3pPr marL="658800" indent="-327600">
              <a:lnSpc>
                <a:spcPct val="100000"/>
              </a:lnSpc>
              <a:spcBef>
                <a:spcPts val="0"/>
              </a:spcBef>
              <a:defRPr sz="8400">
                <a:solidFill>
                  <a:schemeClr val="tx1"/>
                </a:solidFill>
              </a:defRPr>
            </a:lvl3pPr>
            <a:lvl4pPr marL="986400" indent="-327600">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576000"/>
            <a:ext cx="4949825" cy="5335586"/>
          </a:xfrm>
        </p:spPr>
        <p:txBody>
          <a:bodyPr/>
          <a:lstStyle>
            <a:lvl1pPr>
              <a:lnSpc>
                <a:spcPct val="100000"/>
              </a:lnSpc>
              <a:defRPr sz="84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576000"/>
            <a:ext cx="11049000" cy="5335587"/>
          </a:xfrm>
        </p:spPr>
        <p:txBody>
          <a:bodyPr/>
          <a:lstStyle>
            <a:lvl1pPr>
              <a:lnSpc>
                <a:spcPct val="100000"/>
              </a:lnSpc>
              <a:spcBef>
                <a:spcPts val="0"/>
              </a:spcBef>
              <a:defRPr sz="8400">
                <a:solidFill>
                  <a:schemeClr val="tx1"/>
                </a:solidFill>
              </a:defRPr>
            </a:lvl1pPr>
            <a:lvl2pPr marL="327600" indent="-327600">
              <a:lnSpc>
                <a:spcPct val="100000"/>
              </a:lnSpc>
              <a:spcBef>
                <a:spcPts val="0"/>
              </a:spcBef>
              <a:defRPr sz="8400">
                <a:solidFill>
                  <a:schemeClr val="tx1"/>
                </a:solidFill>
              </a:defRPr>
            </a:lvl2pPr>
            <a:lvl3pPr marL="658800" indent="-327600">
              <a:lnSpc>
                <a:spcPct val="100000"/>
              </a:lnSpc>
              <a:spcBef>
                <a:spcPts val="0"/>
              </a:spcBef>
              <a:defRPr sz="8400">
                <a:solidFill>
                  <a:schemeClr val="tx1"/>
                </a:solidFill>
              </a:defRPr>
            </a:lvl3pPr>
            <a:lvl4pPr marL="986400" indent="-327600">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6262" y="6858000"/>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7445833"/>
            <a:ext cx="4946904" cy="570158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00000"/>
              </a:lnSpc>
              <a:defRPr sz="6800">
                <a:solidFill>
                  <a:schemeClr val="tx2"/>
                </a:solidFill>
              </a:defRPr>
            </a:lvl1pPr>
          </a:lstStyle>
          <a:p>
            <a:r>
              <a:rPr lang="en-US" dirty="0"/>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576000"/>
            <a:ext cx="4951413" cy="2859087"/>
          </a:xfrm>
        </p:spPr>
        <p:txBody>
          <a:bodyPr/>
          <a:lstStyle>
            <a:lvl1pPr>
              <a:lnSpc>
                <a:spcPct val="90000"/>
              </a:lnSpc>
              <a:defRPr sz="132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00"/>
            <a:ext cx="7620000" cy="2859087"/>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5126400"/>
            <a:ext cx="4951413" cy="2857506"/>
          </a:xfrm>
        </p:spPr>
        <p:txBody>
          <a:bodyPr/>
          <a:lstStyle>
            <a:lvl1pPr>
              <a:lnSpc>
                <a:spcPct val="90000"/>
              </a:lnSpc>
              <a:defRPr sz="132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669600"/>
            <a:ext cx="4951411" cy="2668530"/>
          </a:xfrm>
        </p:spPr>
        <p:txBody>
          <a:bodyPr/>
          <a:lstStyle>
            <a:lvl1pPr>
              <a:lnSpc>
                <a:spcPct val="90000"/>
              </a:lnSpc>
              <a:defRPr sz="132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Light" panose="020B0503050203000203" pitchFamily="34" charset="0"/>
              </a:defRPr>
            </a:lvl1pPr>
            <a:lvl2pPr>
              <a:lnSpc>
                <a:spcPct val="100000"/>
              </a:lnSpc>
              <a:spcBef>
                <a:spcPts val="0"/>
              </a:spcBef>
              <a:defRPr sz="1600" b="0" i="0">
                <a:solidFill>
                  <a:schemeClr val="tx1"/>
                </a:solidFill>
                <a:latin typeface="IBM Plex Sans Light" panose="020B0503050203000203" pitchFamily="34" charset="0"/>
              </a:defRPr>
            </a:lvl2pPr>
            <a:lvl3pPr>
              <a:lnSpc>
                <a:spcPct val="100000"/>
              </a:lnSpc>
              <a:spcBef>
                <a:spcPts val="0"/>
              </a:spcBef>
              <a:defRPr sz="1600" b="0" i="0">
                <a:solidFill>
                  <a:schemeClr val="tx1"/>
                </a:solidFill>
                <a:latin typeface="IBM Plex Sans Light" panose="020B0503050203000203" pitchFamily="34" charset="0"/>
              </a:defRPr>
            </a:lvl3pPr>
            <a:lvl4pPr>
              <a:lnSpc>
                <a:spcPct val="100000"/>
              </a:lnSpc>
              <a:spcBef>
                <a:spcPts val="0"/>
              </a:spcBef>
              <a:defRPr sz="1600" b="0" i="0">
                <a:solidFill>
                  <a:schemeClr val="tx1"/>
                </a:solidFill>
                <a:latin typeface="IBM Plex Sans Light" panose="020B0503050203000203" pitchFamily="34" charset="0"/>
              </a:defRPr>
            </a:lvl4pPr>
            <a:lvl5pPr>
              <a:lnSpc>
                <a:spcPct val="120000"/>
              </a:lnSpc>
              <a:spcBef>
                <a:spcPts val="0"/>
              </a:spcBef>
              <a:defRPr sz="1600" b="0" i="0">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00000"/>
              </a:lnSpc>
              <a:defRPr sz="6800">
                <a:solidFill>
                  <a:schemeClr val="tx2"/>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Light" panose="020B0503050203000203" pitchFamily="34" charset="0"/>
              </a:defRPr>
            </a:lvl1pPr>
            <a:lvl2pPr marL="182880" indent="-182880">
              <a:lnSpc>
                <a:spcPct val="110000"/>
              </a:lnSpc>
              <a:spcBef>
                <a:spcPts val="0"/>
              </a:spcBef>
              <a:defRPr sz="2000" b="0" i="0">
                <a:solidFill>
                  <a:schemeClr val="tx1"/>
                </a:solidFill>
                <a:latin typeface="IBM Plex Sans Light" panose="020B0503050203000203" pitchFamily="34" charset="0"/>
              </a:defRPr>
            </a:lvl2pPr>
            <a:lvl3pPr marL="365760" indent="-182880">
              <a:lnSpc>
                <a:spcPct val="110000"/>
              </a:lnSpc>
              <a:spcBef>
                <a:spcPts val="0"/>
              </a:spcBef>
              <a:defRPr sz="2000" b="0" i="0">
                <a:solidFill>
                  <a:schemeClr val="tx1"/>
                </a:solidFill>
                <a:latin typeface="IBM Plex Sans Light" panose="020B0503050203000203" pitchFamily="34" charset="0"/>
              </a:defRPr>
            </a:lvl3pPr>
            <a:lvl4pPr marL="548640" indent="-182880">
              <a:lnSpc>
                <a:spcPct val="110000"/>
              </a:lnSpc>
              <a:spcBef>
                <a:spcPts val="0"/>
              </a:spcBef>
              <a:defRPr sz="2000" b="0" i="0">
                <a:solidFill>
                  <a:schemeClr val="tx1"/>
                </a:solidFill>
                <a:latin typeface="IBM Plex Sans Light" panose="020B0503050203000203" pitchFamily="34" charset="0"/>
              </a:defRPr>
            </a:lvl4pPr>
            <a:lvl5pPr>
              <a:lnSpc>
                <a:spcPct val="110000"/>
              </a:lnSpc>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4825"/>
            <a:ext cx="4951413" cy="9159876"/>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4824"/>
            <a:ext cx="4953000" cy="9159876"/>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4823"/>
            <a:ext cx="4959350" cy="9159876"/>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00000"/>
              </a:lnSpc>
              <a:defRPr sz="2800">
                <a:solidFill>
                  <a:schemeClr val="tx2"/>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6800">
                <a:solidFill>
                  <a:schemeClr val="tx1"/>
                </a:solidFill>
              </a:defRPr>
            </a:lvl1pPr>
          </a:lstStyle>
          <a:p>
            <a:pPr lvl="0"/>
            <a:r>
              <a:rPr lang="en-US" dirty="0"/>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00"/>
            <a:ext cx="4942078" cy="3117978"/>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576000"/>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dirty="0"/>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3600" b="0" i="0">
                <a:solidFill>
                  <a:schemeClr val="tx1"/>
                </a:solidFill>
                <a:latin typeface="IBM Plex Sans Light" panose="020B0403050203000203" pitchFamily="34" charset="0"/>
              </a:defRPr>
            </a:lvl1pPr>
            <a:lvl2pPr marL="327600" indent="-327600">
              <a:spcBef>
                <a:spcPts val="0"/>
              </a:spcBef>
              <a:defRPr sz="3600" b="0" i="0">
                <a:solidFill>
                  <a:schemeClr val="tx1"/>
                </a:solidFill>
                <a:latin typeface="IBM Plex Sans Light" panose="020B0403050203000203" pitchFamily="34" charset="0"/>
              </a:defRPr>
            </a:lvl2pPr>
            <a:lvl3pPr marL="658800" indent="-327600">
              <a:spcBef>
                <a:spcPts val="0"/>
              </a:spcBef>
              <a:defRPr sz="3600" b="0" i="0">
                <a:solidFill>
                  <a:schemeClr val="tx1"/>
                </a:solidFill>
                <a:latin typeface="IBM Plex Sans Light" panose="020B0403050203000203" pitchFamily="34" charset="0"/>
              </a:defRPr>
            </a:lvl3pPr>
            <a:lvl4pPr marL="986400" indent="-327600">
              <a:spcBef>
                <a:spcPts val="0"/>
              </a:spcBef>
              <a:defRPr sz="36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3600" b="0" i="0">
                <a:solidFill>
                  <a:schemeClr val="tx1"/>
                </a:solidFill>
                <a:latin typeface="IBM Plex Sans Light" panose="020B0403050203000203" pitchFamily="34" charset="0"/>
              </a:defRPr>
            </a:lvl1pPr>
            <a:lvl2pPr marL="327600" indent="-327600">
              <a:spcBef>
                <a:spcPts val="0"/>
              </a:spcBef>
              <a:defRPr sz="3600" b="0" i="0">
                <a:solidFill>
                  <a:schemeClr val="tx1"/>
                </a:solidFill>
                <a:latin typeface="IBM Plex Sans Light" panose="020B0403050203000203" pitchFamily="34" charset="0"/>
              </a:defRPr>
            </a:lvl2pPr>
            <a:lvl3pPr marL="658800" indent="-327600">
              <a:spcBef>
                <a:spcPts val="0"/>
              </a:spcBef>
              <a:defRPr sz="3600" b="0" i="0">
                <a:solidFill>
                  <a:schemeClr val="tx1"/>
                </a:solidFill>
                <a:latin typeface="IBM Plex Sans Light" panose="020B0403050203000203" pitchFamily="34" charset="0"/>
              </a:defRPr>
            </a:lvl3pPr>
            <a:lvl4pPr marL="986400" indent="-327600">
              <a:spcBef>
                <a:spcPts val="0"/>
              </a:spcBef>
              <a:defRPr sz="36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00000"/>
              </a:lnSpc>
              <a:defRPr sz="6800">
                <a:solidFill>
                  <a:schemeClr val="tx2"/>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00"/>
            <a:ext cx="11036491" cy="4210177"/>
          </a:xfrm>
        </p:spPr>
        <p:txBody>
          <a:bodyPr rIns="457200"/>
          <a:lstStyle>
            <a:lvl1pPr>
              <a:lnSpc>
                <a:spcPct val="100000"/>
              </a:lnSpc>
              <a:defRPr sz="6800">
                <a:solidFill>
                  <a:schemeClr val="tx2"/>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00000"/>
              </a:lnSpc>
              <a:defRPr sz="4200">
                <a:solidFill>
                  <a:schemeClr val="tx2"/>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00"/>
            <a:ext cx="11039476" cy="4210176"/>
          </a:xfrm>
        </p:spPr>
        <p:txBody>
          <a:bodyPr rIns="457200"/>
          <a:lstStyle>
            <a:lvl1pPr>
              <a:lnSpc>
                <a:spcPct val="100000"/>
              </a:lnSpc>
              <a:defRPr sz="6800">
                <a:solidFill>
                  <a:schemeClr val="tx2"/>
                </a:solidFill>
              </a:defRPr>
            </a:lvl1pPr>
          </a:lstStyle>
          <a:p>
            <a:r>
              <a:rPr lang="en-US" dirty="0"/>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3600" b="0" i="0">
                <a:solidFill>
                  <a:schemeClr val="tx1"/>
                </a:solidFill>
                <a:latin typeface="IBM Plex Sans Light" panose="020B0503050203000203" pitchFamily="34" charset="0"/>
              </a:defRPr>
            </a:lvl1pPr>
            <a:lvl2pPr marL="327600" indent="-327600">
              <a:lnSpc>
                <a:spcPct val="100000"/>
              </a:lnSpc>
              <a:spcBef>
                <a:spcPts val="0"/>
              </a:spcBef>
              <a:defRPr sz="3600" b="0" i="0">
                <a:solidFill>
                  <a:schemeClr val="tx1"/>
                </a:solidFill>
                <a:latin typeface="IBM Plex Sans Light" panose="020B0503050203000203" pitchFamily="34" charset="0"/>
              </a:defRPr>
            </a:lvl2pPr>
            <a:lvl3pPr marL="658800" indent="-327600">
              <a:lnSpc>
                <a:spcPct val="100000"/>
              </a:lnSpc>
              <a:spcBef>
                <a:spcPts val="0"/>
              </a:spcBef>
              <a:defRPr sz="3600" b="0" i="0">
                <a:solidFill>
                  <a:schemeClr val="tx1"/>
                </a:solidFill>
                <a:latin typeface="IBM Plex Sans Light" panose="020B0503050203000203" pitchFamily="34" charset="0"/>
              </a:defRPr>
            </a:lvl3pPr>
            <a:lvl4pPr marL="986400" indent="-327600">
              <a:lnSpc>
                <a:spcPct val="100000"/>
              </a:lnSpc>
              <a:spcBef>
                <a:spcPts val="0"/>
              </a:spcBef>
              <a:defRPr sz="3600" b="0" i="0">
                <a:solidFill>
                  <a:schemeClr val="tx1"/>
                </a:solidFill>
                <a:latin typeface="IBM Plex Sans Light" panose="020B0503050203000203" pitchFamily="34" charset="0"/>
              </a:defRPr>
            </a:lvl4pPr>
            <a:lvl5pPr>
              <a:lnSpc>
                <a:spcPct val="110000"/>
              </a:lnSpc>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8"/>
            <a:ext cx="4953000" cy="9153525"/>
          </a:xfrm>
        </p:spPr>
        <p:txBody>
          <a:bodyPr/>
          <a:lstStyle>
            <a:lvl1pPr>
              <a:lnSpc>
                <a:spcPct val="110000"/>
              </a:lnSpc>
              <a:spcBef>
                <a:spcPts val="0"/>
              </a:spcBef>
              <a:defRPr sz="3600" b="0" i="0">
                <a:solidFill>
                  <a:schemeClr val="tx1"/>
                </a:solidFill>
                <a:latin typeface="IBM Plex Sans Light" panose="020B0503050203000203" pitchFamily="34" charset="0"/>
              </a:defRPr>
            </a:lvl1pPr>
            <a:lvl2pPr marL="327600" indent="-327600">
              <a:lnSpc>
                <a:spcPct val="100000"/>
              </a:lnSpc>
              <a:spcBef>
                <a:spcPts val="0"/>
              </a:spcBef>
              <a:defRPr sz="3600" b="0" i="0">
                <a:solidFill>
                  <a:schemeClr val="tx1"/>
                </a:solidFill>
                <a:latin typeface="IBM Plex Sans Light" panose="020B0503050203000203" pitchFamily="34" charset="0"/>
              </a:defRPr>
            </a:lvl2pPr>
            <a:lvl3pPr marL="658800" indent="-327600">
              <a:lnSpc>
                <a:spcPct val="100000"/>
              </a:lnSpc>
              <a:spcBef>
                <a:spcPts val="0"/>
              </a:spcBef>
              <a:defRPr sz="3600" b="0" i="0">
                <a:solidFill>
                  <a:schemeClr val="tx1"/>
                </a:solidFill>
                <a:latin typeface="IBM Plex Sans Light" panose="020B0503050203000203" pitchFamily="34" charset="0"/>
              </a:defRPr>
            </a:lvl3pPr>
            <a:lvl4pPr marL="986400" indent="-327600">
              <a:lnSpc>
                <a:spcPct val="100000"/>
              </a:lnSpc>
              <a:spcBef>
                <a:spcPts val="0"/>
              </a:spcBef>
              <a:defRPr sz="3600" b="0" i="0">
                <a:solidFill>
                  <a:schemeClr val="tx1"/>
                </a:solidFill>
                <a:latin typeface="IBM Plex Sans Light" panose="020B0503050203000203" pitchFamily="34" charset="0"/>
              </a:defRPr>
            </a:lvl4pPr>
            <a:lvl5pPr>
              <a:lnSpc>
                <a:spcPct val="110000"/>
              </a:lnSpc>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00000"/>
              </a:lnSpc>
              <a:defRPr sz="4200">
                <a:solidFill>
                  <a:schemeClr val="tx2"/>
                </a:solidFill>
              </a:defRPr>
            </a:lvl1pPr>
          </a:lstStyle>
          <a:p>
            <a:r>
              <a:rPr lang="en-US" dirty="0"/>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400" b="0" i="0">
                <a:solidFill>
                  <a:schemeClr val="tx1"/>
                </a:solidFill>
                <a:latin typeface="IBM Plex Sans Light" panose="020B0503050203000203" pitchFamily="34" charset="0"/>
              </a:defRPr>
            </a:lvl1pPr>
            <a:lvl2pPr marL="327600" indent="-327600">
              <a:lnSpc>
                <a:spcPct val="100000"/>
              </a:lnSpc>
              <a:spcBef>
                <a:spcPts val="0"/>
              </a:spcBef>
              <a:defRPr sz="2400" b="0" i="0">
                <a:solidFill>
                  <a:schemeClr val="tx1"/>
                </a:solidFill>
                <a:latin typeface="IBM Plex Sans Light" panose="020B0503050203000203" pitchFamily="34" charset="0"/>
              </a:defRPr>
            </a:lvl2pPr>
            <a:lvl3pPr marL="658800" indent="-327600">
              <a:lnSpc>
                <a:spcPct val="100000"/>
              </a:lnSpc>
              <a:spcBef>
                <a:spcPts val="0"/>
              </a:spcBef>
              <a:defRPr sz="2400" b="0" i="0">
                <a:solidFill>
                  <a:schemeClr val="tx1"/>
                </a:solidFill>
                <a:latin typeface="IBM Plex Sans Light" panose="020B0503050203000203" pitchFamily="34" charset="0"/>
              </a:defRPr>
            </a:lvl3pPr>
            <a:lvl4pPr marL="986400" indent="-327600">
              <a:lnSpc>
                <a:spcPct val="100000"/>
              </a:lnSpc>
              <a:spcBef>
                <a:spcPts val="0"/>
              </a:spcBef>
              <a:defRPr sz="2400" b="0" i="0">
                <a:solidFill>
                  <a:schemeClr val="tx1"/>
                </a:solidFill>
                <a:latin typeface="IBM Plex Sans Light" panose="020B0503050203000203" pitchFamily="34" charset="0"/>
              </a:defRPr>
            </a:lvl4pPr>
            <a:lvl5pPr>
              <a:lnSpc>
                <a:spcPct val="110000"/>
              </a:lnSpc>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400" b="0" i="0">
                <a:solidFill>
                  <a:schemeClr val="tx1"/>
                </a:solidFill>
                <a:latin typeface="IBM Plex Sans Light" panose="020B0503050203000203" pitchFamily="34" charset="0"/>
              </a:defRPr>
            </a:lvl1pPr>
            <a:lvl2pPr marL="327600" indent="-327600">
              <a:lnSpc>
                <a:spcPct val="100000"/>
              </a:lnSpc>
              <a:spcBef>
                <a:spcPts val="0"/>
              </a:spcBef>
              <a:defRPr sz="2400" b="0" i="0">
                <a:solidFill>
                  <a:schemeClr val="tx1"/>
                </a:solidFill>
                <a:latin typeface="IBM Plex Sans Light" panose="020B0503050203000203" pitchFamily="34" charset="0"/>
              </a:defRPr>
            </a:lvl2pPr>
            <a:lvl3pPr marL="658800" indent="-327600">
              <a:lnSpc>
                <a:spcPct val="100000"/>
              </a:lnSpc>
              <a:spcBef>
                <a:spcPts val="0"/>
              </a:spcBef>
              <a:defRPr sz="2400" b="0" i="0">
                <a:solidFill>
                  <a:schemeClr val="tx1"/>
                </a:solidFill>
                <a:latin typeface="IBM Plex Sans Light" panose="020B0503050203000203" pitchFamily="34" charset="0"/>
              </a:defRPr>
            </a:lvl3pPr>
            <a:lvl4pPr marL="986400" indent="-327600">
              <a:lnSpc>
                <a:spcPct val="100000"/>
              </a:lnSpc>
              <a:spcBef>
                <a:spcPts val="0"/>
              </a:spcBef>
              <a:defRPr sz="2400" b="0" i="0">
                <a:solidFill>
                  <a:schemeClr val="tx1"/>
                </a:solidFill>
                <a:latin typeface="IBM Plex Sans Light" panose="020B0503050203000203" pitchFamily="34" charset="0"/>
              </a:defRPr>
            </a:lvl4pPr>
            <a:lvl5pPr>
              <a:lnSpc>
                <a:spcPct val="110000"/>
              </a:lnSpc>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00"/>
            <a:ext cx="4949825" cy="4210177"/>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576000"/>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dirty="0"/>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3600" b="0" i="0">
                <a:solidFill>
                  <a:schemeClr val="tx1"/>
                </a:solidFill>
                <a:latin typeface="IBM Plex Sans Light" panose="020B0403050203000203" pitchFamily="34" charset="0"/>
              </a:defRPr>
            </a:lvl1pPr>
            <a:lvl2pPr marL="327600" indent="-327600">
              <a:spcBef>
                <a:spcPts val="0"/>
              </a:spcBef>
              <a:defRPr sz="3600" b="0" i="0">
                <a:solidFill>
                  <a:schemeClr val="tx1"/>
                </a:solidFill>
                <a:latin typeface="IBM Plex Sans Light" panose="020B0403050203000203" pitchFamily="34" charset="0"/>
              </a:defRPr>
            </a:lvl2pPr>
            <a:lvl3pPr marL="658800" indent="-327600">
              <a:spcBef>
                <a:spcPts val="0"/>
              </a:spcBef>
              <a:defRPr sz="3600" b="0" i="0">
                <a:solidFill>
                  <a:schemeClr val="tx1"/>
                </a:solidFill>
                <a:latin typeface="IBM Plex Sans Light" panose="020B0403050203000203" pitchFamily="34" charset="0"/>
              </a:defRPr>
            </a:lvl3pPr>
            <a:lvl4pPr marL="986400" indent="-327600">
              <a:spcBef>
                <a:spcPts val="0"/>
              </a:spcBef>
              <a:defRPr sz="36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400" b="0" i="0">
                <a:solidFill>
                  <a:schemeClr val="tx1"/>
                </a:solidFill>
                <a:latin typeface="IBM Plex Sans Light" panose="020B0503050203000203" pitchFamily="34" charset="0"/>
              </a:defRPr>
            </a:lvl1pPr>
            <a:lvl2pPr marL="327600" indent="-327600">
              <a:spcBef>
                <a:spcPts val="0"/>
              </a:spcBef>
              <a:defRPr sz="2400" b="0" i="0">
                <a:solidFill>
                  <a:schemeClr val="tx1"/>
                </a:solidFill>
                <a:latin typeface="IBM Plex Sans Light" panose="020B0503050203000203" pitchFamily="34" charset="0"/>
              </a:defRPr>
            </a:lvl2pPr>
            <a:lvl3pPr marL="658800" indent="-327600">
              <a:spcBef>
                <a:spcPts val="0"/>
              </a:spcBef>
              <a:defRPr sz="2400" b="0" i="0">
                <a:solidFill>
                  <a:schemeClr val="tx1"/>
                </a:solidFill>
                <a:latin typeface="IBM Plex Sans Light" panose="020B0503050203000203" pitchFamily="34" charset="0"/>
              </a:defRPr>
            </a:lvl3pPr>
            <a:lvl4pPr marL="986400" indent="-327600">
              <a:spcBef>
                <a:spcPts val="0"/>
              </a:spcBef>
              <a:defRPr sz="24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400" b="0" i="0">
                <a:solidFill>
                  <a:schemeClr val="tx1"/>
                </a:solidFill>
                <a:latin typeface="IBM Plex Sans Light" panose="020B0503050203000203" pitchFamily="34" charset="0"/>
              </a:defRPr>
            </a:lvl1pPr>
            <a:lvl2pPr marL="327600" indent="-327600">
              <a:spcBef>
                <a:spcPts val="0"/>
              </a:spcBef>
              <a:defRPr sz="2400" b="0" i="0">
                <a:solidFill>
                  <a:schemeClr val="tx1"/>
                </a:solidFill>
                <a:latin typeface="IBM Plex Sans Light" panose="020B0503050203000203" pitchFamily="34" charset="0"/>
              </a:defRPr>
            </a:lvl2pPr>
            <a:lvl3pPr marL="658800" indent="-327600">
              <a:spcBef>
                <a:spcPts val="0"/>
              </a:spcBef>
              <a:defRPr sz="2400" b="0" i="0">
                <a:solidFill>
                  <a:schemeClr val="tx1"/>
                </a:solidFill>
                <a:latin typeface="IBM Plex Sans Light" panose="020B0503050203000203" pitchFamily="34" charset="0"/>
              </a:defRPr>
            </a:lvl3pPr>
            <a:lvl4pPr marL="986400" indent="-327600">
              <a:spcBef>
                <a:spcPts val="0"/>
              </a:spcBef>
              <a:defRPr sz="24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0800"/>
            <a:ext cx="6670676" cy="3048000"/>
          </a:xfrm>
        </p:spPr>
        <p:txBody>
          <a:bodyPr/>
          <a:lstStyle>
            <a:lvl1pPr>
              <a:lnSpc>
                <a:spcPct val="10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lnSpc>
                <a:spcPct val="100000"/>
              </a:lnSpc>
              <a:defRPr sz="2800">
                <a:solidFill>
                  <a:schemeClr val="tx2"/>
                </a:solidFill>
              </a:defRPr>
            </a:lvl1pPr>
          </a:lstStyle>
          <a:p>
            <a:pPr lvl="0"/>
            <a:r>
              <a:rPr lang="en-US" dirty="0"/>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00000"/>
              </a:lnSpc>
              <a:defRPr sz="4200">
                <a:solidFill>
                  <a:schemeClr val="tx2"/>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lnSpc>
                <a:spcPct val="100000"/>
              </a:lnSpc>
              <a:defRPr sz="2800">
                <a:solidFill>
                  <a:schemeClr val="tx2"/>
                </a:solidFill>
              </a:defRPr>
            </a:lvl1pPr>
          </a:lstStyle>
          <a:p>
            <a:pPr lvl="0"/>
            <a:r>
              <a:rPr lang="en-US" dirty="0"/>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00000"/>
              </a:lnSpc>
              <a:defRPr sz="68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3092975277"/>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lnSpc>
                <a:spcPct val="100000"/>
              </a:lnSpc>
              <a:defRPr sz="4200">
                <a:solidFill>
                  <a:schemeClr val="tx2"/>
                </a:solidFill>
              </a:defRPr>
            </a:lvl1pPr>
          </a:lstStyle>
          <a:p>
            <a:pPr lvl="0"/>
            <a:r>
              <a:rPr lang="en-US" dirty="0"/>
              <a:t>Click to edit Master text styles</a:t>
            </a: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576000"/>
            <a:ext cx="11036994" cy="4210177"/>
          </a:xfrm>
        </p:spPr>
        <p:txBody>
          <a:bodyPr rIns="457200"/>
          <a:lstStyle>
            <a:lvl1pPr>
              <a:lnSpc>
                <a:spcPct val="100000"/>
              </a:lnSpc>
              <a:defRPr sz="6800">
                <a:solidFill>
                  <a:schemeClr val="tx2"/>
                </a:solidFill>
              </a:defRPr>
            </a:lvl1pPr>
          </a:lstStyle>
          <a:p>
            <a:r>
              <a:rPr lang="en-US" dirty="0"/>
              <a:t>Click to edit Master title style</a:t>
            </a:r>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00000"/>
              </a:lnSpc>
              <a:defRPr sz="6800">
                <a:solidFill>
                  <a:schemeClr val="tx2"/>
                </a:solidFill>
              </a:defRPr>
            </a:lvl1pPr>
          </a:lstStyle>
          <a:p>
            <a:r>
              <a:rPr lang="en-US" dirty="0"/>
              <a:t>Click to edit Master title style</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3600" b="0" i="0">
                <a:solidFill>
                  <a:schemeClr val="tx1"/>
                </a:solidFill>
                <a:latin typeface="IBM Plex Sans Light"/>
              </a:defRPr>
            </a:lvl1pPr>
            <a:lvl2pPr marL="327600" indent="-327600">
              <a:lnSpc>
                <a:spcPct val="100000"/>
              </a:lnSpc>
              <a:spcBef>
                <a:spcPts val="0"/>
              </a:spcBef>
              <a:defRPr sz="3600" b="0" i="0">
                <a:solidFill>
                  <a:schemeClr val="tx1"/>
                </a:solidFill>
                <a:latin typeface="IBM Plex Sans Light"/>
              </a:defRPr>
            </a:lvl2pPr>
            <a:lvl3pPr marL="658800" indent="-327600">
              <a:lnSpc>
                <a:spcPct val="100000"/>
              </a:lnSpc>
              <a:spcBef>
                <a:spcPts val="0"/>
              </a:spcBef>
              <a:defRPr sz="3600" b="0" i="0">
                <a:solidFill>
                  <a:schemeClr val="tx1"/>
                </a:solidFill>
                <a:latin typeface="IBM Plex Sans Light"/>
              </a:defRPr>
            </a:lvl3pPr>
            <a:lvl4pPr marL="986400" indent="-327600">
              <a:lnSpc>
                <a:spcPct val="100000"/>
              </a:lnSpc>
              <a:spcBef>
                <a:spcPts val="0"/>
              </a:spcBef>
              <a:defRPr sz="3600" b="0" i="0">
                <a:solidFill>
                  <a:schemeClr val="tx1"/>
                </a:solidFill>
                <a:latin typeface="IBM Plex Sans Light"/>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3600" b="0" i="0">
                <a:solidFill>
                  <a:schemeClr val="tx1"/>
                </a:solidFill>
                <a:latin typeface="IBM Plex Sans Light"/>
              </a:defRPr>
            </a:lvl1pPr>
            <a:lvl2pPr marL="256032" indent="-256032">
              <a:lnSpc>
                <a:spcPct val="110000"/>
              </a:lnSpc>
              <a:spcBef>
                <a:spcPts val="0"/>
              </a:spcBef>
              <a:defRPr sz="3600" b="0" i="0">
                <a:solidFill>
                  <a:schemeClr val="tx1"/>
                </a:solidFill>
                <a:latin typeface="IBM Plex Sans Light"/>
              </a:defRPr>
            </a:lvl2pPr>
            <a:lvl3pPr marL="512064" indent="-256032">
              <a:lnSpc>
                <a:spcPct val="110000"/>
              </a:lnSpc>
              <a:spcBef>
                <a:spcPts val="0"/>
              </a:spcBef>
              <a:defRPr sz="3600" b="0" i="0">
                <a:solidFill>
                  <a:schemeClr val="tx1"/>
                </a:solidFill>
                <a:latin typeface="IBM Plex Sans Light"/>
              </a:defRPr>
            </a:lvl3pPr>
            <a:lvl4pPr marL="768096" indent="-256032">
              <a:lnSpc>
                <a:spcPct val="110000"/>
              </a:lnSpc>
              <a:spcBef>
                <a:spcPts val="0"/>
              </a:spcBef>
              <a:defRPr sz="3600" b="0" i="0">
                <a:solidFill>
                  <a:schemeClr val="tx1"/>
                </a:solidFill>
                <a:latin typeface="IBM Plex Sans Light"/>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3600" b="0" i="0">
                <a:solidFill>
                  <a:schemeClr val="tx1"/>
                </a:solidFill>
                <a:latin typeface="IBM Plex Sans Light"/>
              </a:defRPr>
            </a:lvl1pPr>
            <a:lvl2pPr marL="256032" indent="-256032">
              <a:lnSpc>
                <a:spcPct val="110000"/>
              </a:lnSpc>
              <a:spcBef>
                <a:spcPts val="0"/>
              </a:spcBef>
              <a:defRPr sz="3600" b="0" i="0">
                <a:solidFill>
                  <a:schemeClr val="tx1"/>
                </a:solidFill>
                <a:latin typeface="IBM Plex Sans Light"/>
              </a:defRPr>
            </a:lvl2pPr>
            <a:lvl3pPr marL="512064" indent="-256032">
              <a:lnSpc>
                <a:spcPct val="110000"/>
              </a:lnSpc>
              <a:spcBef>
                <a:spcPts val="0"/>
              </a:spcBef>
              <a:defRPr sz="3600" b="0" i="0">
                <a:solidFill>
                  <a:schemeClr val="tx1"/>
                </a:solidFill>
                <a:latin typeface="IBM Plex Sans Light"/>
              </a:defRPr>
            </a:lvl3pPr>
            <a:lvl4pPr marL="768096" indent="-256032">
              <a:lnSpc>
                <a:spcPct val="110000"/>
              </a:lnSpc>
              <a:spcBef>
                <a:spcPts val="0"/>
              </a:spcBef>
              <a:defRPr sz="3600" b="0" i="0">
                <a:solidFill>
                  <a:schemeClr val="tx1"/>
                </a:solidFill>
                <a:latin typeface="IBM Plex Sans Light"/>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3600">
                <a:solidFill>
                  <a:schemeClr val="tx1"/>
                </a:solidFill>
                <a:latin typeface="IBM Plex Sans Light"/>
              </a:defRPr>
            </a:lvl1pPr>
            <a:lvl2pPr marL="256032" indent="-256032">
              <a:spcBef>
                <a:spcPts val="0"/>
              </a:spcBef>
              <a:defRPr sz="3600">
                <a:solidFill>
                  <a:schemeClr val="tx1"/>
                </a:solidFill>
                <a:latin typeface="IBM Plex Sans Light"/>
              </a:defRPr>
            </a:lvl2pPr>
            <a:lvl3pPr marL="512064" indent="-256032">
              <a:spcBef>
                <a:spcPts val="0"/>
              </a:spcBef>
              <a:defRPr sz="3600">
                <a:solidFill>
                  <a:schemeClr val="tx1"/>
                </a:solidFill>
                <a:latin typeface="IBM Plex Sans Light"/>
              </a:defRPr>
            </a:lvl3pPr>
            <a:lvl4pPr marL="768096" indent="-256032">
              <a:spcBef>
                <a:spcPts val="0"/>
              </a:spcBef>
              <a:defRPr sz="3600">
                <a:solidFill>
                  <a:schemeClr val="tx1"/>
                </a:solidFill>
                <a:latin typeface="IBM Plex Sans Light"/>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3600">
                <a:solidFill>
                  <a:schemeClr val="tx1"/>
                </a:solidFill>
                <a:latin typeface="IBM Plex Sans Light"/>
              </a:defRPr>
            </a:lvl1pPr>
            <a:lvl2pPr marL="256032" indent="-256032">
              <a:spcBef>
                <a:spcPts val="0"/>
              </a:spcBef>
              <a:defRPr sz="3600">
                <a:solidFill>
                  <a:schemeClr val="tx1"/>
                </a:solidFill>
                <a:latin typeface="IBM Plex Sans Light"/>
              </a:defRPr>
            </a:lvl2pPr>
            <a:lvl3pPr marL="512064" indent="-256032">
              <a:spcBef>
                <a:spcPts val="0"/>
              </a:spcBef>
              <a:defRPr sz="3600">
                <a:solidFill>
                  <a:schemeClr val="tx1"/>
                </a:solidFill>
                <a:latin typeface="IBM Plex Sans Light"/>
              </a:defRPr>
            </a:lvl3pPr>
            <a:lvl4pPr marL="768096" indent="-256032">
              <a:spcBef>
                <a:spcPts val="0"/>
              </a:spcBef>
              <a:defRPr sz="3600">
                <a:solidFill>
                  <a:schemeClr val="tx1"/>
                </a:solidFill>
                <a:latin typeface="IBM Plex Sans Light"/>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3600">
                <a:solidFill>
                  <a:schemeClr val="tx1"/>
                </a:solidFill>
                <a:latin typeface="IBM Plex Sans Light"/>
              </a:defRPr>
            </a:lvl1pPr>
            <a:lvl2pPr marL="256032" indent="-256032">
              <a:spcBef>
                <a:spcPts val="0"/>
              </a:spcBef>
              <a:defRPr sz="3600">
                <a:solidFill>
                  <a:schemeClr val="tx1"/>
                </a:solidFill>
                <a:latin typeface="IBM Plex Sans Light"/>
              </a:defRPr>
            </a:lvl2pPr>
            <a:lvl3pPr marL="512064" indent="-256032">
              <a:spcBef>
                <a:spcPts val="0"/>
              </a:spcBef>
              <a:defRPr sz="3600">
                <a:solidFill>
                  <a:schemeClr val="tx1"/>
                </a:solidFill>
                <a:latin typeface="IBM Plex Sans Light"/>
              </a:defRPr>
            </a:lvl3pPr>
            <a:lvl4pPr marL="768096" indent="-256032">
              <a:spcBef>
                <a:spcPts val="0"/>
              </a:spcBef>
              <a:defRPr sz="3600">
                <a:solidFill>
                  <a:schemeClr val="tx1"/>
                </a:solidFill>
                <a:latin typeface="IBM Plex Sans Light"/>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00000"/>
              </a:lnSpc>
              <a:defRPr sz="6800">
                <a:solidFill>
                  <a:schemeClr val="tx2"/>
                </a:solidFill>
              </a:defRPr>
            </a:lvl1pPr>
          </a:lstStyle>
          <a:p>
            <a:r>
              <a:rPr lang="en-US" dirty="0"/>
              <a:t>Click to edit Master title style</a:t>
            </a:r>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3600">
                <a:solidFill>
                  <a:schemeClr val="tx1"/>
                </a:solidFill>
              </a:defRPr>
            </a:lvl1pPr>
            <a:lvl2pPr marL="219456" indent="-219456">
              <a:lnSpc>
                <a:spcPct val="110000"/>
              </a:lnSpc>
              <a:spcBef>
                <a:spcPts val="0"/>
              </a:spcBef>
              <a:defRPr sz="3600">
                <a:solidFill>
                  <a:schemeClr val="tx1"/>
                </a:solidFill>
              </a:defRPr>
            </a:lvl2pPr>
            <a:lvl3pPr marL="438912" indent="-219456">
              <a:lnSpc>
                <a:spcPct val="110000"/>
              </a:lnSpc>
              <a:spcBef>
                <a:spcPts val="0"/>
              </a:spcBef>
              <a:defRPr sz="3600">
                <a:solidFill>
                  <a:schemeClr val="tx1"/>
                </a:solidFill>
              </a:defRPr>
            </a:lvl3pPr>
            <a:lvl4pPr marL="658368" indent="-219456">
              <a:lnSpc>
                <a:spcPct val="11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3600">
                <a:solidFill>
                  <a:schemeClr val="tx1"/>
                </a:solidFill>
              </a:defRPr>
            </a:lvl1pPr>
            <a:lvl2pPr marL="219456" indent="-219456">
              <a:lnSpc>
                <a:spcPct val="110000"/>
              </a:lnSpc>
              <a:spcBef>
                <a:spcPts val="0"/>
              </a:spcBef>
              <a:defRPr sz="3600">
                <a:solidFill>
                  <a:schemeClr val="tx1"/>
                </a:solidFill>
              </a:defRPr>
            </a:lvl2pPr>
            <a:lvl3pPr marL="438912" indent="-219456">
              <a:lnSpc>
                <a:spcPct val="110000"/>
              </a:lnSpc>
              <a:spcBef>
                <a:spcPts val="0"/>
              </a:spcBef>
              <a:defRPr sz="3600">
                <a:solidFill>
                  <a:schemeClr val="tx1"/>
                </a:solidFill>
              </a:defRPr>
            </a:lvl3pPr>
            <a:lvl4pPr marL="658368" indent="-219456">
              <a:lnSpc>
                <a:spcPct val="11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3600">
                <a:solidFill>
                  <a:schemeClr val="tx1"/>
                </a:solidFill>
              </a:defRPr>
            </a:lvl1pPr>
            <a:lvl2pPr marL="219456" indent="-219456">
              <a:lnSpc>
                <a:spcPct val="110000"/>
              </a:lnSpc>
              <a:spcBef>
                <a:spcPts val="0"/>
              </a:spcBef>
              <a:defRPr sz="3600">
                <a:solidFill>
                  <a:schemeClr val="tx1"/>
                </a:solidFill>
              </a:defRPr>
            </a:lvl2pPr>
            <a:lvl3pPr marL="438912" indent="-219456">
              <a:lnSpc>
                <a:spcPct val="110000"/>
              </a:lnSpc>
              <a:spcBef>
                <a:spcPts val="0"/>
              </a:spcBef>
              <a:defRPr sz="3600">
                <a:solidFill>
                  <a:schemeClr val="tx1"/>
                </a:solidFill>
              </a:defRPr>
            </a:lvl3pPr>
            <a:lvl4pPr marL="658368" indent="-219456">
              <a:lnSpc>
                <a:spcPct val="11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3600">
                <a:solidFill>
                  <a:schemeClr val="tx1"/>
                </a:solidFill>
              </a:defRPr>
            </a:lvl1pPr>
            <a:lvl2pPr marL="219456" indent="-219456">
              <a:lnSpc>
                <a:spcPct val="110000"/>
              </a:lnSpc>
              <a:spcBef>
                <a:spcPts val="0"/>
              </a:spcBef>
              <a:defRPr sz="3600">
                <a:solidFill>
                  <a:schemeClr val="tx1"/>
                </a:solidFill>
              </a:defRPr>
            </a:lvl2pPr>
            <a:lvl3pPr marL="438912" indent="-219456">
              <a:lnSpc>
                <a:spcPct val="110000"/>
              </a:lnSpc>
              <a:spcBef>
                <a:spcPts val="0"/>
              </a:spcBef>
              <a:defRPr sz="3600">
                <a:solidFill>
                  <a:schemeClr val="tx1"/>
                </a:solidFill>
              </a:defRPr>
            </a:lvl3pPr>
            <a:lvl4pPr marL="658368" indent="-219456">
              <a:lnSpc>
                <a:spcPct val="11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3600">
                <a:solidFill>
                  <a:schemeClr val="tx1"/>
                </a:solidFill>
              </a:defRPr>
            </a:lvl1pPr>
            <a:lvl2pPr marL="219456" indent="-219456">
              <a:lnSpc>
                <a:spcPct val="110000"/>
              </a:lnSpc>
              <a:spcBef>
                <a:spcPts val="0"/>
              </a:spcBef>
              <a:defRPr sz="3600">
                <a:solidFill>
                  <a:schemeClr val="tx1"/>
                </a:solidFill>
              </a:defRPr>
            </a:lvl2pPr>
            <a:lvl3pPr marL="438912" indent="-219456">
              <a:lnSpc>
                <a:spcPct val="110000"/>
              </a:lnSpc>
              <a:spcBef>
                <a:spcPts val="0"/>
              </a:spcBef>
              <a:defRPr sz="3600">
                <a:solidFill>
                  <a:schemeClr val="tx1"/>
                </a:solidFill>
              </a:defRPr>
            </a:lvl3pPr>
            <a:lvl4pPr marL="658368" indent="-219456">
              <a:lnSpc>
                <a:spcPct val="11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3600">
                <a:solidFill>
                  <a:schemeClr val="tx1"/>
                </a:solidFill>
              </a:defRPr>
            </a:lvl1pPr>
            <a:lvl2pPr marL="219456" indent="-219456">
              <a:lnSpc>
                <a:spcPct val="110000"/>
              </a:lnSpc>
              <a:spcBef>
                <a:spcPts val="0"/>
              </a:spcBef>
              <a:defRPr sz="3600">
                <a:solidFill>
                  <a:schemeClr val="tx1"/>
                </a:solidFill>
              </a:defRPr>
            </a:lvl2pPr>
            <a:lvl3pPr marL="438912" indent="-219456">
              <a:lnSpc>
                <a:spcPct val="110000"/>
              </a:lnSpc>
              <a:spcBef>
                <a:spcPts val="0"/>
              </a:spcBef>
              <a:defRPr sz="3600">
                <a:solidFill>
                  <a:schemeClr val="tx1"/>
                </a:solidFill>
              </a:defRPr>
            </a:lvl3pPr>
            <a:lvl4pPr marL="658368" indent="-219456">
              <a:lnSpc>
                <a:spcPct val="11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00"/>
            <a:ext cx="11039475" cy="3413126"/>
          </a:xfrm>
        </p:spPr>
        <p:txBody>
          <a:bodyPr rIns="457200"/>
          <a:lstStyle>
            <a:lvl1pPr>
              <a:lnSpc>
                <a:spcPct val="100000"/>
              </a:lnSpc>
              <a:defRPr sz="6800">
                <a:solidFill>
                  <a:schemeClr val="tx2"/>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0400" y="576072"/>
            <a:ext cx="4953000" cy="4954587"/>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7200" y="6673851"/>
            <a:ext cx="4949825" cy="5521323"/>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00000"/>
              </a:lnSpc>
              <a:defRPr sz="4200">
                <a:solidFill>
                  <a:schemeClr val="tx2"/>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0400" y="576072"/>
            <a:ext cx="4953000" cy="4954587"/>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00000"/>
              </a:lnSpc>
              <a:defRPr sz="6800">
                <a:solidFill>
                  <a:schemeClr val="tx2"/>
                </a:solidFill>
              </a:defRPr>
            </a:lvl1pPr>
          </a:lstStyle>
          <a:p>
            <a:r>
              <a:rPr lang="en-US" dirty="0"/>
              <a:t>Click to edit Master title style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a:p>
            <a:pPr lvl="3"/>
            <a:endParaRPr lang="en-US" dirty="0"/>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00000"/>
              </a:lnSpc>
              <a:defRPr sz="6800">
                <a:solidFill>
                  <a:schemeClr val="tx2"/>
                </a:solidFill>
              </a:defRPr>
            </a:lvl1pPr>
          </a:lstStyle>
          <a:p>
            <a:r>
              <a:rPr lang="en-US" dirty="0"/>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US" dirty="0"/>
              <a:t>Click icon to add table</a:t>
            </a:r>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hasCustomPrompt="1"/>
          </p:nvPr>
        </p:nvSpPr>
        <p:spPr>
          <a:xfrm>
            <a:off x="576000" y="576071"/>
            <a:ext cx="4949825" cy="1527049"/>
          </a:xfrm>
        </p:spPr>
        <p:txBody>
          <a:bodyPr/>
          <a:lstStyle>
            <a:lvl1pPr>
              <a:lnSpc>
                <a:spcPct val="100000"/>
              </a:lnSpc>
              <a:defRPr sz="6800">
                <a:solidFill>
                  <a:schemeClr val="tx2"/>
                </a:solidFill>
              </a:defRPr>
            </a:lvl1pPr>
          </a:lstStyle>
          <a:p>
            <a:r>
              <a:rPr lang="en-US" dirty="0"/>
              <a:t>Click to edit Master title style </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Light" panose="020B0503050203000203" pitchFamily="34" charset="0"/>
              </a:defRPr>
            </a:lvl1pPr>
            <a:lvl2pPr>
              <a:defRPr sz="1600"/>
            </a:lvl2pPr>
            <a:lvl3pPr>
              <a:defRPr sz="1600"/>
            </a:lvl3pPr>
            <a:lvl4pPr>
              <a:defRPr sz="1600"/>
            </a:lvl4pPr>
            <a:lvl5pPr>
              <a:defRPr sz="16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p:nvPr>
        </p:nvSpPr>
        <p:spPr>
          <a:xfrm>
            <a:off x="576000" y="3044825"/>
            <a:ext cx="4943475" cy="9150350"/>
          </a:xfrm>
        </p:spPr>
        <p:txBody>
          <a:bodyPr/>
          <a:lstStyle>
            <a:lvl1pPr>
              <a:defRPr sz="3600">
                <a:latin typeface="IBM Plex Sans Light"/>
              </a:defRPr>
            </a:lvl1pPr>
            <a:lvl2pPr marL="327600" indent="-327600">
              <a:lnSpc>
                <a:spcPct val="100000"/>
              </a:lnSpc>
              <a:defRPr sz="2800">
                <a:latin typeface="IBM Plex Sans Light"/>
              </a:defRPr>
            </a:lvl2pPr>
            <a:lvl3pPr marL="658800" indent="-327600">
              <a:lnSpc>
                <a:spcPct val="100000"/>
              </a:lnSpc>
              <a:defRPr sz="2800">
                <a:latin typeface="IBM Plex Sans Light"/>
              </a:defRPr>
            </a:lvl3pPr>
            <a:lvl4pPr marL="986400" indent="-327600">
              <a:lnSpc>
                <a:spcPct val="100000"/>
              </a:lnSpc>
              <a:defRPr sz="2800">
                <a:latin typeface="IBM Plex Sans Light"/>
              </a:defRPr>
            </a:lvl4pPr>
            <a:lvl5pPr>
              <a:defRPr sz="2800">
                <a:latin typeface="IBM Plex Sans Light"/>
              </a:defRPr>
            </a:lvl5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a:p>
            <a:pPr>
              <a:lnSpc>
                <a:spcPct val="110000"/>
              </a:lnSpc>
            </a:pPr>
            <a:endParaRPr lang="en-US" sz="2800" dirty="0">
              <a:latin typeface="IBM Plex Sans Light" panose="020B0403050203000203" pitchFamily="34" charset="0"/>
            </a:endParaRP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6491035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576000"/>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dirty="0"/>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Light" panose="020B0503050203000203" pitchFamily="34" charset="0"/>
              </a:defRPr>
            </a:lvl1pPr>
            <a:lvl2pPr marL="146304" indent="-146304">
              <a:lnSpc>
                <a:spcPct val="120000"/>
              </a:lnSpc>
              <a:spcBef>
                <a:spcPts val="0"/>
              </a:spcBef>
              <a:defRPr sz="1600" b="0" i="0">
                <a:solidFill>
                  <a:schemeClr val="tx1"/>
                </a:solidFill>
                <a:latin typeface="IBM Plex Sans Light" panose="020B0503050203000203" pitchFamily="34" charset="0"/>
              </a:defRPr>
            </a:lvl2pPr>
            <a:lvl3pPr marL="292608" indent="-146304">
              <a:lnSpc>
                <a:spcPct val="120000"/>
              </a:lnSpc>
              <a:spcBef>
                <a:spcPts val="0"/>
              </a:spcBef>
              <a:defRPr sz="1600" b="0" i="0">
                <a:solidFill>
                  <a:schemeClr val="tx1"/>
                </a:solidFill>
                <a:latin typeface="IBM Plex Sans Light" panose="020B0503050203000203" pitchFamily="34" charset="0"/>
              </a:defRPr>
            </a:lvl3pPr>
            <a:lvl4pPr marL="438912" indent="-146304">
              <a:lnSpc>
                <a:spcPct val="120000"/>
              </a:lnSpc>
              <a:spcBef>
                <a:spcPts val="0"/>
              </a:spcBef>
              <a:defRPr sz="1600" b="0" i="0">
                <a:solidFill>
                  <a:schemeClr val="tx1"/>
                </a:solidFill>
                <a:latin typeface="IBM Plex Sans Light" panose="020B0503050203000203" pitchFamily="34" charset="0"/>
              </a:defRPr>
            </a:lvl4pPr>
            <a:lvl5pPr>
              <a:lnSpc>
                <a:spcPct val="120000"/>
              </a:lnSpc>
              <a:spcBef>
                <a:spcPts val="0"/>
              </a:spcBef>
              <a:defRPr sz="1600" b="0" i="0">
                <a:solidFill>
                  <a:schemeClr val="tx1"/>
                </a:solidFill>
                <a:latin typeface="IBM Plex Sans Light"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576000"/>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dirty="0"/>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Light" panose="020B0503050203000203" pitchFamily="34" charset="0"/>
              </a:defRPr>
            </a:lvl1pPr>
            <a:lvl2pPr marL="146304" indent="-146304">
              <a:lnSpc>
                <a:spcPct val="120000"/>
              </a:lnSpc>
              <a:spcBef>
                <a:spcPts val="0"/>
              </a:spcBef>
              <a:defRPr sz="1600" b="0" i="0">
                <a:solidFill>
                  <a:schemeClr val="tx1"/>
                </a:solidFill>
                <a:latin typeface="IBM Plex Sans Light" panose="020B0503050203000203" pitchFamily="34" charset="0"/>
              </a:defRPr>
            </a:lvl2pPr>
            <a:lvl3pPr marL="292608" indent="-146304">
              <a:lnSpc>
                <a:spcPct val="120000"/>
              </a:lnSpc>
              <a:spcBef>
                <a:spcPts val="0"/>
              </a:spcBef>
              <a:defRPr sz="1600" b="0" i="0">
                <a:solidFill>
                  <a:schemeClr val="tx1"/>
                </a:solidFill>
                <a:latin typeface="IBM Plex Sans Light" panose="020B0503050203000203" pitchFamily="34" charset="0"/>
              </a:defRPr>
            </a:lvl3pPr>
            <a:lvl4pPr marL="438912" indent="-146304">
              <a:lnSpc>
                <a:spcPct val="120000"/>
              </a:lnSpc>
              <a:spcBef>
                <a:spcPts val="0"/>
              </a:spcBef>
              <a:defRPr sz="1600" b="0" i="0">
                <a:solidFill>
                  <a:schemeClr val="tx1"/>
                </a:solidFill>
                <a:latin typeface="IBM Plex Sans Light" panose="020B0503050203000203" pitchFamily="34" charset="0"/>
              </a:defRPr>
            </a:lvl4pPr>
            <a:lvl5pPr>
              <a:lnSpc>
                <a:spcPct val="120000"/>
              </a:lnSpc>
              <a:spcBef>
                <a:spcPts val="0"/>
              </a:spcBef>
              <a:defRPr sz="1600" b="0" i="0">
                <a:solidFill>
                  <a:schemeClr val="tx1"/>
                </a:solidFill>
                <a:latin typeface="IBM Plex Sans Light"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Light" panose="020B0503050203000203" pitchFamily="34" charset="0"/>
              </a:defRPr>
            </a:lvl1pPr>
            <a:lvl2pPr marL="146304" indent="-146304">
              <a:lnSpc>
                <a:spcPct val="120000"/>
              </a:lnSpc>
              <a:spcBef>
                <a:spcPts val="0"/>
              </a:spcBef>
              <a:defRPr sz="1600" b="0" i="0">
                <a:solidFill>
                  <a:schemeClr val="tx1"/>
                </a:solidFill>
                <a:latin typeface="IBM Plex Sans Light" panose="020B0503050203000203" pitchFamily="34" charset="0"/>
              </a:defRPr>
            </a:lvl2pPr>
            <a:lvl3pPr marL="292608" indent="-146304">
              <a:lnSpc>
                <a:spcPct val="120000"/>
              </a:lnSpc>
              <a:spcBef>
                <a:spcPts val="0"/>
              </a:spcBef>
              <a:defRPr sz="1600" b="0" i="0">
                <a:solidFill>
                  <a:schemeClr val="tx1"/>
                </a:solidFill>
                <a:latin typeface="IBM Plex Sans Light" panose="020B0503050203000203" pitchFamily="34" charset="0"/>
              </a:defRPr>
            </a:lvl3pPr>
            <a:lvl4pPr marL="438912" indent="-146304">
              <a:lnSpc>
                <a:spcPct val="120000"/>
              </a:lnSpc>
              <a:spcBef>
                <a:spcPts val="0"/>
              </a:spcBef>
              <a:defRPr sz="1600" b="0" i="0">
                <a:solidFill>
                  <a:schemeClr val="tx1"/>
                </a:solidFill>
                <a:latin typeface="IBM Plex Sans Light" panose="020B0503050203000203" pitchFamily="34" charset="0"/>
              </a:defRPr>
            </a:lvl4pPr>
            <a:lvl5pPr>
              <a:lnSpc>
                <a:spcPct val="120000"/>
              </a:lnSpc>
              <a:spcBef>
                <a:spcPts val="0"/>
              </a:spcBef>
              <a:defRPr sz="1600" b="0" i="0">
                <a:solidFill>
                  <a:schemeClr val="tx1"/>
                </a:solidFill>
                <a:latin typeface="IBM Plex Sans Light"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00000"/>
              </a:lnSpc>
              <a:defRPr sz="6800">
                <a:solidFill>
                  <a:schemeClr val="tx2"/>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00000"/>
              </a:lnSpc>
              <a:defRPr sz="6800">
                <a:solidFill>
                  <a:schemeClr val="tx2"/>
                </a:solidFill>
              </a:defRPr>
            </a:lvl1pPr>
          </a:lstStyle>
          <a:p>
            <a:r>
              <a:rPr lang="en-US" dirty="0"/>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8171922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Light" panose="020B0503050203000203" pitchFamily="34" charset="0"/>
              </a:defRPr>
            </a:lvl1pPr>
          </a:lstStyle>
          <a:p>
            <a:endParaRPr lang="en-US" dirty="0"/>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65"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64" r:id="rId43"/>
    <p:sldLayoutId id="2147483940" r:id="rId44"/>
    <p:sldLayoutId id="2147483960" r:id="rId45"/>
    <p:sldLayoutId id="2147483943" r:id="rId46"/>
    <p:sldLayoutId id="2147483963" r:id="rId47"/>
    <p:sldLayoutId id="2147483941" r:id="rId48"/>
  </p:sldLayoutIdLst>
  <p:transition spd="med"/>
  <p:hf sldNum="0" hdr="0" ftr="0" dt="0"/>
  <p:txStyles>
    <p:title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IBM Plex Sans Light"/>
          <a:ea typeface="IBM Plex Sans Light"/>
          <a:cs typeface="IBM Plex Sans Light"/>
          <a:sym typeface="IBM Plex Sans Light"/>
        </a:defRPr>
      </a:lvl1pPr>
      <a:lvl2pPr marL="327600" marR="0" indent="-327600" algn="l" defTabSz="2438400" rtl="0" eaLnBrk="1" latinLnBrk="0" hangingPunct="1">
        <a:lnSpc>
          <a:spcPct val="100000"/>
        </a:lnSpc>
        <a:spcBef>
          <a:spcPts val="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2pPr>
      <a:lvl3pPr marL="658800" marR="0" indent="-327600" algn="l" defTabSz="2438400" rtl="0" eaLnBrk="1" latinLnBrk="0" hangingPunct="1">
        <a:lnSpc>
          <a:spcPct val="100000"/>
        </a:lnSpc>
        <a:spcBef>
          <a:spcPts val="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3pPr>
      <a:lvl4pPr marL="986400" marR="0" indent="-327600" algn="l" defTabSz="2438400" rtl="0" eaLnBrk="1" latinLnBrk="0" hangingPunct="1">
        <a:lnSpc>
          <a:spcPct val="100000"/>
        </a:lnSpc>
        <a:spcBef>
          <a:spcPts val="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Light" panose="020B0604020202020204" pitchFamily="34" charset="0"/>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userDrawn="1">
          <p15:clr>
            <a:srgbClr val="EE5396"/>
          </p15:clr>
        </p15:guide>
        <p15:guide id="20" orient="horz" pos="958" userDrawn="1">
          <p15:clr>
            <a:srgbClr val="EE5396"/>
          </p15:clr>
        </p15:guide>
        <p15:guide id="25" orient="horz" pos="7682" userDrawn="1">
          <p15:clr>
            <a:srgbClr val="EE5396"/>
          </p15:clr>
        </p15:guide>
        <p15:guide id="26" pos="7680">
          <p15:clr>
            <a:srgbClr val="0F62FE"/>
          </p15:clr>
        </p15:guide>
        <p15:guide id="27" pos="11520">
          <p15:clr>
            <a:srgbClr val="0F62FE"/>
          </p15:clr>
        </p15:guide>
        <p15:guide id="30" orient="horz" pos="1918" userDrawn="1">
          <p15:clr>
            <a:srgbClr val="EE5396"/>
          </p15:clr>
        </p15:guide>
        <p15:guide id="32" orient="horz" pos="6720" userDrawn="1">
          <p15:clr>
            <a:srgbClr val="EE5396"/>
          </p15:clr>
        </p15:guide>
        <p15:guide id="33" orient="horz" pos="2880" userDrawn="1">
          <p15:clr>
            <a:srgbClr val="EE5396"/>
          </p15:clr>
        </p15:guide>
        <p15:guide id="34" orient="horz" pos="4800" userDrawn="1">
          <p15:clr>
            <a:srgbClr val="EE5396"/>
          </p15:clr>
        </p15:guide>
        <p15:guide id="35" orient="horz" pos="5758" userDrawn="1">
          <p15:clr>
            <a:srgbClr val="EE5396"/>
          </p15:clr>
        </p15:guide>
        <p15:guide id="36" orient="horz" pos="8284" userDrawn="1">
          <p15:clr>
            <a:srgbClr val="9FCC3B"/>
          </p15:clr>
        </p15:guide>
        <p15:guide id="37" orient="horz" pos="3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hyperlink" Target="mailto:vstojano@us.ibm.com" TargetMode="External"/><Relationship Id="rId4" Type="http://schemas.openxmlformats.org/officeDocument/2006/relationships/hyperlink" Target="mailto:Gerry.baird@uk.ibm.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7.xml"/><Relationship Id="rId4" Type="http://schemas.openxmlformats.org/officeDocument/2006/relationships/hyperlink" Target="https://ibm.biz/watsonxClientEngineeringPlaybooks"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880FE-676F-3758-F297-E31BACA4E6B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531C964-A276-2724-7F80-67431CCA375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070107" y="582976"/>
            <a:ext cx="14856692" cy="12750435"/>
          </a:xfrm>
          <a:prstGeom prst="rect">
            <a:avLst/>
          </a:prstGeom>
        </p:spPr>
      </p:pic>
      <p:sp>
        <p:nvSpPr>
          <p:cNvPr id="4" name="Title 2">
            <a:extLst>
              <a:ext uri="{FF2B5EF4-FFF2-40B4-BE49-F238E27FC236}">
                <a16:creationId xmlns:a16="http://schemas.microsoft.com/office/drawing/2014/main" id="{554B184F-FD9C-AE6F-A80D-654AF4FB9500}"/>
              </a:ext>
            </a:extLst>
          </p:cNvPr>
          <p:cNvSpPr txBox="1">
            <a:spLocks noGrp="1"/>
          </p:cNvSpPr>
          <p:nvPr>
            <p:ph type="title"/>
          </p:nvPr>
        </p:nvSpPr>
        <p:spPr>
          <a:xfrm>
            <a:off x="577659" y="543076"/>
            <a:ext cx="11050590" cy="4573589"/>
          </a:xfrm>
          <a:prstGeom prst="rect">
            <a:avLst/>
          </a:prstGeom>
        </p:spPr>
        <p:txBody>
          <a:bodyPr>
            <a:noAutofit/>
          </a:bodyPr>
          <a:lstStyle/>
          <a:p>
            <a:pPr defTabSz="1780032">
              <a:spcBef>
                <a:spcPts val="600"/>
              </a:spcBef>
              <a:defRPr sz="5256"/>
            </a:pPr>
            <a:r>
              <a:rPr lang="en-US" sz="6200" b="1" dirty="0">
                <a:latin typeface="+mn-lt"/>
              </a:rPr>
              <a:t>watson</a:t>
            </a:r>
            <a:r>
              <a:rPr lang="en-US" sz="6200" b="1" dirty="0">
                <a:solidFill>
                  <a:schemeClr val="accent1"/>
                </a:solidFill>
                <a:latin typeface="+mn-lt"/>
              </a:rPr>
              <a:t>x</a:t>
            </a:r>
            <a:r>
              <a:rPr sz="6200" dirty="0"/>
              <a:t> </a:t>
            </a:r>
            <a:r>
              <a:rPr lang="en-US" sz="6200" b="1" dirty="0"/>
              <a:t>Orchestrate</a:t>
            </a:r>
            <a:br>
              <a:rPr lang="en-US" sz="6200" dirty="0"/>
            </a:br>
            <a:r>
              <a:rPr lang="en-US" sz="6200" dirty="0"/>
              <a:t>PoX</a:t>
            </a:r>
            <a:r>
              <a:rPr sz="6200" dirty="0"/>
              <a:t> best practices</a:t>
            </a:r>
            <a:br>
              <a:rPr sz="4400" dirty="0"/>
            </a:br>
            <a:br>
              <a:rPr sz="3200" dirty="0"/>
            </a:br>
            <a:br>
              <a:rPr lang="en-US" sz="3200" dirty="0"/>
            </a:br>
            <a:br>
              <a:rPr lang="en-US" sz="3200" dirty="0"/>
            </a:br>
            <a:br>
              <a:rPr lang="en-US" sz="3200" dirty="0"/>
            </a:br>
            <a:br>
              <a:rPr lang="en-US" sz="3200" dirty="0"/>
            </a:br>
            <a:br>
              <a:rPr lang="en-US" sz="3200" dirty="0"/>
            </a:br>
            <a:br>
              <a:rPr lang="en-US" sz="3200" dirty="0"/>
            </a:br>
            <a:br>
              <a:rPr sz="3200" dirty="0"/>
            </a:br>
            <a:r>
              <a:rPr sz="3600" dirty="0"/>
              <a:t>—</a:t>
            </a:r>
            <a:br>
              <a:rPr lang="en-US" sz="3600" dirty="0"/>
            </a:br>
            <a:br>
              <a:rPr lang="en-US" sz="3600" dirty="0"/>
            </a:br>
            <a:r>
              <a:rPr lang="en-US" sz="2500" dirty="0"/>
              <a:t>Gerry Baird</a:t>
            </a:r>
            <a:br>
              <a:rPr lang="en-US" sz="2500" dirty="0"/>
            </a:br>
            <a:r>
              <a:rPr lang="en-US" sz="2500" dirty="0"/>
              <a:t>Senior, Learning Content Development, IBM Data and AI</a:t>
            </a:r>
            <a:br>
              <a:rPr lang="en-US" sz="2500" dirty="0"/>
            </a:br>
            <a:r>
              <a:rPr lang="en-US" sz="2500" u="sng" dirty="0" err="1">
                <a:solidFill>
                  <a:schemeClr val="accent1"/>
                </a:solidFill>
                <a:uFill>
                  <a:solidFill>
                    <a:schemeClr val="accent1"/>
                  </a:solidFill>
                </a:uFill>
              </a:rPr>
              <a:t>g</a:t>
            </a:r>
            <a:r>
              <a:rPr lang="en-US" sz="2500" u="sng" dirty="0" err="1">
                <a:solidFill>
                  <a:schemeClr val="accent1"/>
                </a:solidFill>
                <a:uFill>
                  <a:solidFill>
                    <a:schemeClr val="accent1"/>
                  </a:solidFill>
                </a:uFill>
                <a:hlinkClick r:id="rId4"/>
              </a:rPr>
              <a:t>erry.baird@uk.ibm.com</a:t>
            </a:r>
            <a:r>
              <a:rPr lang="en-US" sz="2500" dirty="0"/>
              <a:t> </a:t>
            </a:r>
            <a:br>
              <a:rPr lang="en-US" sz="2500" dirty="0"/>
            </a:br>
            <a:br>
              <a:rPr lang="en-US" sz="2500" dirty="0"/>
            </a:br>
            <a:br>
              <a:rPr lang="en-US" sz="2500" dirty="0"/>
            </a:br>
            <a:r>
              <a:rPr sz="2500" dirty="0"/>
              <a:t>Vladimir Stojanovski</a:t>
            </a:r>
            <a:br>
              <a:rPr sz="2500" dirty="0"/>
            </a:br>
            <a:r>
              <a:rPr sz="2500" dirty="0"/>
              <a:t>Principal, Learning Content Development</a:t>
            </a:r>
            <a:br>
              <a:rPr sz="2500" dirty="0"/>
            </a:br>
            <a:r>
              <a:rPr sz="2500" u="sng" dirty="0">
                <a:solidFill>
                  <a:schemeClr val="accent1"/>
                </a:solidFill>
                <a:uFill>
                  <a:solidFill>
                    <a:schemeClr val="accent1"/>
                  </a:solidFill>
                </a:uFill>
                <a:hlinkClick r:id="rId5"/>
              </a:rPr>
              <a:t>vstojano@us.ibm.com</a:t>
            </a:r>
            <a:r>
              <a:rPr sz="2500" dirty="0"/>
              <a:t> </a:t>
            </a:r>
            <a:br>
              <a:rPr lang="en-US" sz="2500" dirty="0"/>
            </a:br>
            <a:br>
              <a:rPr lang="en-US" sz="2500" dirty="0"/>
            </a:br>
            <a:r>
              <a:rPr lang="en-US" sz="2400" dirty="0"/>
              <a:t>Yana Ageeva</a:t>
            </a:r>
            <a:br>
              <a:rPr lang="en-US" sz="2400" dirty="0"/>
            </a:br>
            <a:r>
              <a:rPr lang="en-US" sz="2400" dirty="0"/>
              <a:t>AI Engineer, AI Assistants Lead,  IBM Client Engineering</a:t>
            </a:r>
            <a:br>
              <a:rPr lang="en-US" sz="2400" dirty="0"/>
            </a:br>
            <a:r>
              <a:rPr lang="en-US" sz="2400" u="sng" dirty="0" err="1">
                <a:solidFill>
                  <a:schemeClr val="accent1"/>
                </a:solidFill>
                <a:uFill>
                  <a:solidFill>
                    <a:schemeClr val="accent1"/>
                  </a:solidFill>
                </a:uFill>
              </a:rPr>
              <a:t>yageeva</a:t>
            </a:r>
            <a:r>
              <a:rPr lang="en-US" sz="2400" u="sng" dirty="0" err="1">
                <a:solidFill>
                  <a:schemeClr val="accent1"/>
                </a:solidFill>
                <a:uFill>
                  <a:solidFill>
                    <a:schemeClr val="accent1"/>
                  </a:solidFill>
                </a:uFill>
                <a:hlinkClick r:id="rId5"/>
              </a:rPr>
              <a:t>@us.ibm.com</a:t>
            </a:r>
            <a:r>
              <a:rPr lang="en-US" sz="2400" dirty="0"/>
              <a:t> </a:t>
            </a:r>
            <a:br>
              <a:rPr lang="en-US" sz="2400" dirty="0"/>
            </a:br>
            <a:br>
              <a:rPr sz="2400" dirty="0"/>
            </a:br>
            <a:br>
              <a:rPr sz="2400" dirty="0"/>
            </a:br>
            <a:br>
              <a:rPr sz="2400" dirty="0"/>
            </a:br>
            <a:endParaRPr sz="2400" dirty="0"/>
          </a:p>
        </p:txBody>
      </p:sp>
      <p:sp>
        <p:nvSpPr>
          <p:cNvPr id="5" name="Rectangle 3">
            <a:extLst>
              <a:ext uri="{FF2B5EF4-FFF2-40B4-BE49-F238E27FC236}">
                <a16:creationId xmlns:a16="http://schemas.microsoft.com/office/drawing/2014/main" id="{35241EE9-B140-38C2-CE61-C9F851C85578}"/>
              </a:ext>
            </a:extLst>
          </p:cNvPr>
          <p:cNvSpPr/>
          <p:nvPr/>
        </p:nvSpPr>
        <p:spPr>
          <a:xfrm>
            <a:off x="23530859" y="582976"/>
            <a:ext cx="381001" cy="382589"/>
          </a:xfrm>
          <a:prstGeom prst="rect">
            <a:avLst/>
          </a:prstGeom>
          <a:solidFill>
            <a:schemeClr val="accent1"/>
          </a:solidFill>
          <a:ln w="12700">
            <a:miter lim="400000"/>
          </a:ln>
        </p:spPr>
        <p:txBody>
          <a:bodyPr tIns="91439" bIns="91439"/>
          <a:lstStyle/>
          <a:p>
            <a:pPr defTabSz="914400">
              <a:defRPr sz="1400">
                <a:solidFill>
                  <a:srgbClr val="000000"/>
                </a:solidFill>
              </a:defRPr>
            </a:pPr>
            <a:endParaRPr sz="1400" dirty="0"/>
          </a:p>
        </p:txBody>
      </p:sp>
    </p:spTree>
    <p:extLst>
      <p:ext uri="{BB962C8B-B14F-4D97-AF65-F5344CB8AC3E}">
        <p14:creationId xmlns:p14="http://schemas.microsoft.com/office/powerpoint/2010/main" val="229585716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BB3CF-CA5D-6296-A476-920484AB2BB3}"/>
            </a:ext>
          </a:extLst>
        </p:cNvPr>
        <p:cNvGrpSpPr/>
        <p:nvPr/>
      </p:nvGrpSpPr>
      <p:grpSpPr>
        <a:xfrm>
          <a:off x="0" y="0"/>
          <a:ext cx="0" cy="0"/>
          <a:chOff x="0" y="0"/>
          <a:chExt cx="0" cy="0"/>
        </a:xfrm>
      </p:grpSpPr>
      <p:pic>
        <p:nvPicPr>
          <p:cNvPr id="651" name="Picture 2" descr="Picture 2">
            <a:extLst>
              <a:ext uri="{FF2B5EF4-FFF2-40B4-BE49-F238E27FC236}">
                <a16:creationId xmlns:a16="http://schemas.microsoft.com/office/drawing/2014/main" id="{E7A21EBE-6EDF-DDE1-9949-EF9E01ED5788}"/>
              </a:ext>
            </a:extLst>
          </p:cNvPr>
          <p:cNvPicPr>
            <a:picLocks noChangeAspect="1"/>
          </p:cNvPicPr>
          <p:nvPr/>
        </p:nvPicPr>
        <p:blipFill>
          <a:blip r:embed="rId3"/>
          <a:stretch>
            <a:fillRect/>
          </a:stretch>
        </p:blipFill>
        <p:spPr>
          <a:xfrm>
            <a:off x="625535" y="470573"/>
            <a:ext cx="23125609" cy="2660776"/>
          </a:xfrm>
          <a:prstGeom prst="rect">
            <a:avLst/>
          </a:prstGeom>
          <a:ln w="12700">
            <a:miter lim="400000"/>
          </a:ln>
        </p:spPr>
      </p:pic>
      <p:sp>
        <p:nvSpPr>
          <p:cNvPr id="652" name="Title 1">
            <a:extLst>
              <a:ext uri="{FF2B5EF4-FFF2-40B4-BE49-F238E27FC236}">
                <a16:creationId xmlns:a16="http://schemas.microsoft.com/office/drawing/2014/main" id="{75843ECE-293B-F80F-FAD3-341C423A661D}"/>
              </a:ext>
            </a:extLst>
          </p:cNvPr>
          <p:cNvSpPr txBox="1">
            <a:spLocks noGrp="1"/>
          </p:cNvSpPr>
          <p:nvPr>
            <p:ph type="title"/>
          </p:nvPr>
        </p:nvSpPr>
        <p:spPr>
          <a:xfrm>
            <a:off x="995501" y="795131"/>
            <a:ext cx="16722587" cy="7781571"/>
          </a:xfrm>
          <a:prstGeom prst="rect">
            <a:avLst/>
          </a:prstGeom>
        </p:spPr>
        <p:txBody>
          <a:bodyPr/>
          <a:lstStyle>
            <a:lvl1pPr>
              <a:defRPr sz="6600">
                <a:solidFill>
                  <a:srgbClr val="FFFFFF"/>
                </a:solidFill>
              </a:defRPr>
            </a:lvl1pPr>
          </a:lstStyle>
          <a:p>
            <a:r>
              <a:rPr b="1" dirty="0"/>
              <a:t>In this presentation</a:t>
            </a:r>
            <a:br>
              <a:rPr lang="en-US" b="1" dirty="0"/>
            </a:br>
            <a:endParaRPr b="1" dirty="0"/>
          </a:p>
        </p:txBody>
      </p:sp>
      <p:sp>
        <p:nvSpPr>
          <p:cNvPr id="653" name="TextBox 6">
            <a:extLst>
              <a:ext uri="{FF2B5EF4-FFF2-40B4-BE49-F238E27FC236}">
                <a16:creationId xmlns:a16="http://schemas.microsoft.com/office/drawing/2014/main" id="{065D3124-D703-A420-4E45-698C5B8C619C}"/>
              </a:ext>
            </a:extLst>
          </p:cNvPr>
          <p:cNvSpPr txBox="1"/>
          <p:nvPr/>
        </p:nvSpPr>
        <p:spPr>
          <a:xfrm>
            <a:off x="2272957" y="4685916"/>
            <a:ext cx="7635886" cy="5765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p>
            <a:pPr marL="457200" indent="-457200">
              <a:spcBef>
                <a:spcPts val="200"/>
              </a:spcBef>
              <a:buFont typeface="Arial" panose="020B0604020202020204" pitchFamily="34" charset="0"/>
              <a:buChar char="•"/>
              <a:defRPr sz="3200">
                <a:solidFill>
                  <a:schemeClr val="accent1"/>
                </a:solidFill>
              </a:defRPr>
            </a:pPr>
            <a:r>
              <a:rPr lang="en-US" sz="3200" dirty="0">
                <a:solidFill>
                  <a:srgbClr val="000000"/>
                </a:solidFill>
              </a:rPr>
              <a:t>Why a PoX with IBM?</a:t>
            </a:r>
          </a:p>
          <a:p>
            <a:pPr marL="457200" indent="-457200">
              <a:spcBef>
                <a:spcPts val="200"/>
              </a:spcBef>
              <a:buFont typeface="Arial" panose="020B0604020202020204" pitchFamily="34" charset="0"/>
              <a:buChar char="•"/>
              <a:defRPr sz="3200">
                <a:solidFill>
                  <a:schemeClr val="accent1"/>
                </a:solidFill>
              </a:defRPr>
            </a:pPr>
            <a:endParaRPr lang="en-US" sz="3200" dirty="0">
              <a:solidFill>
                <a:srgbClr val="000000"/>
              </a:solidFill>
            </a:endParaRPr>
          </a:p>
          <a:p>
            <a:pPr marL="457200" indent="-457200">
              <a:spcBef>
                <a:spcPts val="200"/>
              </a:spcBef>
              <a:buFont typeface="Arial" panose="020B0604020202020204" pitchFamily="34" charset="0"/>
              <a:buChar char="•"/>
              <a:defRPr sz="3200">
                <a:solidFill>
                  <a:schemeClr val="accent1"/>
                </a:solidFill>
              </a:defRPr>
            </a:pPr>
            <a:r>
              <a:rPr lang="en-US" sz="3200" dirty="0">
                <a:solidFill>
                  <a:srgbClr val="000000"/>
                </a:solidFill>
              </a:rPr>
              <a:t>Define objectives &amp; success criteria</a:t>
            </a:r>
          </a:p>
          <a:p>
            <a:pPr marL="457200" indent="-457200">
              <a:spcBef>
                <a:spcPts val="200"/>
              </a:spcBef>
              <a:buFont typeface="Arial" panose="020B0604020202020204" pitchFamily="34" charset="0"/>
              <a:buChar char="•"/>
              <a:defRPr sz="3200">
                <a:solidFill>
                  <a:schemeClr val="accent1"/>
                </a:solidFill>
              </a:defRPr>
            </a:pPr>
            <a:endParaRPr lang="en-US" sz="3200" dirty="0">
              <a:solidFill>
                <a:srgbClr val="000000"/>
              </a:solidFill>
            </a:endParaRPr>
          </a:p>
          <a:p>
            <a:pPr marL="457200" indent="-457200">
              <a:spcBef>
                <a:spcPts val="200"/>
              </a:spcBef>
              <a:buFont typeface="Arial" panose="020B0604020202020204" pitchFamily="34" charset="0"/>
              <a:buChar char="•"/>
              <a:defRPr sz="3200">
                <a:solidFill>
                  <a:schemeClr val="accent1"/>
                </a:solidFill>
              </a:defRPr>
            </a:pPr>
            <a:r>
              <a:rPr lang="en-US" sz="3200" dirty="0">
                <a:solidFill>
                  <a:srgbClr val="000000"/>
                </a:solidFill>
              </a:rPr>
              <a:t>Select a use case</a:t>
            </a:r>
          </a:p>
          <a:p>
            <a:pPr marL="457200" indent="-457200">
              <a:spcBef>
                <a:spcPts val="200"/>
              </a:spcBef>
              <a:buFont typeface="Arial" panose="020B0604020202020204" pitchFamily="34" charset="0"/>
              <a:buChar char="•"/>
              <a:defRPr sz="3200">
                <a:solidFill>
                  <a:schemeClr val="accent1"/>
                </a:solidFill>
              </a:defRPr>
            </a:pPr>
            <a:endParaRPr lang="en-US" sz="3200" dirty="0">
              <a:solidFill>
                <a:srgbClr val="000000"/>
              </a:solidFill>
            </a:endParaRPr>
          </a:p>
          <a:p>
            <a:pPr marL="457200" indent="-457200">
              <a:spcBef>
                <a:spcPts val="200"/>
              </a:spcBef>
              <a:buFont typeface="Arial" panose="020B0604020202020204" pitchFamily="34" charset="0"/>
              <a:buChar char="•"/>
              <a:defRPr sz="3200">
                <a:solidFill>
                  <a:schemeClr val="accent1"/>
                </a:solidFill>
              </a:defRPr>
            </a:pPr>
            <a:r>
              <a:rPr lang="en-US" sz="3200" dirty="0">
                <a:solidFill>
                  <a:srgbClr val="000000"/>
                </a:solidFill>
              </a:rPr>
              <a:t>Design &amp; build</a:t>
            </a:r>
          </a:p>
          <a:p>
            <a:pPr marL="457200" indent="-457200">
              <a:spcBef>
                <a:spcPts val="200"/>
              </a:spcBef>
              <a:buFont typeface="Arial" panose="020B0604020202020204" pitchFamily="34" charset="0"/>
              <a:buChar char="•"/>
              <a:defRPr sz="3200">
                <a:solidFill>
                  <a:schemeClr val="accent1"/>
                </a:solidFill>
              </a:defRPr>
            </a:pPr>
            <a:endParaRPr lang="en-US" sz="3200" dirty="0">
              <a:solidFill>
                <a:srgbClr val="000000"/>
              </a:solidFill>
            </a:endParaRPr>
          </a:p>
          <a:p>
            <a:pPr marL="457200" indent="-457200">
              <a:spcBef>
                <a:spcPts val="200"/>
              </a:spcBef>
              <a:buFont typeface="Arial" panose="020B0604020202020204" pitchFamily="34" charset="0"/>
              <a:buChar char="•"/>
              <a:defRPr sz="3200">
                <a:solidFill>
                  <a:schemeClr val="accent1"/>
                </a:solidFill>
              </a:defRPr>
            </a:pPr>
            <a:r>
              <a:rPr lang="en-US" sz="3200" dirty="0">
                <a:solidFill>
                  <a:srgbClr val="000000"/>
                </a:solidFill>
              </a:rPr>
              <a:t>Enable end users</a:t>
            </a:r>
          </a:p>
          <a:p>
            <a:pPr marL="457200" indent="-457200">
              <a:spcBef>
                <a:spcPts val="200"/>
              </a:spcBef>
              <a:buFont typeface="Arial" panose="020B0604020202020204" pitchFamily="34" charset="0"/>
              <a:buChar char="•"/>
              <a:defRPr sz="3200">
                <a:solidFill>
                  <a:schemeClr val="accent1"/>
                </a:solidFill>
              </a:defRPr>
            </a:pPr>
            <a:endParaRPr lang="en-US" sz="3200" dirty="0">
              <a:solidFill>
                <a:srgbClr val="000000"/>
              </a:solidFill>
            </a:endParaRPr>
          </a:p>
          <a:p>
            <a:pPr>
              <a:spcBef>
                <a:spcPts val="200"/>
              </a:spcBef>
              <a:defRPr sz="3200">
                <a:solidFill>
                  <a:schemeClr val="accent1"/>
                </a:solidFill>
              </a:defRPr>
            </a:pPr>
            <a:endParaRPr sz="3200" dirty="0">
              <a:solidFill>
                <a:srgbClr val="000000"/>
              </a:solidFill>
            </a:endParaRPr>
          </a:p>
        </p:txBody>
      </p:sp>
      <p:sp>
        <p:nvSpPr>
          <p:cNvPr id="4" name="TextBox 6">
            <a:extLst>
              <a:ext uri="{FF2B5EF4-FFF2-40B4-BE49-F238E27FC236}">
                <a16:creationId xmlns:a16="http://schemas.microsoft.com/office/drawing/2014/main" id="{0E0F6FC3-0313-7FEC-307C-B7AFD9F04436}"/>
              </a:ext>
            </a:extLst>
          </p:cNvPr>
          <p:cNvSpPr txBox="1"/>
          <p:nvPr/>
        </p:nvSpPr>
        <p:spPr>
          <a:xfrm>
            <a:off x="11853575" y="4685916"/>
            <a:ext cx="8881041" cy="4211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p>
            <a:pPr marL="457200" indent="-457200">
              <a:spcBef>
                <a:spcPts val="200"/>
              </a:spcBef>
              <a:buFont typeface="Arial" panose="020B0604020202020204" pitchFamily="34" charset="0"/>
              <a:buChar char="•"/>
              <a:defRPr sz="3200">
                <a:solidFill>
                  <a:schemeClr val="accent1"/>
                </a:solidFill>
              </a:defRPr>
            </a:pPr>
            <a:r>
              <a:rPr lang="en-US" sz="3200" dirty="0">
                <a:solidFill>
                  <a:srgbClr val="000000"/>
                </a:solidFill>
              </a:rPr>
              <a:t>Show value early</a:t>
            </a:r>
          </a:p>
          <a:p>
            <a:pPr marL="457200" indent="-457200">
              <a:spcBef>
                <a:spcPts val="200"/>
              </a:spcBef>
              <a:buFont typeface="Arial" panose="020B0604020202020204" pitchFamily="34" charset="0"/>
              <a:buChar char="•"/>
              <a:defRPr sz="3200">
                <a:solidFill>
                  <a:schemeClr val="accent1"/>
                </a:solidFill>
              </a:defRPr>
            </a:pPr>
            <a:endParaRPr lang="en-US" sz="3200" dirty="0">
              <a:solidFill>
                <a:srgbClr val="000000"/>
              </a:solidFill>
            </a:endParaRPr>
          </a:p>
          <a:p>
            <a:pPr marL="457200" indent="-457200">
              <a:spcBef>
                <a:spcPts val="200"/>
              </a:spcBef>
              <a:buFont typeface="Arial" panose="020B0604020202020204" pitchFamily="34" charset="0"/>
              <a:buChar char="•"/>
              <a:defRPr sz="3200">
                <a:solidFill>
                  <a:schemeClr val="accent1"/>
                </a:solidFill>
              </a:defRPr>
            </a:pPr>
            <a:r>
              <a:rPr lang="en-US" sz="3200" dirty="0">
                <a:solidFill>
                  <a:srgbClr val="000000"/>
                </a:solidFill>
              </a:rPr>
              <a:t>Learn &amp; iterate</a:t>
            </a:r>
          </a:p>
          <a:p>
            <a:pPr marL="457200" indent="-457200">
              <a:spcBef>
                <a:spcPts val="200"/>
              </a:spcBef>
              <a:buFont typeface="Arial" panose="020B0604020202020204" pitchFamily="34" charset="0"/>
              <a:buChar char="•"/>
              <a:defRPr sz="3200">
                <a:solidFill>
                  <a:schemeClr val="accent1"/>
                </a:solidFill>
              </a:defRPr>
            </a:pPr>
            <a:endParaRPr lang="en-US" sz="3200" dirty="0">
              <a:solidFill>
                <a:srgbClr val="000000"/>
              </a:solidFill>
            </a:endParaRPr>
          </a:p>
          <a:p>
            <a:pPr marL="457200" indent="-457200">
              <a:spcBef>
                <a:spcPts val="200"/>
              </a:spcBef>
              <a:buFont typeface="Arial" panose="020B0604020202020204" pitchFamily="34" charset="0"/>
              <a:buChar char="•"/>
              <a:defRPr sz="3200">
                <a:solidFill>
                  <a:schemeClr val="accent1"/>
                </a:solidFill>
              </a:defRPr>
            </a:pPr>
            <a:r>
              <a:rPr lang="en-US" sz="3200" dirty="0">
                <a:solidFill>
                  <a:srgbClr val="000000"/>
                </a:solidFill>
              </a:rPr>
              <a:t>The IBM Client Engineering playbooks</a:t>
            </a:r>
          </a:p>
          <a:p>
            <a:pPr marL="457200" indent="-457200">
              <a:spcBef>
                <a:spcPts val="200"/>
              </a:spcBef>
              <a:buFont typeface="Arial" panose="020B0604020202020204" pitchFamily="34" charset="0"/>
              <a:buChar char="•"/>
              <a:defRPr sz="3200">
                <a:solidFill>
                  <a:schemeClr val="accent1"/>
                </a:solidFill>
              </a:defRPr>
            </a:pPr>
            <a:endParaRPr lang="en-US" sz="3200" dirty="0">
              <a:solidFill>
                <a:srgbClr val="000000"/>
              </a:solidFill>
            </a:endParaRPr>
          </a:p>
          <a:p>
            <a:pPr marL="457200" indent="-457200">
              <a:spcBef>
                <a:spcPts val="200"/>
              </a:spcBef>
              <a:buFont typeface="Arial" panose="020B0604020202020204" pitchFamily="34" charset="0"/>
              <a:buChar char="•"/>
              <a:defRPr sz="3200">
                <a:solidFill>
                  <a:schemeClr val="accent1"/>
                </a:solidFill>
              </a:defRPr>
            </a:pPr>
            <a:r>
              <a:rPr lang="en-US" sz="3200" dirty="0">
                <a:solidFill>
                  <a:srgbClr val="000000"/>
                </a:solidFill>
              </a:rPr>
              <a:t>TechZone assets &amp; PoX environments</a:t>
            </a:r>
          </a:p>
          <a:p>
            <a:pPr>
              <a:spcBef>
                <a:spcPts val="200"/>
              </a:spcBef>
              <a:defRPr sz="3200">
                <a:solidFill>
                  <a:schemeClr val="accent1"/>
                </a:solidFill>
              </a:defRPr>
            </a:pPr>
            <a:endParaRPr sz="3200" dirty="0">
              <a:solidFill>
                <a:srgbClr val="000000"/>
              </a:solidFill>
            </a:endParaRPr>
          </a:p>
        </p:txBody>
      </p:sp>
    </p:spTree>
    <p:extLst>
      <p:ext uri="{BB962C8B-B14F-4D97-AF65-F5344CB8AC3E}">
        <p14:creationId xmlns:p14="http://schemas.microsoft.com/office/powerpoint/2010/main" val="423570871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6B183-7CFC-7953-1E2A-8BF38EBA079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3DE2446-E07C-3D38-67C7-5FB991FB3AE2}"/>
              </a:ext>
            </a:extLst>
          </p:cNvPr>
          <p:cNvSpPr txBox="1"/>
          <p:nvPr/>
        </p:nvSpPr>
        <p:spPr>
          <a:xfrm>
            <a:off x="1777282" y="4428324"/>
            <a:ext cx="7976697" cy="762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Complexity &amp; cost uncertainty</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Vendor &amp; cloud lock-in</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Do </a:t>
            </a:r>
            <a:r>
              <a:rPr lang="en-US" kern="0">
                <a:solidFill>
                  <a:srgbClr val="000000"/>
                </a:solidFill>
                <a:ea typeface="+mj-ea"/>
                <a:cs typeface="+mj-cs"/>
                <a:sym typeface="IBM Plex Sans Light"/>
              </a:rPr>
              <a:t>I start </a:t>
            </a:r>
            <a:r>
              <a:rPr lang="en-US" kern="0" dirty="0">
                <a:solidFill>
                  <a:srgbClr val="000000"/>
                </a:solidFill>
                <a:ea typeface="+mj-ea"/>
                <a:cs typeface="+mj-cs"/>
                <a:sym typeface="IBM Plex Sans Light"/>
              </a:rPr>
              <a:t>from scratch?</a:t>
            </a:r>
          </a:p>
          <a:p>
            <a:pPr marL="1486188" lvl="1" indent="-571500"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Foundation model</a:t>
            </a:r>
          </a:p>
          <a:p>
            <a:pPr marL="1486188" lvl="1" indent="-571500"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Generative AI</a:t>
            </a:r>
          </a:p>
          <a:p>
            <a:pPr marL="1486188" lvl="1" indent="-571500"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Machine Learning</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How do I operationalize &amp; scale?</a:t>
            </a:r>
          </a:p>
        </p:txBody>
      </p:sp>
      <p:sp>
        <p:nvSpPr>
          <p:cNvPr id="10" name="Title 1">
            <a:extLst>
              <a:ext uri="{FF2B5EF4-FFF2-40B4-BE49-F238E27FC236}">
                <a16:creationId xmlns:a16="http://schemas.microsoft.com/office/drawing/2014/main" id="{1132379D-E1E7-F46F-ED7D-F032C6B511DE}"/>
              </a:ext>
            </a:extLst>
          </p:cNvPr>
          <p:cNvSpPr txBox="1">
            <a:spLocks/>
          </p:cNvSpPr>
          <p:nvPr/>
        </p:nvSpPr>
        <p:spPr>
          <a:xfrm>
            <a:off x="4917884" y="2466475"/>
            <a:ext cx="2341353" cy="916805"/>
          </a:xfrm>
          <a:prstGeom prst="rect">
            <a:avLst/>
          </a:prstGeom>
          <a:solidFill>
            <a:schemeClr val="accent6"/>
          </a:solid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a:normAutofit fontScale="92500" lnSpcReduction="10000"/>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pPr algn="ctr"/>
            <a:r>
              <a:rPr lang="en-US" sz="6400" kern="0" dirty="0">
                <a:solidFill>
                  <a:schemeClr val="bg1"/>
                </a:solidFill>
              </a:rPr>
              <a:t>FUD</a:t>
            </a:r>
          </a:p>
        </p:txBody>
      </p:sp>
      <p:sp>
        <p:nvSpPr>
          <p:cNvPr id="11" name="Straight Connector 10">
            <a:extLst>
              <a:ext uri="{FF2B5EF4-FFF2-40B4-BE49-F238E27FC236}">
                <a16:creationId xmlns:a16="http://schemas.microsoft.com/office/drawing/2014/main" id="{D7A457DE-EFAC-B3DF-C7F8-98EA6C72C7BC}"/>
              </a:ext>
            </a:extLst>
          </p:cNvPr>
          <p:cNvSpPr/>
          <p:nvPr/>
        </p:nvSpPr>
        <p:spPr>
          <a:xfrm>
            <a:off x="12079287" y="2902019"/>
            <a:ext cx="0" cy="7911964"/>
          </a:xfrm>
          <a:prstGeom prst="line">
            <a:avLst/>
          </a:prstGeom>
          <a:ln w="12700">
            <a:solidFill>
              <a:srgbClr val="000000"/>
            </a:solidFill>
          </a:ln>
        </p:spPr>
        <p:txBody>
          <a:bodyPr lIns="45719" rIns="45719"/>
          <a:lstStyle/>
          <a:p>
            <a:pPr>
              <a:defRPr>
                <a:solidFill>
                  <a:srgbClr val="000000"/>
                </a:solidFill>
              </a:defRPr>
            </a:pPr>
            <a:endParaRPr dirty="0"/>
          </a:p>
        </p:txBody>
      </p:sp>
      <p:pic>
        <p:nvPicPr>
          <p:cNvPr id="13" name="Picture 12">
            <a:extLst>
              <a:ext uri="{FF2B5EF4-FFF2-40B4-BE49-F238E27FC236}">
                <a16:creationId xmlns:a16="http://schemas.microsoft.com/office/drawing/2014/main" id="{D80B2744-EC54-F05A-7A7F-FFD2DD6C1462}"/>
              </a:ext>
            </a:extLst>
          </p:cNvPr>
          <p:cNvPicPr>
            <a:picLocks noChangeAspect="1"/>
          </p:cNvPicPr>
          <p:nvPr/>
        </p:nvPicPr>
        <p:blipFill>
          <a:blip r:embed="rId3"/>
          <a:stretch>
            <a:fillRect/>
          </a:stretch>
        </p:blipFill>
        <p:spPr>
          <a:xfrm>
            <a:off x="11829498" y="1417320"/>
            <a:ext cx="715621" cy="1378880"/>
          </a:xfrm>
          <a:prstGeom prst="rect">
            <a:avLst/>
          </a:prstGeom>
        </p:spPr>
      </p:pic>
      <p:sp>
        <p:nvSpPr>
          <p:cNvPr id="19" name="TextBox 18">
            <a:extLst>
              <a:ext uri="{FF2B5EF4-FFF2-40B4-BE49-F238E27FC236}">
                <a16:creationId xmlns:a16="http://schemas.microsoft.com/office/drawing/2014/main" id="{9867A52F-1C5E-28A0-A8C1-9F1902888B0F}"/>
              </a:ext>
            </a:extLst>
          </p:cNvPr>
          <p:cNvSpPr txBox="1"/>
          <p:nvPr/>
        </p:nvSpPr>
        <p:spPr>
          <a:xfrm>
            <a:off x="13698973" y="4428324"/>
            <a:ext cx="7976697" cy="71706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Pre-built agents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Thousands of pre-built tools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Open model strategy</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Grounded &amp; trusted AI</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No-code / low-code / pro-code</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Build fast</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Deploy anywhere</a:t>
            </a:r>
          </a:p>
        </p:txBody>
      </p:sp>
      <p:sp>
        <p:nvSpPr>
          <p:cNvPr id="2" name="Title 1">
            <a:extLst>
              <a:ext uri="{FF2B5EF4-FFF2-40B4-BE49-F238E27FC236}">
                <a16:creationId xmlns:a16="http://schemas.microsoft.com/office/drawing/2014/main" id="{0ED3B08C-341B-A3AA-7290-391C53F0E3D6}"/>
              </a:ext>
            </a:extLst>
          </p:cNvPr>
          <p:cNvSpPr txBox="1">
            <a:spLocks/>
          </p:cNvSpPr>
          <p:nvPr/>
        </p:nvSpPr>
        <p:spPr>
          <a:xfrm>
            <a:off x="16640779" y="2443615"/>
            <a:ext cx="2341353" cy="916805"/>
          </a:xfrm>
          <a:prstGeom prst="rect">
            <a:avLst/>
          </a:prstGeom>
          <a:solidFill>
            <a:schemeClr val="accent1"/>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ormAutofit fontScale="92500" lnSpcReduction="10000"/>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pPr algn="ctr"/>
            <a:r>
              <a:rPr lang="en-US" sz="6400" kern="0" dirty="0">
                <a:solidFill>
                  <a:schemeClr val="bg1"/>
                </a:solidFill>
              </a:rPr>
              <a:t>IBM</a:t>
            </a:r>
          </a:p>
        </p:txBody>
      </p:sp>
      <p:cxnSp>
        <p:nvCxnSpPr>
          <p:cNvPr id="4" name="Straight Arrow Connector 3">
            <a:extLst>
              <a:ext uri="{FF2B5EF4-FFF2-40B4-BE49-F238E27FC236}">
                <a16:creationId xmlns:a16="http://schemas.microsoft.com/office/drawing/2014/main" id="{2BD33D8E-C8E0-9F3B-A2D6-3E6EAA145E44}"/>
              </a:ext>
            </a:extLst>
          </p:cNvPr>
          <p:cNvCxnSpPr>
            <a:cxnSpLocks/>
            <a:stCxn id="10" idx="3"/>
            <a:endCxn id="2" idx="1"/>
          </p:cNvCxnSpPr>
          <p:nvPr/>
        </p:nvCxnSpPr>
        <p:spPr bwMode="auto">
          <a:xfrm flipV="1">
            <a:off x="7259237" y="2902018"/>
            <a:ext cx="9381542" cy="22860"/>
          </a:xfrm>
          <a:prstGeom prst="straightConnector1">
            <a:avLst/>
          </a:prstGeom>
          <a:ln>
            <a:solidFill>
              <a:schemeClr val="tx2"/>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0F32D49-7A8E-48DC-B3BE-63C981EF65AE}"/>
              </a:ext>
            </a:extLst>
          </p:cNvPr>
          <p:cNvSpPr txBox="1">
            <a:spLocks/>
          </p:cNvSpPr>
          <p:nvPr/>
        </p:nvSpPr>
        <p:spPr>
          <a:xfrm>
            <a:off x="1074798" y="546837"/>
            <a:ext cx="10103742" cy="1600200"/>
          </a:xfrm>
          <a:prstGeom prst="rect">
            <a:avLst/>
          </a:prstGeom>
        </p:spPr>
        <p:txBody>
          <a:bodyPr>
            <a:normAutofit/>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sz="6400" kern="0" dirty="0"/>
              <a:t>Why a PoX with IBM?</a:t>
            </a:r>
          </a:p>
        </p:txBody>
      </p:sp>
    </p:spTree>
    <p:extLst>
      <p:ext uri="{BB962C8B-B14F-4D97-AF65-F5344CB8AC3E}">
        <p14:creationId xmlns:p14="http://schemas.microsoft.com/office/powerpoint/2010/main" val="161355841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E51D1-7B94-6D87-9D19-E461A663534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41D2C18-8F2E-7014-0736-D9053C82B076}"/>
              </a:ext>
            </a:extLst>
          </p:cNvPr>
          <p:cNvSpPr txBox="1"/>
          <p:nvPr/>
        </p:nvSpPr>
        <p:spPr>
          <a:xfrm>
            <a:off x="1777283" y="5182705"/>
            <a:ext cx="7560682" cy="594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Validate AI-driven </a:t>
            </a:r>
            <a:br>
              <a:rPr lang="en-US" kern="0" dirty="0">
                <a:solidFill>
                  <a:srgbClr val="000000"/>
                </a:solidFill>
                <a:ea typeface="+mj-ea"/>
                <a:cs typeface="+mj-cs"/>
                <a:sym typeface="IBM Plex Sans Light"/>
              </a:rPr>
            </a:br>
            <a:r>
              <a:rPr lang="en-US" kern="0" dirty="0">
                <a:solidFill>
                  <a:srgbClr val="000000"/>
                </a:solidFill>
                <a:ea typeface="+mj-ea"/>
                <a:cs typeface="+mj-cs"/>
                <a:sym typeface="IBM Plex Sans Light"/>
              </a:rPr>
              <a:t>automation capabilities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Demonstrate business value through measurable outcomes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Collect feedback to inform full-scale deployment</a:t>
            </a:r>
          </a:p>
        </p:txBody>
      </p:sp>
      <p:sp>
        <p:nvSpPr>
          <p:cNvPr id="7" name="TextBox 6">
            <a:extLst>
              <a:ext uri="{FF2B5EF4-FFF2-40B4-BE49-F238E27FC236}">
                <a16:creationId xmlns:a16="http://schemas.microsoft.com/office/drawing/2014/main" id="{01573979-6651-AF22-2D5A-4F45BA1EB664}"/>
              </a:ext>
            </a:extLst>
          </p:cNvPr>
          <p:cNvSpPr txBox="1"/>
          <p:nvPr/>
        </p:nvSpPr>
        <p:spPr>
          <a:xfrm>
            <a:off x="3243943" y="244057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US" kern="0" dirty="0">
              <a:solidFill>
                <a:srgbClr val="000000"/>
              </a:solidFill>
              <a:ea typeface="+mj-ea"/>
              <a:cs typeface="+mj-cs"/>
              <a:sym typeface="IBM Plex Sans Light"/>
            </a:endParaRPr>
          </a:p>
        </p:txBody>
      </p:sp>
      <p:sp>
        <p:nvSpPr>
          <p:cNvPr id="10" name="Title 1">
            <a:extLst>
              <a:ext uri="{FF2B5EF4-FFF2-40B4-BE49-F238E27FC236}">
                <a16:creationId xmlns:a16="http://schemas.microsoft.com/office/drawing/2014/main" id="{7C14A337-2633-1C2B-A7E9-0D8DAFC4334C}"/>
              </a:ext>
            </a:extLst>
          </p:cNvPr>
          <p:cNvSpPr txBox="1">
            <a:spLocks/>
          </p:cNvSpPr>
          <p:nvPr/>
        </p:nvSpPr>
        <p:spPr>
          <a:xfrm>
            <a:off x="370117" y="2446021"/>
            <a:ext cx="11227673" cy="1641406"/>
          </a:xfrm>
          <a:prstGeom prst="rect">
            <a:avLst/>
          </a:prstGeom>
        </p:spPr>
        <p:txBody>
          <a:bodyPr>
            <a:normAutofit/>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pPr algn="ctr"/>
            <a:r>
              <a:rPr lang="en-US" sz="6400" kern="0" dirty="0">
                <a:solidFill>
                  <a:schemeClr val="accent1"/>
                </a:solidFill>
              </a:rPr>
              <a:t>objectives</a:t>
            </a:r>
          </a:p>
        </p:txBody>
      </p:sp>
      <p:sp>
        <p:nvSpPr>
          <p:cNvPr id="11" name="Straight Connector 10">
            <a:extLst>
              <a:ext uri="{FF2B5EF4-FFF2-40B4-BE49-F238E27FC236}">
                <a16:creationId xmlns:a16="http://schemas.microsoft.com/office/drawing/2014/main" id="{2DEEC39C-5299-522B-62F7-4E28D1BDF419}"/>
              </a:ext>
            </a:extLst>
          </p:cNvPr>
          <p:cNvSpPr/>
          <p:nvPr/>
        </p:nvSpPr>
        <p:spPr>
          <a:xfrm flipH="1">
            <a:off x="12193587" y="1691641"/>
            <a:ext cx="0" cy="9983304"/>
          </a:xfrm>
          <a:prstGeom prst="line">
            <a:avLst/>
          </a:prstGeom>
          <a:ln w="12700">
            <a:solidFill>
              <a:srgbClr val="000000"/>
            </a:solidFill>
          </a:ln>
        </p:spPr>
        <p:txBody>
          <a:bodyPr lIns="45719" rIns="45719"/>
          <a:lstStyle/>
          <a:p>
            <a:pPr>
              <a:defRPr>
                <a:solidFill>
                  <a:srgbClr val="000000"/>
                </a:solidFill>
              </a:defRPr>
            </a:pPr>
            <a:endParaRPr dirty="0"/>
          </a:p>
        </p:txBody>
      </p:sp>
      <p:sp>
        <p:nvSpPr>
          <p:cNvPr id="16" name="Title 1">
            <a:extLst>
              <a:ext uri="{FF2B5EF4-FFF2-40B4-BE49-F238E27FC236}">
                <a16:creationId xmlns:a16="http://schemas.microsoft.com/office/drawing/2014/main" id="{36CC1ED2-989D-7825-FCFA-5A1E0DD789EC}"/>
              </a:ext>
            </a:extLst>
          </p:cNvPr>
          <p:cNvSpPr txBox="1">
            <a:spLocks/>
          </p:cNvSpPr>
          <p:nvPr/>
        </p:nvSpPr>
        <p:spPr>
          <a:xfrm>
            <a:off x="12789385" y="2446020"/>
            <a:ext cx="11057204" cy="1641405"/>
          </a:xfrm>
          <a:prstGeom prst="rect">
            <a:avLst/>
          </a:prstGeom>
        </p:spPr>
        <p:txBody>
          <a:bodyPr>
            <a:normAutofit/>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pPr algn="ctr"/>
            <a:r>
              <a:rPr lang="en-US" sz="6400" kern="0" dirty="0">
                <a:solidFill>
                  <a:schemeClr val="accent1"/>
                </a:solidFill>
              </a:rPr>
              <a:t>success criteria</a:t>
            </a:r>
          </a:p>
        </p:txBody>
      </p:sp>
      <p:sp>
        <p:nvSpPr>
          <p:cNvPr id="17" name="TextBox 16">
            <a:extLst>
              <a:ext uri="{FF2B5EF4-FFF2-40B4-BE49-F238E27FC236}">
                <a16:creationId xmlns:a16="http://schemas.microsoft.com/office/drawing/2014/main" id="{200CAB5A-4C44-42C4-2D54-D0D1247A9ED3}"/>
              </a:ext>
            </a:extLst>
          </p:cNvPr>
          <p:cNvSpPr txBox="1"/>
          <p:nvPr/>
        </p:nvSpPr>
        <p:spPr>
          <a:xfrm>
            <a:off x="13723036" y="5182705"/>
            <a:ext cx="7976697" cy="594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Task completion time reduction (e.g., 50% faster onboarding)</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Number of tasks automated</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User satisfaction scores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Stakeholder feedback</a:t>
            </a:r>
          </a:p>
        </p:txBody>
      </p:sp>
      <p:pic>
        <p:nvPicPr>
          <p:cNvPr id="18" name="Picture 17">
            <a:extLst>
              <a:ext uri="{FF2B5EF4-FFF2-40B4-BE49-F238E27FC236}">
                <a16:creationId xmlns:a16="http://schemas.microsoft.com/office/drawing/2014/main" id="{2D8E65F5-BB80-980C-89C6-00A692F43F1C}"/>
              </a:ext>
            </a:extLst>
          </p:cNvPr>
          <p:cNvPicPr>
            <a:picLocks noChangeAspect="1"/>
          </p:cNvPicPr>
          <p:nvPr/>
        </p:nvPicPr>
        <p:blipFill>
          <a:blip r:embed="rId3"/>
          <a:stretch>
            <a:fillRect/>
          </a:stretch>
        </p:blipFill>
        <p:spPr>
          <a:xfrm>
            <a:off x="11852358" y="1668780"/>
            <a:ext cx="715621" cy="2994660"/>
          </a:xfrm>
          <a:prstGeom prst="rect">
            <a:avLst/>
          </a:prstGeom>
        </p:spPr>
      </p:pic>
      <p:sp>
        <p:nvSpPr>
          <p:cNvPr id="14" name="Freeform 13">
            <a:extLst>
              <a:ext uri="{FF2B5EF4-FFF2-40B4-BE49-F238E27FC236}">
                <a16:creationId xmlns:a16="http://schemas.microsoft.com/office/drawing/2014/main" id="{BEF97C84-7C47-B7AA-3497-DED359B11515}"/>
              </a:ext>
            </a:extLst>
          </p:cNvPr>
          <p:cNvSpPr/>
          <p:nvPr/>
        </p:nvSpPr>
        <p:spPr>
          <a:xfrm>
            <a:off x="11336337" y="2261881"/>
            <a:ext cx="1714500" cy="1641405"/>
          </a:xfrm>
          <a:custGeom>
            <a:avLst/>
            <a:gdLst>
              <a:gd name="connsiteX0" fmla="*/ 1668323 w 1714500"/>
              <a:gd name="connsiteY0" fmla="*/ 1600200 h 1641405"/>
              <a:gd name="connsiteX1" fmla="*/ 877824 w 1714500"/>
              <a:gd name="connsiteY1" fmla="*/ 414395 h 1641405"/>
              <a:gd name="connsiteX2" fmla="*/ 877824 w 1714500"/>
              <a:gd name="connsiteY2" fmla="*/ 212598 h 1641405"/>
              <a:gd name="connsiteX3" fmla="*/ 1135513 w 1714500"/>
              <a:gd name="connsiteY3" fmla="*/ 212598 h 1641405"/>
              <a:gd name="connsiteX4" fmla="*/ 1029214 w 1714500"/>
              <a:gd name="connsiteY4" fmla="*/ 106299 h 1641405"/>
              <a:gd name="connsiteX5" fmla="*/ 1135513 w 1714500"/>
              <a:gd name="connsiteY5" fmla="*/ 0 h 1641405"/>
              <a:gd name="connsiteX6" fmla="*/ 836676 w 1714500"/>
              <a:gd name="connsiteY6" fmla="*/ 0 h 1641405"/>
              <a:gd name="connsiteX7" fmla="*/ 836676 w 1714500"/>
              <a:gd name="connsiteY7" fmla="*/ 414395 h 1641405"/>
              <a:gd name="connsiteX8" fmla="*/ 46120 w 1714500"/>
              <a:gd name="connsiteY8" fmla="*/ 1600200 h 1641405"/>
              <a:gd name="connsiteX9" fmla="*/ 0 w 1714500"/>
              <a:gd name="connsiteY9" fmla="*/ 1600200 h 1641405"/>
              <a:gd name="connsiteX10" fmla="*/ 0 w 1714500"/>
              <a:gd name="connsiteY10" fmla="*/ 1641405 h 1641405"/>
              <a:gd name="connsiteX11" fmla="*/ 1714500 w 1714500"/>
              <a:gd name="connsiteY11" fmla="*/ 1641405 h 1641405"/>
              <a:gd name="connsiteX12" fmla="*/ 1714500 w 1714500"/>
              <a:gd name="connsiteY12" fmla="*/ 1600200 h 1641405"/>
              <a:gd name="connsiteX13" fmla="*/ 1668323 w 1714500"/>
              <a:gd name="connsiteY13" fmla="*/ 1600200 h 1641405"/>
              <a:gd name="connsiteX14" fmla="*/ 877824 w 1714500"/>
              <a:gd name="connsiteY14" fmla="*/ 41148 h 1641405"/>
              <a:gd name="connsiteX15" fmla="*/ 1036187 w 1714500"/>
              <a:gd name="connsiteY15" fmla="*/ 41148 h 1641405"/>
              <a:gd name="connsiteX16" fmla="*/ 971036 w 1714500"/>
              <a:gd name="connsiteY16" fmla="*/ 106299 h 1641405"/>
              <a:gd name="connsiteX17" fmla="*/ 1036187 w 1714500"/>
              <a:gd name="connsiteY17" fmla="*/ 171450 h 1641405"/>
              <a:gd name="connsiteX18" fmla="*/ 877824 w 1714500"/>
              <a:gd name="connsiteY18" fmla="*/ 171450 h 1641405"/>
              <a:gd name="connsiteX19" fmla="*/ 877824 w 1714500"/>
              <a:gd name="connsiteY19" fmla="*/ 41148 h 1641405"/>
              <a:gd name="connsiteX20" fmla="*/ 95612 w 1714500"/>
              <a:gd name="connsiteY20" fmla="*/ 1600200 h 1641405"/>
              <a:gd name="connsiteX21" fmla="*/ 400050 w 1714500"/>
              <a:gd name="connsiteY21" fmla="*/ 1143514 h 1641405"/>
              <a:gd name="connsiteX22" fmla="*/ 704488 w 1714500"/>
              <a:gd name="connsiteY22" fmla="*/ 1600143 h 1641405"/>
              <a:gd name="connsiteX23" fmla="*/ 95612 w 1714500"/>
              <a:gd name="connsiteY23" fmla="*/ 1600200 h 1641405"/>
              <a:gd name="connsiteX24" fmla="*/ 95612 w 1714500"/>
              <a:gd name="connsiteY24" fmla="*/ 1600200 h 1641405"/>
              <a:gd name="connsiteX25" fmla="*/ 753980 w 1714500"/>
              <a:gd name="connsiteY25" fmla="*/ 1600200 h 1641405"/>
              <a:gd name="connsiteX26" fmla="*/ 424796 w 1714500"/>
              <a:gd name="connsiteY26" fmla="*/ 1106424 h 1641405"/>
              <a:gd name="connsiteX27" fmla="*/ 628650 w 1714500"/>
              <a:gd name="connsiteY27" fmla="*/ 800614 h 1641405"/>
              <a:gd name="connsiteX28" fmla="*/ 1161688 w 1714500"/>
              <a:gd name="connsiteY28" fmla="*/ 1600200 h 1641405"/>
              <a:gd name="connsiteX29" fmla="*/ 753980 w 1714500"/>
              <a:gd name="connsiteY29" fmla="*/ 1600200 h 1641405"/>
              <a:gd name="connsiteX30" fmla="*/ 1211123 w 1714500"/>
              <a:gd name="connsiteY30" fmla="*/ 1600200 h 1641405"/>
              <a:gd name="connsiteX31" fmla="*/ 653396 w 1714500"/>
              <a:gd name="connsiteY31" fmla="*/ 763524 h 1641405"/>
              <a:gd name="connsiteX32" fmla="*/ 857250 w 1714500"/>
              <a:gd name="connsiteY32" fmla="*/ 457714 h 1641405"/>
              <a:gd name="connsiteX33" fmla="*/ 1618888 w 1714500"/>
              <a:gd name="connsiteY33" fmla="*/ 1600200 h 1641405"/>
              <a:gd name="connsiteX34" fmla="*/ 1211123 w 1714500"/>
              <a:gd name="connsiteY34" fmla="*/ 1600200 h 164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14500" h="1641405">
                <a:moveTo>
                  <a:pt x="1668323" y="1600200"/>
                </a:moveTo>
                <a:lnTo>
                  <a:pt x="877824" y="414395"/>
                </a:lnTo>
                <a:lnTo>
                  <a:pt x="877824" y="212598"/>
                </a:lnTo>
                <a:lnTo>
                  <a:pt x="1135513" y="212598"/>
                </a:lnTo>
                <a:lnTo>
                  <a:pt x="1029214" y="106299"/>
                </a:lnTo>
                <a:lnTo>
                  <a:pt x="1135513" y="0"/>
                </a:lnTo>
                <a:lnTo>
                  <a:pt x="836676" y="0"/>
                </a:lnTo>
                <a:lnTo>
                  <a:pt x="836676" y="414395"/>
                </a:lnTo>
                <a:lnTo>
                  <a:pt x="46120" y="1600200"/>
                </a:lnTo>
                <a:lnTo>
                  <a:pt x="0" y="1600200"/>
                </a:lnTo>
                <a:lnTo>
                  <a:pt x="0" y="1641405"/>
                </a:lnTo>
                <a:lnTo>
                  <a:pt x="1714500" y="1641405"/>
                </a:lnTo>
                <a:lnTo>
                  <a:pt x="1714500" y="1600200"/>
                </a:lnTo>
                <a:lnTo>
                  <a:pt x="1668323" y="1600200"/>
                </a:lnTo>
                <a:close/>
                <a:moveTo>
                  <a:pt x="877824" y="41148"/>
                </a:moveTo>
                <a:lnTo>
                  <a:pt x="1036187" y="41148"/>
                </a:lnTo>
                <a:lnTo>
                  <a:pt x="971036" y="106299"/>
                </a:lnTo>
                <a:lnTo>
                  <a:pt x="1036187" y="171450"/>
                </a:lnTo>
                <a:lnTo>
                  <a:pt x="877824" y="171450"/>
                </a:lnTo>
                <a:lnTo>
                  <a:pt x="877824" y="41148"/>
                </a:lnTo>
                <a:close/>
                <a:moveTo>
                  <a:pt x="95612" y="1600200"/>
                </a:moveTo>
                <a:lnTo>
                  <a:pt x="400050" y="1143514"/>
                </a:lnTo>
                <a:lnTo>
                  <a:pt x="704488" y="1600143"/>
                </a:lnTo>
                <a:lnTo>
                  <a:pt x="95612" y="1600200"/>
                </a:lnTo>
                <a:lnTo>
                  <a:pt x="95612" y="1600200"/>
                </a:lnTo>
                <a:close/>
                <a:moveTo>
                  <a:pt x="753980" y="1600200"/>
                </a:moveTo>
                <a:lnTo>
                  <a:pt x="424796" y="1106424"/>
                </a:lnTo>
                <a:lnTo>
                  <a:pt x="628650" y="800614"/>
                </a:lnTo>
                <a:lnTo>
                  <a:pt x="1161688" y="1600200"/>
                </a:lnTo>
                <a:lnTo>
                  <a:pt x="753980" y="1600200"/>
                </a:lnTo>
                <a:close/>
                <a:moveTo>
                  <a:pt x="1211123" y="1600200"/>
                </a:moveTo>
                <a:lnTo>
                  <a:pt x="653396" y="763524"/>
                </a:lnTo>
                <a:lnTo>
                  <a:pt x="857250" y="457714"/>
                </a:lnTo>
                <a:lnTo>
                  <a:pt x="1618888" y="1600200"/>
                </a:lnTo>
                <a:lnTo>
                  <a:pt x="1211123" y="1600200"/>
                </a:lnTo>
                <a:close/>
              </a:path>
            </a:pathLst>
          </a:custGeom>
          <a:solidFill>
            <a:schemeClr val="accent1"/>
          </a:solidFill>
          <a:ln w="50800" cap="flat">
            <a:solidFill>
              <a:schemeClr val="accent1"/>
            </a:solidFill>
            <a:prstDash val="solid"/>
            <a:miter/>
          </a:ln>
        </p:spPr>
        <p:txBody>
          <a:bodyPr rtlCol="0" anchor="ctr"/>
          <a:lstStyle/>
          <a:p>
            <a:endParaRPr lang="en-US"/>
          </a:p>
        </p:txBody>
      </p:sp>
      <p:sp>
        <p:nvSpPr>
          <p:cNvPr id="19" name="Title 1">
            <a:extLst>
              <a:ext uri="{FF2B5EF4-FFF2-40B4-BE49-F238E27FC236}">
                <a16:creationId xmlns:a16="http://schemas.microsoft.com/office/drawing/2014/main" id="{5578395A-20CC-40B0-DAFD-BE3532CE67AD}"/>
              </a:ext>
            </a:extLst>
          </p:cNvPr>
          <p:cNvSpPr txBox="1">
            <a:spLocks/>
          </p:cNvSpPr>
          <p:nvPr/>
        </p:nvSpPr>
        <p:spPr>
          <a:xfrm>
            <a:off x="8256702" y="540850"/>
            <a:ext cx="8469570" cy="1600200"/>
          </a:xfrm>
          <a:prstGeom prst="rect">
            <a:avLst/>
          </a:prstGeom>
        </p:spPr>
        <p:txBody>
          <a:bodyPr>
            <a:normAutofit/>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pPr algn="ctr"/>
            <a:r>
              <a:rPr lang="en-US" sz="6400" kern="0" dirty="0"/>
              <a:t>Define:</a:t>
            </a:r>
          </a:p>
        </p:txBody>
      </p:sp>
    </p:spTree>
    <p:extLst>
      <p:ext uri="{BB962C8B-B14F-4D97-AF65-F5344CB8AC3E}">
        <p14:creationId xmlns:p14="http://schemas.microsoft.com/office/powerpoint/2010/main" val="58044885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92857-AF3A-3602-68C6-40F2C4A5D4F2}"/>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5D471E10-0195-B733-9C8B-0555C823E874}"/>
              </a:ext>
            </a:extLst>
          </p:cNvPr>
          <p:cNvSpPr/>
          <p:nvPr/>
        </p:nvSpPr>
        <p:spPr bwMode="auto">
          <a:xfrm>
            <a:off x="13459968" y="3767328"/>
            <a:ext cx="9985248" cy="8033438"/>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2800" b="0" i="0" u="none" strike="noStrike" cap="none" normalizeH="0" baseline="0" dirty="0" err="1">
              <a:ln>
                <a:noFill/>
              </a:ln>
              <a:solidFill>
                <a:schemeClr val="bg1"/>
              </a:solidFill>
              <a:effectLst/>
              <a:latin typeface="+mn-lt"/>
            </a:endParaRPr>
          </a:p>
        </p:txBody>
      </p:sp>
      <p:sp>
        <p:nvSpPr>
          <p:cNvPr id="6" name="TextBox 5">
            <a:extLst>
              <a:ext uri="{FF2B5EF4-FFF2-40B4-BE49-F238E27FC236}">
                <a16:creationId xmlns:a16="http://schemas.microsoft.com/office/drawing/2014/main" id="{8DD988D0-55C3-D977-AB0B-E1497FE678B9}"/>
              </a:ext>
            </a:extLst>
          </p:cNvPr>
          <p:cNvSpPr txBox="1"/>
          <p:nvPr/>
        </p:nvSpPr>
        <p:spPr>
          <a:xfrm>
            <a:off x="1911593" y="4041108"/>
            <a:ext cx="9096755" cy="85388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Keep the scope manageable</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Choose 1-3 high-impact, low-</a:t>
            </a:r>
            <a:br>
              <a:rPr lang="en-US" kern="0" dirty="0">
                <a:solidFill>
                  <a:srgbClr val="000000"/>
                </a:solidFill>
                <a:ea typeface="+mj-ea"/>
                <a:cs typeface="+mj-cs"/>
                <a:sym typeface="IBM Plex Sans Light"/>
              </a:rPr>
            </a:br>
            <a:r>
              <a:rPr lang="en-US" kern="0" dirty="0">
                <a:solidFill>
                  <a:srgbClr val="000000"/>
                </a:solidFill>
                <a:ea typeface="+mj-ea"/>
                <a:cs typeface="+mj-cs"/>
                <a:sym typeface="IBM Plex Sans Light"/>
              </a:rPr>
              <a:t>complexity processes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Well-contained, clearly defined repetitive processes with measurable outputs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Avoid mission-critical, zero-error or overly complex scenarios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Leverage IBM-provided tools and pre-built agents </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Convey the technical differentiators</a:t>
            </a:r>
          </a:p>
        </p:txBody>
      </p:sp>
      <p:sp>
        <p:nvSpPr>
          <p:cNvPr id="7" name="TextBox 6">
            <a:extLst>
              <a:ext uri="{FF2B5EF4-FFF2-40B4-BE49-F238E27FC236}">
                <a16:creationId xmlns:a16="http://schemas.microsoft.com/office/drawing/2014/main" id="{D06F8500-FE5C-4E4D-DE5A-70D026DEAB30}"/>
              </a:ext>
            </a:extLst>
          </p:cNvPr>
          <p:cNvSpPr txBox="1"/>
          <p:nvPr/>
        </p:nvSpPr>
        <p:spPr>
          <a:xfrm>
            <a:off x="3243943" y="1023257"/>
            <a:ext cx="0" cy="0"/>
          </a:xfrm>
          <a:prstGeom prst="rect">
            <a:avLst/>
          </a:prstGeom>
          <a:solidFill>
            <a:schemeClr val="accent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US" kern="0" dirty="0">
              <a:solidFill>
                <a:srgbClr val="000000"/>
              </a:solidFill>
              <a:ea typeface="+mj-ea"/>
              <a:cs typeface="+mj-cs"/>
              <a:sym typeface="IBM Plex Sans Light"/>
            </a:endParaRPr>
          </a:p>
        </p:txBody>
      </p:sp>
      <p:sp>
        <p:nvSpPr>
          <p:cNvPr id="10" name="Title 1">
            <a:extLst>
              <a:ext uri="{FF2B5EF4-FFF2-40B4-BE49-F238E27FC236}">
                <a16:creationId xmlns:a16="http://schemas.microsoft.com/office/drawing/2014/main" id="{6A9C7E1C-D03D-D019-F0B0-FD8E88CDE287}"/>
              </a:ext>
            </a:extLst>
          </p:cNvPr>
          <p:cNvSpPr txBox="1">
            <a:spLocks/>
          </p:cNvSpPr>
          <p:nvPr/>
        </p:nvSpPr>
        <p:spPr>
          <a:xfrm>
            <a:off x="3099324" y="1136082"/>
            <a:ext cx="8469570" cy="1600200"/>
          </a:xfrm>
          <a:prstGeom prst="rect">
            <a:avLst/>
          </a:prstGeom>
        </p:spPr>
        <p:txBody>
          <a:bodyPr>
            <a:normAutofit/>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sz="6400" kern="0" dirty="0"/>
              <a:t>Use case selection</a:t>
            </a:r>
          </a:p>
        </p:txBody>
      </p:sp>
      <p:sp>
        <p:nvSpPr>
          <p:cNvPr id="11" name="Straight Connector 10">
            <a:extLst>
              <a:ext uri="{FF2B5EF4-FFF2-40B4-BE49-F238E27FC236}">
                <a16:creationId xmlns:a16="http://schemas.microsoft.com/office/drawing/2014/main" id="{4AD2328A-AABE-AAD4-7F82-01AA136EE2B5}"/>
              </a:ext>
            </a:extLst>
          </p:cNvPr>
          <p:cNvSpPr/>
          <p:nvPr/>
        </p:nvSpPr>
        <p:spPr>
          <a:xfrm flipH="1">
            <a:off x="12193587" y="1028701"/>
            <a:ext cx="0" cy="11127808"/>
          </a:xfrm>
          <a:prstGeom prst="line">
            <a:avLst/>
          </a:prstGeom>
          <a:ln w="12700">
            <a:solidFill>
              <a:srgbClr val="000000"/>
            </a:solidFill>
          </a:ln>
        </p:spPr>
        <p:txBody>
          <a:bodyPr lIns="45719" rIns="45719"/>
          <a:lstStyle/>
          <a:p>
            <a:pPr>
              <a:defRPr>
                <a:solidFill>
                  <a:srgbClr val="000000"/>
                </a:solidFill>
              </a:defRPr>
            </a:pPr>
            <a:endParaRPr dirty="0"/>
          </a:p>
        </p:txBody>
      </p:sp>
      <p:sp>
        <p:nvSpPr>
          <p:cNvPr id="5" name="Freeform 4">
            <a:extLst>
              <a:ext uri="{FF2B5EF4-FFF2-40B4-BE49-F238E27FC236}">
                <a16:creationId xmlns:a16="http://schemas.microsoft.com/office/drawing/2014/main" id="{16855A96-4F80-85FE-8550-821A6DC4839D}"/>
              </a:ext>
            </a:extLst>
          </p:cNvPr>
          <p:cNvSpPr/>
          <p:nvPr/>
        </p:nvSpPr>
        <p:spPr>
          <a:xfrm>
            <a:off x="2025893" y="1478340"/>
            <a:ext cx="433688" cy="527380"/>
          </a:xfrm>
          <a:custGeom>
            <a:avLst/>
            <a:gdLst>
              <a:gd name="connsiteX0" fmla="*/ 232801 w 433688"/>
              <a:gd name="connsiteY0" fmla="*/ 527380 h 527380"/>
              <a:gd name="connsiteX1" fmla="*/ 433689 w 433688"/>
              <a:gd name="connsiteY1" fmla="*/ 394078 h 527380"/>
              <a:gd name="connsiteX2" fmla="*/ 339042 w 433688"/>
              <a:gd name="connsiteY2" fmla="*/ 348689 h 527380"/>
              <a:gd name="connsiteX3" fmla="*/ 232801 w 433688"/>
              <a:gd name="connsiteY3" fmla="*/ 427899 h 527380"/>
              <a:gd name="connsiteX4" fmla="*/ 129439 w 433688"/>
              <a:gd name="connsiteY4" fmla="*/ 310056 h 527380"/>
              <a:gd name="connsiteX5" fmla="*/ 129439 w 433688"/>
              <a:gd name="connsiteY5" fmla="*/ 218290 h 527380"/>
              <a:gd name="connsiteX6" fmla="*/ 232801 w 433688"/>
              <a:gd name="connsiteY6" fmla="*/ 99492 h 527380"/>
              <a:gd name="connsiteX7" fmla="*/ 329378 w 433688"/>
              <a:gd name="connsiteY7" fmla="*/ 172902 h 527380"/>
              <a:gd name="connsiteX8" fmla="*/ 430808 w 433688"/>
              <a:gd name="connsiteY8" fmla="*/ 127484 h 527380"/>
              <a:gd name="connsiteX9" fmla="*/ 232801 w 433688"/>
              <a:gd name="connsiteY9" fmla="*/ 0 h 527380"/>
              <a:gd name="connsiteX10" fmla="*/ 0 w 433688"/>
              <a:gd name="connsiteY10" fmla="*/ 262713 h 527380"/>
              <a:gd name="connsiteX11" fmla="*/ 232801 w 433688"/>
              <a:gd name="connsiteY11" fmla="*/ 527380 h 527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3688" h="527380">
                <a:moveTo>
                  <a:pt x="232801" y="527380"/>
                </a:moveTo>
                <a:cubicBezTo>
                  <a:pt x="330344" y="527380"/>
                  <a:pt x="400862" y="482957"/>
                  <a:pt x="433689" y="394078"/>
                </a:cubicBezTo>
                <a:lnTo>
                  <a:pt x="339042" y="348689"/>
                </a:lnTo>
                <a:cubicBezTo>
                  <a:pt x="320686" y="394078"/>
                  <a:pt x="291722" y="427899"/>
                  <a:pt x="232801" y="427899"/>
                </a:cubicBezTo>
                <a:cubicBezTo>
                  <a:pt x="164209" y="427899"/>
                  <a:pt x="129439" y="380556"/>
                  <a:pt x="129439" y="310056"/>
                </a:cubicBezTo>
                <a:lnTo>
                  <a:pt x="129439" y="218290"/>
                </a:lnTo>
                <a:cubicBezTo>
                  <a:pt x="129439" y="147761"/>
                  <a:pt x="164209" y="99492"/>
                  <a:pt x="232801" y="99492"/>
                </a:cubicBezTo>
                <a:cubicBezTo>
                  <a:pt x="285916" y="99492"/>
                  <a:pt x="317788" y="130405"/>
                  <a:pt x="329378" y="172902"/>
                </a:cubicBezTo>
                <a:lnTo>
                  <a:pt x="430808" y="127484"/>
                </a:lnTo>
                <a:cubicBezTo>
                  <a:pt x="400862" y="48275"/>
                  <a:pt x="334208" y="0"/>
                  <a:pt x="232801" y="0"/>
                </a:cubicBezTo>
                <a:cubicBezTo>
                  <a:pt x="84039" y="0"/>
                  <a:pt x="0" y="101407"/>
                  <a:pt x="0" y="262713"/>
                </a:cubicBezTo>
                <a:cubicBezTo>
                  <a:pt x="0" y="424985"/>
                  <a:pt x="84039" y="527380"/>
                  <a:pt x="232801" y="527380"/>
                </a:cubicBezTo>
                <a:close/>
              </a:path>
            </a:pathLst>
          </a:custGeom>
          <a:solidFill>
            <a:schemeClr val="accent1"/>
          </a:solidFill>
          <a:ln w="0"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220EB4BA-2DA2-811D-CA49-E3E3AB1A7A59}"/>
              </a:ext>
            </a:extLst>
          </p:cNvPr>
          <p:cNvSpPr/>
          <p:nvPr/>
        </p:nvSpPr>
        <p:spPr>
          <a:xfrm>
            <a:off x="1397243" y="1319920"/>
            <a:ext cx="517744" cy="685800"/>
          </a:xfrm>
          <a:custGeom>
            <a:avLst/>
            <a:gdLst>
              <a:gd name="connsiteX0" fmla="*/ 257895 w 517744"/>
              <a:gd name="connsiteY0" fmla="*/ 685800 h 685800"/>
              <a:gd name="connsiteX1" fmla="*/ 517745 w 517744"/>
              <a:gd name="connsiteY1" fmla="*/ 397941 h 685800"/>
              <a:gd name="connsiteX2" fmla="*/ 517745 w 517744"/>
              <a:gd name="connsiteY2" fmla="*/ 0 h 685800"/>
              <a:gd name="connsiteX3" fmla="*/ 392169 w 517744"/>
              <a:gd name="connsiteY3" fmla="*/ 0 h 685800"/>
              <a:gd name="connsiteX4" fmla="*/ 392169 w 517744"/>
              <a:gd name="connsiteY4" fmla="*/ 414378 h 685800"/>
              <a:gd name="connsiteX5" fmla="*/ 258872 w 517744"/>
              <a:gd name="connsiteY5" fmla="*/ 572797 h 685800"/>
              <a:gd name="connsiteX6" fmla="*/ 125576 w 517744"/>
              <a:gd name="connsiteY6" fmla="*/ 414378 h 685800"/>
              <a:gd name="connsiteX7" fmla="*/ 125576 w 517744"/>
              <a:gd name="connsiteY7" fmla="*/ 0 h 685800"/>
              <a:gd name="connsiteX8" fmla="*/ 0 w 517744"/>
              <a:gd name="connsiteY8" fmla="*/ 0 h 685800"/>
              <a:gd name="connsiteX9" fmla="*/ 0 w 517744"/>
              <a:gd name="connsiteY9" fmla="*/ 397941 h 685800"/>
              <a:gd name="connsiteX10" fmla="*/ 257895 w 517744"/>
              <a:gd name="connsiteY10" fmla="*/ 685800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7744" h="685800">
                <a:moveTo>
                  <a:pt x="257895" y="685800"/>
                </a:moveTo>
                <a:cubicBezTo>
                  <a:pt x="447227" y="685800"/>
                  <a:pt x="517745" y="595960"/>
                  <a:pt x="517745" y="397941"/>
                </a:cubicBezTo>
                <a:lnTo>
                  <a:pt x="517745" y="0"/>
                </a:lnTo>
                <a:lnTo>
                  <a:pt x="392169" y="0"/>
                </a:lnTo>
                <a:lnTo>
                  <a:pt x="392169" y="414378"/>
                </a:lnTo>
                <a:cubicBezTo>
                  <a:pt x="392169" y="519659"/>
                  <a:pt x="355462" y="572797"/>
                  <a:pt x="258872" y="572797"/>
                </a:cubicBezTo>
                <a:cubicBezTo>
                  <a:pt x="162283" y="572797"/>
                  <a:pt x="125576" y="519659"/>
                  <a:pt x="125576" y="414378"/>
                </a:cubicBezTo>
                <a:lnTo>
                  <a:pt x="125576" y="0"/>
                </a:lnTo>
                <a:lnTo>
                  <a:pt x="0" y="0"/>
                </a:lnTo>
                <a:lnTo>
                  <a:pt x="0" y="397941"/>
                </a:lnTo>
                <a:cubicBezTo>
                  <a:pt x="0" y="595954"/>
                  <a:pt x="68580" y="685800"/>
                  <a:pt x="257895" y="685800"/>
                </a:cubicBezTo>
                <a:close/>
              </a:path>
            </a:pathLst>
          </a:custGeom>
          <a:solidFill>
            <a:schemeClr val="accent1"/>
          </a:solidFill>
          <a:ln w="0"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1935CD06-0E15-3FDC-FA72-3B857EAE9D7D}"/>
              </a:ext>
            </a:extLst>
          </p:cNvPr>
          <p:cNvSpPr/>
          <p:nvPr/>
        </p:nvSpPr>
        <p:spPr>
          <a:xfrm>
            <a:off x="1111493" y="863166"/>
            <a:ext cx="1600200" cy="1600200"/>
          </a:xfrm>
          <a:custGeom>
            <a:avLst/>
            <a:gdLst>
              <a:gd name="connsiteX0" fmla="*/ 0 w 1600200"/>
              <a:gd name="connsiteY0" fmla="*/ 114300 h 1600200"/>
              <a:gd name="connsiteX1" fmla="*/ 0 w 1600200"/>
              <a:gd name="connsiteY1" fmla="*/ 1485900 h 1600200"/>
              <a:gd name="connsiteX2" fmla="*/ 114300 w 1600200"/>
              <a:gd name="connsiteY2" fmla="*/ 1600200 h 1600200"/>
              <a:gd name="connsiteX3" fmla="*/ 1485900 w 1600200"/>
              <a:gd name="connsiteY3" fmla="*/ 1600200 h 1600200"/>
              <a:gd name="connsiteX4" fmla="*/ 1600200 w 1600200"/>
              <a:gd name="connsiteY4" fmla="*/ 1485900 h 1600200"/>
              <a:gd name="connsiteX5" fmla="*/ 1600200 w 1600200"/>
              <a:gd name="connsiteY5" fmla="*/ 114300 h 1600200"/>
              <a:gd name="connsiteX6" fmla="*/ 1485900 w 1600200"/>
              <a:gd name="connsiteY6" fmla="*/ 0 h 1600200"/>
              <a:gd name="connsiteX7" fmla="*/ 114300 w 1600200"/>
              <a:gd name="connsiteY7" fmla="*/ 0 h 1600200"/>
              <a:gd name="connsiteX8" fmla="*/ 0 w 1600200"/>
              <a:gd name="connsiteY8" fmla="*/ 114300 h 1600200"/>
              <a:gd name="connsiteX9" fmla="*/ 1485900 w 1600200"/>
              <a:gd name="connsiteY9" fmla="*/ 1485900 h 1600200"/>
              <a:gd name="connsiteX10" fmla="*/ 114300 w 1600200"/>
              <a:gd name="connsiteY10" fmla="*/ 1485900 h 1600200"/>
              <a:gd name="connsiteX11" fmla="*/ 114300 w 1600200"/>
              <a:gd name="connsiteY11" fmla="*/ 114300 h 1600200"/>
              <a:gd name="connsiteX12" fmla="*/ 1485900 w 1600200"/>
              <a:gd name="connsiteY12" fmla="*/ 114300 h 1600200"/>
              <a:gd name="connsiteX13" fmla="*/ 1485900 w 1600200"/>
              <a:gd name="connsiteY13" fmla="*/ 148590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00200" h="1600200">
                <a:moveTo>
                  <a:pt x="0" y="114300"/>
                </a:moveTo>
                <a:lnTo>
                  <a:pt x="0" y="1485900"/>
                </a:lnTo>
                <a:cubicBezTo>
                  <a:pt x="0" y="1549028"/>
                  <a:pt x="51172" y="1600200"/>
                  <a:pt x="114300" y="1600200"/>
                </a:cubicBezTo>
                <a:lnTo>
                  <a:pt x="1485900" y="1600200"/>
                </a:lnTo>
                <a:cubicBezTo>
                  <a:pt x="1549028" y="1600200"/>
                  <a:pt x="1600200" y="1549028"/>
                  <a:pt x="1600200" y="1485900"/>
                </a:cubicBezTo>
                <a:lnTo>
                  <a:pt x="1600200" y="114300"/>
                </a:lnTo>
                <a:cubicBezTo>
                  <a:pt x="1600200" y="51172"/>
                  <a:pt x="1549028" y="0"/>
                  <a:pt x="1485900" y="0"/>
                </a:cubicBezTo>
                <a:lnTo>
                  <a:pt x="114300" y="0"/>
                </a:lnTo>
                <a:cubicBezTo>
                  <a:pt x="51172" y="0"/>
                  <a:pt x="0" y="51172"/>
                  <a:pt x="0" y="114300"/>
                </a:cubicBezTo>
                <a:close/>
                <a:moveTo>
                  <a:pt x="1485900" y="1485900"/>
                </a:moveTo>
                <a:lnTo>
                  <a:pt x="114300" y="1485900"/>
                </a:lnTo>
                <a:lnTo>
                  <a:pt x="114300" y="114300"/>
                </a:lnTo>
                <a:lnTo>
                  <a:pt x="1485900" y="114300"/>
                </a:lnTo>
                <a:lnTo>
                  <a:pt x="1485900" y="1485900"/>
                </a:lnTo>
                <a:close/>
              </a:path>
            </a:pathLst>
          </a:custGeom>
          <a:solidFill>
            <a:schemeClr val="accent1"/>
          </a:solidFill>
          <a:ln w="0" cap="flat">
            <a:noFill/>
            <a:prstDash val="solid"/>
            <a:miter/>
          </a:ln>
        </p:spPr>
        <p:txBody>
          <a:bodyPr rtlCol="0" anchor="ctr"/>
          <a:lstStyle/>
          <a:p>
            <a:endParaRPr lang="en-US"/>
          </a:p>
        </p:txBody>
      </p:sp>
      <p:pic>
        <p:nvPicPr>
          <p:cNvPr id="13" name="Picture 12">
            <a:extLst>
              <a:ext uri="{FF2B5EF4-FFF2-40B4-BE49-F238E27FC236}">
                <a16:creationId xmlns:a16="http://schemas.microsoft.com/office/drawing/2014/main" id="{C74DBF29-24ED-123C-7157-4A91BFB785D9}"/>
              </a:ext>
            </a:extLst>
          </p:cNvPr>
          <p:cNvPicPr>
            <a:picLocks noChangeAspect="1"/>
          </p:cNvPicPr>
          <p:nvPr/>
        </p:nvPicPr>
        <p:blipFill>
          <a:blip r:embed="rId3"/>
          <a:stretch>
            <a:fillRect/>
          </a:stretch>
        </p:blipFill>
        <p:spPr>
          <a:xfrm>
            <a:off x="11852358" y="673768"/>
            <a:ext cx="715621" cy="1985272"/>
          </a:xfrm>
          <a:prstGeom prst="rect">
            <a:avLst/>
          </a:prstGeom>
        </p:spPr>
      </p:pic>
      <p:sp>
        <p:nvSpPr>
          <p:cNvPr id="15" name="Title 1">
            <a:extLst>
              <a:ext uri="{FF2B5EF4-FFF2-40B4-BE49-F238E27FC236}">
                <a16:creationId xmlns:a16="http://schemas.microsoft.com/office/drawing/2014/main" id="{3E4095B5-3FDF-E442-7DA0-51A48EBD06BE}"/>
              </a:ext>
            </a:extLst>
          </p:cNvPr>
          <p:cNvSpPr txBox="1">
            <a:spLocks/>
          </p:cNvSpPr>
          <p:nvPr/>
        </p:nvSpPr>
        <p:spPr>
          <a:xfrm>
            <a:off x="14204893" y="4370292"/>
            <a:ext cx="8270689" cy="1375806"/>
          </a:xfrm>
          <a:prstGeom prst="rect">
            <a:avLst/>
          </a:prstGeom>
        </p:spPr>
        <p:txBody>
          <a:bodyPr>
            <a:normAutofit/>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sz="4200" kern="0" dirty="0"/>
              <a:t>Examples</a:t>
            </a:r>
          </a:p>
        </p:txBody>
      </p:sp>
      <p:sp>
        <p:nvSpPr>
          <p:cNvPr id="19" name="TextBox 18">
            <a:extLst>
              <a:ext uri="{FF2B5EF4-FFF2-40B4-BE49-F238E27FC236}">
                <a16:creationId xmlns:a16="http://schemas.microsoft.com/office/drawing/2014/main" id="{47240595-1E52-87A8-AA7E-B8A5E5004CFC}"/>
              </a:ext>
            </a:extLst>
          </p:cNvPr>
          <p:cNvSpPr txBox="1"/>
          <p:nvPr/>
        </p:nvSpPr>
        <p:spPr>
          <a:xfrm>
            <a:off x="14460925" y="5930318"/>
            <a:ext cx="8014657" cy="594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HR onboarding steps: </a:t>
            </a:r>
            <a:br>
              <a:rPr lang="en-US" kern="0" dirty="0">
                <a:solidFill>
                  <a:srgbClr val="000000"/>
                </a:solidFill>
                <a:ea typeface="+mj-ea"/>
                <a:cs typeface="+mj-cs"/>
                <a:sym typeface="IBM Plex Sans Light"/>
              </a:rPr>
            </a:br>
            <a:r>
              <a:rPr lang="en-US" kern="0" dirty="0">
                <a:solidFill>
                  <a:srgbClr val="000000"/>
                </a:solidFill>
                <a:ea typeface="+mj-ea"/>
                <a:cs typeface="+mj-cs"/>
                <a:sym typeface="IBM Plex Sans Light"/>
              </a:rPr>
              <a:t>Send welcome email &amp; checklist </a:t>
            </a:r>
            <a:br>
              <a:rPr lang="en-US" kern="0" dirty="0">
                <a:solidFill>
                  <a:srgbClr val="000000"/>
                </a:solidFill>
                <a:ea typeface="+mj-ea"/>
                <a:cs typeface="+mj-cs"/>
                <a:sym typeface="IBM Plex Sans Light"/>
              </a:rPr>
            </a:br>
            <a:r>
              <a:rPr lang="en-US" kern="0" dirty="0">
                <a:solidFill>
                  <a:srgbClr val="000000"/>
                </a:solidFill>
                <a:ea typeface="+mj-ea"/>
                <a:cs typeface="+mj-cs"/>
                <a:sym typeface="IBM Plex Sans Light"/>
              </a:rPr>
              <a:t>to new hires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IT service request automation: </a:t>
            </a:r>
            <a:br>
              <a:rPr lang="en-US" kern="0" dirty="0">
                <a:solidFill>
                  <a:srgbClr val="000000"/>
                </a:solidFill>
                <a:ea typeface="+mj-ea"/>
                <a:cs typeface="+mj-cs"/>
                <a:sym typeface="IBM Plex Sans Light"/>
              </a:rPr>
            </a:br>
            <a:r>
              <a:rPr lang="en-US" kern="0" dirty="0">
                <a:solidFill>
                  <a:srgbClr val="000000"/>
                </a:solidFill>
                <a:ea typeface="+mj-ea"/>
                <a:cs typeface="+mj-cs"/>
                <a:sym typeface="IBM Plex Sans Light"/>
              </a:rPr>
              <a:t>Auto-create support tickets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Daily/weekly report generation: Sales: Generate weekly lead report</a:t>
            </a:r>
          </a:p>
        </p:txBody>
      </p:sp>
    </p:spTree>
    <p:extLst>
      <p:ext uri="{BB962C8B-B14F-4D97-AF65-F5344CB8AC3E}">
        <p14:creationId xmlns:p14="http://schemas.microsoft.com/office/powerpoint/2010/main" val="252162964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3C8F0F-58B1-5248-8D83-39B721A6CC0B}"/>
              </a:ext>
            </a:extLst>
          </p:cNvPr>
          <p:cNvSpPr>
            <a:spLocks noGrp="1"/>
          </p:cNvSpPr>
          <p:nvPr>
            <p:ph type="title"/>
          </p:nvPr>
        </p:nvSpPr>
        <p:spPr>
          <a:xfrm>
            <a:off x="3066416" y="693384"/>
            <a:ext cx="10270534" cy="2232696"/>
          </a:xfrm>
        </p:spPr>
        <p:txBody>
          <a:bodyPr/>
          <a:lstStyle/>
          <a:p>
            <a:r>
              <a:rPr lang="en-US" sz="6400" dirty="0">
                <a:solidFill>
                  <a:schemeClr val="tx1"/>
                </a:solidFill>
                <a:cs typeface="Arial"/>
              </a:rPr>
              <a:t>Only what you can successfully deliver</a:t>
            </a:r>
            <a:endParaRPr lang="en-US" sz="6400" b="1" dirty="0">
              <a:solidFill>
                <a:schemeClr val="tx1"/>
              </a:solidFill>
            </a:endParaRPr>
          </a:p>
        </p:txBody>
      </p:sp>
      <p:sp>
        <p:nvSpPr>
          <p:cNvPr id="7" name="Text Placeholder 6">
            <a:extLst>
              <a:ext uri="{FF2B5EF4-FFF2-40B4-BE49-F238E27FC236}">
                <a16:creationId xmlns:a16="http://schemas.microsoft.com/office/drawing/2014/main" id="{42C6088C-1BAC-E742-9272-8410B5EA4C35}"/>
              </a:ext>
            </a:extLst>
          </p:cNvPr>
          <p:cNvSpPr>
            <a:spLocks noGrp="1"/>
          </p:cNvSpPr>
          <p:nvPr>
            <p:ph type="body" sz="quarter" idx="4294967295"/>
          </p:nvPr>
        </p:nvSpPr>
        <p:spPr>
          <a:xfrm>
            <a:off x="1037534" y="3154680"/>
            <a:ext cx="11619687" cy="9227820"/>
          </a:xfrm>
          <a:noFill/>
        </p:spPr>
        <p:txBody>
          <a:bodyPr vert="horz" lIns="487680" tIns="487680" rIns="487680" bIns="487680" rtlCol="0">
            <a:noAutofit/>
          </a:bodyPr>
          <a:lstStyle/>
          <a:p>
            <a:pPr marL="762010" indent="-762010">
              <a:buClr>
                <a:srgbClr val="6D6E70"/>
              </a:buClr>
              <a:buFont typeface="Arial" panose="020B0604020202020204" pitchFamily="34" charset="0"/>
              <a:buChar char="•"/>
            </a:pPr>
            <a:r>
              <a:rPr lang="en-US" sz="2800" dirty="0">
                <a:solidFill>
                  <a:schemeClr val="tx1"/>
                </a:solidFill>
              </a:rPr>
              <a:t>Stick to OOTB functionality &amp; configurability, standard tooling, and pre-built tools and agents</a:t>
            </a:r>
            <a:br>
              <a:rPr lang="en-US" sz="2800" dirty="0">
                <a:solidFill>
                  <a:schemeClr val="tx1"/>
                </a:solidFill>
              </a:rPr>
            </a:br>
            <a:endParaRPr lang="en-US" sz="2800" dirty="0">
              <a:solidFill>
                <a:schemeClr val="tx1"/>
              </a:solidFill>
            </a:endParaRPr>
          </a:p>
          <a:p>
            <a:pPr marL="762010" indent="-762010">
              <a:lnSpc>
                <a:spcPct val="130000"/>
              </a:lnSpc>
              <a:buClr>
                <a:srgbClr val="6D6E70"/>
              </a:buClr>
              <a:buFont typeface="Arial" panose="020B0604020202020204" pitchFamily="34" charset="0"/>
              <a:buChar char="•"/>
            </a:pPr>
            <a:r>
              <a:rPr lang="en-US" sz="2800" dirty="0">
                <a:solidFill>
                  <a:schemeClr val="tx1"/>
                </a:solidFill>
              </a:rPr>
              <a:t>No “production level” of intelligence</a:t>
            </a:r>
            <a:br>
              <a:rPr lang="en-US" sz="2800" dirty="0">
                <a:solidFill>
                  <a:schemeClr val="tx1"/>
                </a:solidFill>
              </a:rPr>
            </a:br>
            <a:r>
              <a:rPr lang="en-US" sz="2800" dirty="0">
                <a:solidFill>
                  <a:schemeClr val="accent1"/>
                </a:solidFill>
              </a:rPr>
              <a:t>→</a:t>
            </a:r>
            <a:r>
              <a:rPr lang="en-US" sz="2800" dirty="0">
                <a:solidFill>
                  <a:schemeClr val="tx1"/>
                </a:solidFill>
              </a:rPr>
              <a:t> Agents won’t answer ‘any question’</a:t>
            </a:r>
            <a:br>
              <a:rPr lang="en-US" sz="2800" dirty="0">
                <a:solidFill>
                  <a:schemeClr val="tx1"/>
                </a:solidFill>
              </a:rPr>
            </a:br>
            <a:r>
              <a:rPr lang="en-US" sz="2800" dirty="0">
                <a:solidFill>
                  <a:schemeClr val="accent1"/>
                </a:solidFill>
              </a:rPr>
              <a:t>→</a:t>
            </a:r>
            <a:r>
              <a:rPr lang="en-US" sz="2800" dirty="0">
                <a:solidFill>
                  <a:schemeClr val="tx1"/>
                </a:solidFill>
              </a:rPr>
              <a:t> Optimize for only narrow, agreed-upon domain</a:t>
            </a:r>
            <a:br>
              <a:rPr lang="en-US" sz="2800" dirty="0">
                <a:solidFill>
                  <a:schemeClr val="tx1"/>
                </a:solidFill>
              </a:rPr>
            </a:br>
            <a:endParaRPr lang="en-US" sz="2800" dirty="0">
              <a:solidFill>
                <a:schemeClr val="tx1"/>
              </a:solidFill>
            </a:endParaRPr>
          </a:p>
          <a:p>
            <a:pPr marL="762010" indent="-762010">
              <a:lnSpc>
                <a:spcPct val="130000"/>
              </a:lnSpc>
              <a:buClr>
                <a:srgbClr val="6D6E70"/>
              </a:buClr>
              <a:buFont typeface="Arial" panose="020B0604020202020204" pitchFamily="34" charset="0"/>
              <a:buChar char="•"/>
            </a:pPr>
            <a:r>
              <a:rPr lang="en-US" sz="2800" dirty="0">
                <a:solidFill>
                  <a:schemeClr val="tx1"/>
                </a:solidFill>
              </a:rPr>
              <a:t>Feature voice, but avoid complexities</a:t>
            </a:r>
            <a:br>
              <a:rPr lang="en-US" sz="2800" dirty="0">
                <a:solidFill>
                  <a:schemeClr val="tx1"/>
                </a:solidFill>
              </a:rPr>
            </a:br>
            <a:r>
              <a:rPr lang="en-US" sz="2800" dirty="0">
                <a:solidFill>
                  <a:schemeClr val="accent1"/>
                </a:solidFill>
              </a:rPr>
              <a:t>→</a:t>
            </a:r>
            <a:r>
              <a:rPr lang="en-US" sz="2800" dirty="0">
                <a:solidFill>
                  <a:schemeClr val="tx1"/>
                </a:solidFill>
              </a:rPr>
              <a:t> Recognition of names, addresses, or long numbers</a:t>
            </a:r>
            <a:br>
              <a:rPr lang="en-US" sz="2800" dirty="0">
                <a:solidFill>
                  <a:schemeClr val="tx1"/>
                </a:solidFill>
              </a:rPr>
            </a:br>
            <a:r>
              <a:rPr lang="en-US" sz="2800" dirty="0">
                <a:solidFill>
                  <a:schemeClr val="accent1"/>
                </a:solidFill>
              </a:rPr>
              <a:t>→</a:t>
            </a:r>
            <a:r>
              <a:rPr lang="en-US" sz="2800" dirty="0">
                <a:solidFill>
                  <a:schemeClr val="tx1"/>
                </a:solidFill>
              </a:rPr>
              <a:t> Requirement for ‘perfect’ word recognition</a:t>
            </a:r>
            <a:br>
              <a:rPr lang="en-US" sz="2800" dirty="0">
                <a:solidFill>
                  <a:schemeClr val="tx1"/>
                </a:solidFill>
              </a:rPr>
            </a:br>
            <a:r>
              <a:rPr lang="en-US" sz="2800" dirty="0">
                <a:solidFill>
                  <a:schemeClr val="accent1"/>
                </a:solidFill>
              </a:rPr>
              <a:t>→</a:t>
            </a:r>
            <a:r>
              <a:rPr lang="en-US" sz="2800" dirty="0">
                <a:solidFill>
                  <a:schemeClr val="tx1"/>
                </a:solidFill>
              </a:rPr>
              <a:t> </a:t>
            </a:r>
            <a:r>
              <a:rPr lang="en-US" sz="2800" kern="0" dirty="0">
                <a:solidFill>
                  <a:schemeClr val="tx1"/>
                </a:solidFill>
              </a:rPr>
              <a:t>No telephony integration or telephony expertise of any kind</a:t>
            </a:r>
            <a:endParaRPr lang="en-US" sz="2800" dirty="0">
              <a:solidFill>
                <a:schemeClr val="tx1"/>
              </a:solidFill>
            </a:endParaRPr>
          </a:p>
          <a:p>
            <a:pPr marL="762010" indent="-762010">
              <a:lnSpc>
                <a:spcPct val="130000"/>
              </a:lnSpc>
              <a:buClr>
                <a:srgbClr val="6D6E70"/>
              </a:buClr>
              <a:buFont typeface="Arial" panose="020B0604020202020204" pitchFamily="34" charset="0"/>
              <a:buChar char="•"/>
            </a:pPr>
            <a:endParaRPr lang="en-US" sz="2800" dirty="0"/>
          </a:p>
          <a:p>
            <a:pPr marL="762010" indent="-762010">
              <a:buFont typeface="Arial" panose="020B0604020202020204" pitchFamily="34" charset="0"/>
              <a:buChar char="•"/>
            </a:pPr>
            <a:r>
              <a:rPr lang="en-US" sz="2800" dirty="0">
                <a:solidFill>
                  <a:schemeClr val="tx1"/>
                </a:solidFill>
              </a:rPr>
              <a:t>No user authentication, authorizations, or </a:t>
            </a:r>
            <a:br>
              <a:rPr lang="en-US" sz="2800" dirty="0">
                <a:solidFill>
                  <a:schemeClr val="tx1"/>
                </a:solidFill>
              </a:rPr>
            </a:br>
            <a:r>
              <a:rPr lang="en-US" sz="2800" dirty="0">
                <a:solidFill>
                  <a:schemeClr val="tx1"/>
                </a:solidFill>
              </a:rPr>
              <a:t>security considerations</a:t>
            </a:r>
          </a:p>
          <a:p>
            <a:pPr marL="762010" indent="-762010">
              <a:buFont typeface="Arial" panose="020B0604020202020204" pitchFamily="34" charset="0"/>
              <a:buChar char="•"/>
            </a:pPr>
            <a:endParaRPr lang="en-US" sz="2800" dirty="0">
              <a:solidFill>
                <a:schemeClr val="tx1"/>
              </a:solidFill>
            </a:endParaRPr>
          </a:p>
          <a:p>
            <a:pPr marL="762010" indent="-762010">
              <a:buFont typeface="Arial" panose="020B0604020202020204" pitchFamily="34" charset="0"/>
              <a:buChar char="•"/>
            </a:pPr>
            <a:r>
              <a:rPr lang="en-US" sz="2800" dirty="0">
                <a:solidFill>
                  <a:schemeClr val="tx1"/>
                </a:solidFill>
              </a:rPr>
              <a:t>No PII, PHI, NPI info</a:t>
            </a:r>
          </a:p>
          <a:p>
            <a:pPr marL="762010" indent="-762010">
              <a:lnSpc>
                <a:spcPct val="130000"/>
              </a:lnSpc>
              <a:buClr>
                <a:srgbClr val="6D6E70"/>
              </a:buClr>
              <a:buFont typeface="Arial" panose="020B0604020202020204" pitchFamily="34" charset="0"/>
              <a:buChar char="•"/>
            </a:pPr>
            <a:endParaRPr lang="en-US" sz="2800" dirty="0">
              <a:solidFill>
                <a:schemeClr val="tx1"/>
              </a:solidFill>
            </a:endParaRPr>
          </a:p>
          <a:p>
            <a:pPr>
              <a:buClr>
                <a:srgbClr val="6D6E70"/>
              </a:buClr>
            </a:pPr>
            <a:br>
              <a:rPr lang="en-US" sz="2800" b="1" dirty="0">
                <a:solidFill>
                  <a:schemeClr val="tx1"/>
                </a:solidFill>
              </a:rPr>
            </a:br>
            <a:br>
              <a:rPr lang="en-US" sz="2800" b="1" dirty="0">
                <a:solidFill>
                  <a:schemeClr val="tx1"/>
                </a:solidFill>
              </a:rPr>
            </a:br>
            <a:endParaRPr lang="en-US" sz="2800" b="1" dirty="0">
              <a:solidFill>
                <a:schemeClr val="tx1"/>
              </a:solidFill>
            </a:endParaRPr>
          </a:p>
          <a:p>
            <a:pPr>
              <a:buClr>
                <a:srgbClr val="6D6E70"/>
              </a:buClr>
            </a:pPr>
            <a:endParaRPr lang="en-US" sz="2800" b="1" dirty="0">
              <a:solidFill>
                <a:schemeClr val="tx1"/>
              </a:solidFill>
            </a:endParaRPr>
          </a:p>
        </p:txBody>
      </p:sp>
      <p:pic>
        <p:nvPicPr>
          <p:cNvPr id="4" name="Picture 3">
            <a:extLst>
              <a:ext uri="{FF2B5EF4-FFF2-40B4-BE49-F238E27FC236}">
                <a16:creationId xmlns:a16="http://schemas.microsoft.com/office/drawing/2014/main" id="{C8ACEBB2-3136-E6DB-1FCC-49E0C482007E}"/>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5303511" y="413702"/>
            <a:ext cx="8699490" cy="12888595"/>
          </a:xfrm>
          <a:prstGeom prst="rect">
            <a:avLst/>
          </a:prstGeom>
        </p:spPr>
      </p:pic>
      <p:sp>
        <p:nvSpPr>
          <p:cNvPr id="10" name="Freeform 9">
            <a:extLst>
              <a:ext uri="{FF2B5EF4-FFF2-40B4-BE49-F238E27FC236}">
                <a16:creationId xmlns:a16="http://schemas.microsoft.com/office/drawing/2014/main" id="{93EBEBF0-2DFE-A084-B87E-6646989ED0A1}"/>
              </a:ext>
            </a:extLst>
          </p:cNvPr>
          <p:cNvSpPr/>
          <p:nvPr/>
        </p:nvSpPr>
        <p:spPr>
          <a:xfrm>
            <a:off x="1060394" y="693384"/>
            <a:ext cx="1370026" cy="1371672"/>
          </a:xfrm>
          <a:custGeom>
            <a:avLst/>
            <a:gdLst>
              <a:gd name="connsiteX0" fmla="*/ 1354205 w 1370026"/>
              <a:gd name="connsiteY0" fmla="*/ 16646 h 1371672"/>
              <a:gd name="connsiteX1" fmla="*/ 1294197 w 1370026"/>
              <a:gd name="connsiteY1" fmla="*/ 3501 h 1371672"/>
              <a:gd name="connsiteX2" fmla="*/ 36897 w 1370026"/>
              <a:gd name="connsiteY2" fmla="*/ 460701 h 1371672"/>
              <a:gd name="connsiteX3" fmla="*/ 3730 w 1370026"/>
              <a:gd name="connsiteY3" fmla="*/ 534402 h 1371672"/>
              <a:gd name="connsiteX4" fmla="*/ 36897 w 1370026"/>
              <a:gd name="connsiteY4" fmla="*/ 567572 h 1371672"/>
              <a:gd name="connsiteX5" fmla="*/ 585537 w 1370026"/>
              <a:gd name="connsiteY5" fmla="*/ 787028 h 1371672"/>
              <a:gd name="connsiteX6" fmla="*/ 804993 w 1370026"/>
              <a:gd name="connsiteY6" fmla="*/ 1335668 h 1371672"/>
              <a:gd name="connsiteX7" fmla="*/ 856428 w 1370026"/>
              <a:gd name="connsiteY7" fmla="*/ 1371672 h 1371672"/>
              <a:gd name="connsiteX8" fmla="*/ 856428 w 1370026"/>
              <a:gd name="connsiteY8" fmla="*/ 1371672 h 1371672"/>
              <a:gd name="connsiteX9" fmla="*/ 909006 w 1370026"/>
              <a:gd name="connsiteY9" fmla="*/ 1333953 h 1371672"/>
              <a:gd name="connsiteX10" fmla="*/ 1366206 w 1370026"/>
              <a:gd name="connsiteY10" fmla="*/ 76653 h 1371672"/>
              <a:gd name="connsiteX11" fmla="*/ 1354205 w 1370026"/>
              <a:gd name="connsiteY11" fmla="*/ 16646 h 1371672"/>
              <a:gd name="connsiteX12" fmla="*/ 856428 w 1370026"/>
              <a:gd name="connsiteY12" fmla="*/ 1154502 h 1371672"/>
              <a:gd name="connsiteX13" fmla="*/ 696980 w 1370026"/>
              <a:gd name="connsiteY13" fmla="*/ 754452 h 1371672"/>
              <a:gd name="connsiteX14" fmla="*/ 970728 w 1370026"/>
              <a:gd name="connsiteY14" fmla="*/ 480704 h 1371672"/>
              <a:gd name="connsiteX15" fmla="*/ 890147 w 1370026"/>
              <a:gd name="connsiteY15" fmla="*/ 400122 h 1371672"/>
              <a:gd name="connsiteX16" fmla="*/ 614112 w 1370026"/>
              <a:gd name="connsiteY16" fmla="*/ 676157 h 1371672"/>
              <a:gd name="connsiteX17" fmla="*/ 216348 w 1370026"/>
              <a:gd name="connsiteY17" fmla="*/ 514422 h 1371672"/>
              <a:gd name="connsiteX18" fmla="*/ 1218188 w 1370026"/>
              <a:gd name="connsiteY18" fmla="*/ 152663 h 1371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70026" h="1371672">
                <a:moveTo>
                  <a:pt x="1354205" y="16646"/>
                </a:moveTo>
                <a:cubicBezTo>
                  <a:pt x="1338460" y="972"/>
                  <a:pt x="1315057" y="-4154"/>
                  <a:pt x="1294197" y="3501"/>
                </a:cubicBezTo>
                <a:lnTo>
                  <a:pt x="36897" y="460701"/>
                </a:lnTo>
                <a:cubicBezTo>
                  <a:pt x="7386" y="471897"/>
                  <a:pt x="-7464" y="504895"/>
                  <a:pt x="3730" y="534402"/>
                </a:cubicBezTo>
                <a:cubicBezTo>
                  <a:pt x="9530" y="549695"/>
                  <a:pt x="21605" y="561771"/>
                  <a:pt x="36897" y="567572"/>
                </a:cubicBezTo>
                <a:lnTo>
                  <a:pt x="585537" y="787028"/>
                </a:lnTo>
                <a:lnTo>
                  <a:pt x="804993" y="1335668"/>
                </a:lnTo>
                <a:cubicBezTo>
                  <a:pt x="813423" y="1356853"/>
                  <a:pt x="833637" y="1371004"/>
                  <a:pt x="856428" y="1371672"/>
                </a:cubicBezTo>
                <a:lnTo>
                  <a:pt x="856428" y="1371672"/>
                </a:lnTo>
                <a:cubicBezTo>
                  <a:pt x="880071" y="1371187"/>
                  <a:pt x="900971" y="1356190"/>
                  <a:pt x="909006" y="1333953"/>
                </a:cubicBezTo>
                <a:lnTo>
                  <a:pt x="1366206" y="76653"/>
                </a:lnTo>
                <a:cubicBezTo>
                  <a:pt x="1374156" y="56013"/>
                  <a:pt x="1369481" y="32641"/>
                  <a:pt x="1354205" y="16646"/>
                </a:cubicBezTo>
                <a:close/>
                <a:moveTo>
                  <a:pt x="856428" y="1154502"/>
                </a:moveTo>
                <a:lnTo>
                  <a:pt x="696980" y="754452"/>
                </a:lnTo>
                <a:lnTo>
                  <a:pt x="970728" y="480704"/>
                </a:lnTo>
                <a:lnTo>
                  <a:pt x="890147" y="400122"/>
                </a:lnTo>
                <a:lnTo>
                  <a:pt x="614112" y="676157"/>
                </a:lnTo>
                <a:lnTo>
                  <a:pt x="216348" y="514422"/>
                </a:lnTo>
                <a:lnTo>
                  <a:pt x="1218188" y="152663"/>
                </a:lnTo>
                <a:close/>
              </a:path>
            </a:pathLst>
          </a:custGeom>
          <a:solidFill>
            <a:schemeClr val="accent1"/>
          </a:solidFill>
          <a:ln w="57150" cap="flat">
            <a:noFill/>
            <a:prstDash val="solid"/>
            <a:miter/>
          </a:ln>
        </p:spPr>
        <p:txBody>
          <a:bodyPr rtlCol="0" anchor="ctr"/>
          <a:lstStyle/>
          <a:p>
            <a:endParaRPr lang="en-US"/>
          </a:p>
        </p:txBody>
      </p:sp>
    </p:spTree>
    <p:extLst>
      <p:ext uri="{BB962C8B-B14F-4D97-AF65-F5344CB8AC3E}">
        <p14:creationId xmlns:p14="http://schemas.microsoft.com/office/powerpoint/2010/main" val="87269572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BA3AB-C412-00F5-0009-86FF543B5BB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0D1200C-F1B7-A820-EA57-1A7D2D5F3099}"/>
              </a:ext>
            </a:extLst>
          </p:cNvPr>
          <p:cNvSpPr txBox="1"/>
          <p:nvPr/>
        </p:nvSpPr>
        <p:spPr>
          <a:xfrm>
            <a:off x="1524090" y="3322016"/>
            <a:ext cx="7976697" cy="7621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Plan for integration early</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Include key capabilities</a:t>
            </a:r>
          </a:p>
          <a:p>
            <a:pPr marL="1486188" lvl="1" indent="-571500"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Tools - Python, </a:t>
            </a:r>
            <a:r>
              <a:rPr lang="en-US" kern="0" dirty="0" err="1">
                <a:solidFill>
                  <a:srgbClr val="000000"/>
                </a:solidFill>
                <a:ea typeface="+mj-ea"/>
                <a:cs typeface="+mj-cs"/>
                <a:sym typeface="IBM Plex Sans Light"/>
              </a:rPr>
              <a:t>OpenAPI</a:t>
            </a:r>
            <a:r>
              <a:rPr lang="en-US" kern="0" dirty="0">
                <a:solidFill>
                  <a:srgbClr val="000000"/>
                </a:solidFill>
                <a:ea typeface="+mj-ea"/>
                <a:cs typeface="+mj-cs"/>
                <a:sym typeface="IBM Plex Sans Light"/>
              </a:rPr>
              <a:t> </a:t>
            </a:r>
            <a:br>
              <a:rPr lang="en-US" kern="0" dirty="0">
                <a:solidFill>
                  <a:srgbClr val="000000"/>
                </a:solidFill>
                <a:ea typeface="+mj-ea"/>
                <a:cs typeface="+mj-cs"/>
                <a:sym typeface="IBM Plex Sans Light"/>
              </a:rPr>
            </a:br>
            <a:r>
              <a:rPr lang="en-US" kern="0" dirty="0">
                <a:solidFill>
                  <a:srgbClr val="000000"/>
                </a:solidFill>
                <a:ea typeface="+mj-ea"/>
                <a:cs typeface="+mj-cs"/>
                <a:sym typeface="IBM Plex Sans Light"/>
              </a:rPr>
              <a:t>and MCP </a:t>
            </a:r>
          </a:p>
          <a:p>
            <a:pPr marL="1486188" lvl="1" indent="-571500"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Knowledge</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Leverage pre-built agents and tools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Experiment with agent styles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Decompose complex agents into smaller collaborating agents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Design with end-users in mind</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Iterate quickly</a:t>
            </a:r>
          </a:p>
        </p:txBody>
      </p:sp>
      <p:sp>
        <p:nvSpPr>
          <p:cNvPr id="10" name="Title 1">
            <a:extLst>
              <a:ext uri="{FF2B5EF4-FFF2-40B4-BE49-F238E27FC236}">
                <a16:creationId xmlns:a16="http://schemas.microsoft.com/office/drawing/2014/main" id="{D1EAB7C7-45FC-C7FB-52CB-233C6674793D}"/>
              </a:ext>
            </a:extLst>
          </p:cNvPr>
          <p:cNvSpPr txBox="1">
            <a:spLocks/>
          </p:cNvSpPr>
          <p:nvPr/>
        </p:nvSpPr>
        <p:spPr>
          <a:xfrm>
            <a:off x="3099324" y="1136082"/>
            <a:ext cx="8469570" cy="1600200"/>
          </a:xfrm>
          <a:prstGeom prst="rect">
            <a:avLst/>
          </a:prstGeom>
        </p:spPr>
        <p:txBody>
          <a:bodyPr>
            <a:normAutofit/>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sz="6400" kern="0" dirty="0"/>
              <a:t>Design &amp; build</a:t>
            </a:r>
          </a:p>
        </p:txBody>
      </p:sp>
      <p:sp>
        <p:nvSpPr>
          <p:cNvPr id="11" name="Straight Connector 10">
            <a:extLst>
              <a:ext uri="{FF2B5EF4-FFF2-40B4-BE49-F238E27FC236}">
                <a16:creationId xmlns:a16="http://schemas.microsoft.com/office/drawing/2014/main" id="{C9884135-599E-32BE-3EA1-0D3CB5DB93B8}"/>
              </a:ext>
            </a:extLst>
          </p:cNvPr>
          <p:cNvSpPr/>
          <p:nvPr/>
        </p:nvSpPr>
        <p:spPr>
          <a:xfrm flipH="1">
            <a:off x="12193587" y="1028701"/>
            <a:ext cx="0" cy="11127808"/>
          </a:xfrm>
          <a:prstGeom prst="line">
            <a:avLst/>
          </a:prstGeom>
          <a:ln w="12700">
            <a:solidFill>
              <a:srgbClr val="000000"/>
            </a:solidFill>
          </a:ln>
        </p:spPr>
        <p:txBody>
          <a:bodyPr lIns="45719" rIns="45719"/>
          <a:lstStyle/>
          <a:p>
            <a:pPr>
              <a:defRPr>
                <a:solidFill>
                  <a:srgbClr val="000000"/>
                </a:solidFill>
              </a:defRPr>
            </a:pPr>
            <a:endParaRPr dirty="0"/>
          </a:p>
        </p:txBody>
      </p:sp>
      <p:pic>
        <p:nvPicPr>
          <p:cNvPr id="13" name="Picture 12">
            <a:extLst>
              <a:ext uri="{FF2B5EF4-FFF2-40B4-BE49-F238E27FC236}">
                <a16:creationId xmlns:a16="http://schemas.microsoft.com/office/drawing/2014/main" id="{87294589-FD85-9A26-4CD2-D6D7712257F9}"/>
              </a:ext>
            </a:extLst>
          </p:cNvPr>
          <p:cNvPicPr>
            <a:picLocks noChangeAspect="1"/>
          </p:cNvPicPr>
          <p:nvPr/>
        </p:nvPicPr>
        <p:blipFill>
          <a:blip r:embed="rId3"/>
          <a:stretch>
            <a:fillRect/>
          </a:stretch>
        </p:blipFill>
        <p:spPr>
          <a:xfrm>
            <a:off x="11852358" y="673768"/>
            <a:ext cx="715621" cy="1985272"/>
          </a:xfrm>
          <a:prstGeom prst="rect">
            <a:avLst/>
          </a:prstGeom>
        </p:spPr>
      </p:pic>
      <p:sp>
        <p:nvSpPr>
          <p:cNvPr id="12" name="Freeform 11">
            <a:extLst>
              <a:ext uri="{FF2B5EF4-FFF2-40B4-BE49-F238E27FC236}">
                <a16:creationId xmlns:a16="http://schemas.microsoft.com/office/drawing/2014/main" id="{6D625A97-E951-2D53-71EC-969F44AF4F0E}"/>
              </a:ext>
            </a:extLst>
          </p:cNvPr>
          <p:cNvSpPr/>
          <p:nvPr/>
        </p:nvSpPr>
        <p:spPr>
          <a:xfrm>
            <a:off x="1306920" y="782353"/>
            <a:ext cx="434340" cy="434340"/>
          </a:xfrm>
          <a:custGeom>
            <a:avLst/>
            <a:gdLst>
              <a:gd name="connsiteX0" fmla="*/ 325755 w 434340"/>
              <a:gd name="connsiteY0" fmla="*/ 108585 h 434340"/>
              <a:gd name="connsiteX1" fmla="*/ 325755 w 434340"/>
              <a:gd name="connsiteY1" fmla="*/ 325755 h 434340"/>
              <a:gd name="connsiteX2" fmla="*/ 108585 w 434340"/>
              <a:gd name="connsiteY2" fmla="*/ 325755 h 434340"/>
              <a:gd name="connsiteX3" fmla="*/ 108585 w 434340"/>
              <a:gd name="connsiteY3" fmla="*/ 108585 h 434340"/>
              <a:gd name="connsiteX4" fmla="*/ 325755 w 434340"/>
              <a:gd name="connsiteY4" fmla="*/ 108585 h 434340"/>
              <a:gd name="connsiteX5" fmla="*/ 0 w 434340"/>
              <a:gd name="connsiteY5" fmla="*/ 0 h 434340"/>
              <a:gd name="connsiteX6" fmla="*/ 0 w 434340"/>
              <a:gd name="connsiteY6" fmla="*/ 434340 h 434340"/>
              <a:gd name="connsiteX7" fmla="*/ 434340 w 434340"/>
              <a:gd name="connsiteY7" fmla="*/ 434340 h 434340"/>
              <a:gd name="connsiteX8" fmla="*/ 434340 w 434340"/>
              <a:gd name="connsiteY8" fmla="*/ 0 h 43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 h="434340">
                <a:moveTo>
                  <a:pt x="325755" y="108585"/>
                </a:moveTo>
                <a:lnTo>
                  <a:pt x="325755" y="325755"/>
                </a:lnTo>
                <a:lnTo>
                  <a:pt x="108585" y="325755"/>
                </a:lnTo>
                <a:lnTo>
                  <a:pt x="108585" y="108585"/>
                </a:lnTo>
                <a:lnTo>
                  <a:pt x="325755" y="108585"/>
                </a:lnTo>
                <a:moveTo>
                  <a:pt x="0" y="0"/>
                </a:moveTo>
                <a:lnTo>
                  <a:pt x="0" y="434340"/>
                </a:lnTo>
                <a:lnTo>
                  <a:pt x="434340" y="434340"/>
                </a:lnTo>
                <a:lnTo>
                  <a:pt x="434340" y="0"/>
                </a:lnTo>
                <a:close/>
              </a:path>
            </a:pathLst>
          </a:custGeom>
          <a:solidFill>
            <a:schemeClr val="accent1"/>
          </a:solidFill>
          <a:ln w="54173"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61646CC-0117-9DE1-23C9-5AE1FDA4499D}"/>
              </a:ext>
            </a:extLst>
          </p:cNvPr>
          <p:cNvSpPr/>
          <p:nvPr/>
        </p:nvSpPr>
        <p:spPr>
          <a:xfrm>
            <a:off x="1849845" y="945230"/>
            <a:ext cx="434340" cy="434340"/>
          </a:xfrm>
          <a:custGeom>
            <a:avLst/>
            <a:gdLst>
              <a:gd name="connsiteX0" fmla="*/ 325755 w 434340"/>
              <a:gd name="connsiteY0" fmla="*/ 108585 h 434340"/>
              <a:gd name="connsiteX1" fmla="*/ 325755 w 434340"/>
              <a:gd name="connsiteY1" fmla="*/ 325755 h 434340"/>
              <a:gd name="connsiteX2" fmla="*/ 108585 w 434340"/>
              <a:gd name="connsiteY2" fmla="*/ 325755 h 434340"/>
              <a:gd name="connsiteX3" fmla="*/ 108585 w 434340"/>
              <a:gd name="connsiteY3" fmla="*/ 108585 h 434340"/>
              <a:gd name="connsiteX4" fmla="*/ 325755 w 434340"/>
              <a:gd name="connsiteY4" fmla="*/ 108585 h 434340"/>
              <a:gd name="connsiteX5" fmla="*/ 0 w 434340"/>
              <a:gd name="connsiteY5" fmla="*/ 0 h 434340"/>
              <a:gd name="connsiteX6" fmla="*/ 0 w 434340"/>
              <a:gd name="connsiteY6" fmla="*/ 434340 h 434340"/>
              <a:gd name="connsiteX7" fmla="*/ 434340 w 434340"/>
              <a:gd name="connsiteY7" fmla="*/ 434340 h 434340"/>
              <a:gd name="connsiteX8" fmla="*/ 434340 w 434340"/>
              <a:gd name="connsiteY8" fmla="*/ 0 h 43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 h="434340">
                <a:moveTo>
                  <a:pt x="325755" y="108585"/>
                </a:moveTo>
                <a:lnTo>
                  <a:pt x="325755" y="325755"/>
                </a:lnTo>
                <a:lnTo>
                  <a:pt x="108585" y="325755"/>
                </a:lnTo>
                <a:lnTo>
                  <a:pt x="108585" y="108585"/>
                </a:lnTo>
                <a:lnTo>
                  <a:pt x="325755" y="108585"/>
                </a:lnTo>
                <a:moveTo>
                  <a:pt x="0" y="0"/>
                </a:moveTo>
                <a:lnTo>
                  <a:pt x="0" y="434340"/>
                </a:lnTo>
                <a:lnTo>
                  <a:pt x="434340" y="434340"/>
                </a:lnTo>
                <a:lnTo>
                  <a:pt x="434340" y="0"/>
                </a:lnTo>
                <a:close/>
              </a:path>
            </a:pathLst>
          </a:custGeom>
          <a:solidFill>
            <a:schemeClr val="accent1"/>
          </a:solidFill>
          <a:ln w="54173"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5E5C8EBD-8958-FA3F-8FDE-35A99A2F938C}"/>
              </a:ext>
            </a:extLst>
          </p:cNvPr>
          <p:cNvSpPr/>
          <p:nvPr/>
        </p:nvSpPr>
        <p:spPr>
          <a:xfrm>
            <a:off x="1306920" y="1433863"/>
            <a:ext cx="434340" cy="434340"/>
          </a:xfrm>
          <a:custGeom>
            <a:avLst/>
            <a:gdLst>
              <a:gd name="connsiteX0" fmla="*/ 325755 w 434340"/>
              <a:gd name="connsiteY0" fmla="*/ 108585 h 434340"/>
              <a:gd name="connsiteX1" fmla="*/ 325755 w 434340"/>
              <a:gd name="connsiteY1" fmla="*/ 325755 h 434340"/>
              <a:gd name="connsiteX2" fmla="*/ 108585 w 434340"/>
              <a:gd name="connsiteY2" fmla="*/ 325755 h 434340"/>
              <a:gd name="connsiteX3" fmla="*/ 108585 w 434340"/>
              <a:gd name="connsiteY3" fmla="*/ 108585 h 434340"/>
              <a:gd name="connsiteX4" fmla="*/ 325755 w 434340"/>
              <a:gd name="connsiteY4" fmla="*/ 108585 h 434340"/>
              <a:gd name="connsiteX5" fmla="*/ 0 w 434340"/>
              <a:gd name="connsiteY5" fmla="*/ 0 h 434340"/>
              <a:gd name="connsiteX6" fmla="*/ 0 w 434340"/>
              <a:gd name="connsiteY6" fmla="*/ 434340 h 434340"/>
              <a:gd name="connsiteX7" fmla="*/ 434340 w 434340"/>
              <a:gd name="connsiteY7" fmla="*/ 434340 h 434340"/>
              <a:gd name="connsiteX8" fmla="*/ 434340 w 434340"/>
              <a:gd name="connsiteY8" fmla="*/ 0 h 43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 h="434340">
                <a:moveTo>
                  <a:pt x="325755" y="108585"/>
                </a:moveTo>
                <a:lnTo>
                  <a:pt x="325755" y="325755"/>
                </a:lnTo>
                <a:lnTo>
                  <a:pt x="108585" y="325755"/>
                </a:lnTo>
                <a:lnTo>
                  <a:pt x="108585" y="108585"/>
                </a:lnTo>
                <a:lnTo>
                  <a:pt x="325755" y="108585"/>
                </a:lnTo>
                <a:moveTo>
                  <a:pt x="0" y="0"/>
                </a:moveTo>
                <a:lnTo>
                  <a:pt x="0" y="434340"/>
                </a:lnTo>
                <a:lnTo>
                  <a:pt x="434340" y="434340"/>
                </a:lnTo>
                <a:lnTo>
                  <a:pt x="434340" y="0"/>
                </a:lnTo>
                <a:close/>
              </a:path>
            </a:pathLst>
          </a:custGeom>
          <a:solidFill>
            <a:schemeClr val="accent1"/>
          </a:solidFill>
          <a:ln w="54173"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2CE8C94-CEA0-ECB4-F117-589C433DFA33}"/>
              </a:ext>
            </a:extLst>
          </p:cNvPr>
          <p:cNvSpPr/>
          <p:nvPr/>
        </p:nvSpPr>
        <p:spPr>
          <a:xfrm>
            <a:off x="1741260" y="1216693"/>
            <a:ext cx="1085850" cy="1085850"/>
          </a:xfrm>
          <a:custGeom>
            <a:avLst/>
            <a:gdLst>
              <a:gd name="connsiteX0" fmla="*/ 651510 w 1085850"/>
              <a:gd name="connsiteY0" fmla="*/ 0 h 1085850"/>
              <a:gd name="connsiteX1" fmla="*/ 651510 w 1085850"/>
              <a:gd name="connsiteY1" fmla="*/ 325755 h 1085850"/>
              <a:gd name="connsiteX2" fmla="*/ 325755 w 1085850"/>
              <a:gd name="connsiteY2" fmla="*/ 325755 h 1085850"/>
              <a:gd name="connsiteX3" fmla="*/ 325755 w 1085850"/>
              <a:gd name="connsiteY3" fmla="*/ 651510 h 1085850"/>
              <a:gd name="connsiteX4" fmla="*/ 0 w 1085850"/>
              <a:gd name="connsiteY4" fmla="*/ 651510 h 1085850"/>
              <a:gd name="connsiteX5" fmla="*/ 0 w 1085850"/>
              <a:gd name="connsiteY5" fmla="*/ 1085850 h 1085850"/>
              <a:gd name="connsiteX6" fmla="*/ 1085850 w 1085850"/>
              <a:gd name="connsiteY6" fmla="*/ 1085850 h 1085850"/>
              <a:gd name="connsiteX7" fmla="*/ 1085850 w 1085850"/>
              <a:gd name="connsiteY7" fmla="*/ 0 h 1085850"/>
              <a:gd name="connsiteX8" fmla="*/ 434340 w 1085850"/>
              <a:gd name="connsiteY8" fmla="*/ 434340 h 1085850"/>
              <a:gd name="connsiteX9" fmla="*/ 651510 w 1085850"/>
              <a:gd name="connsiteY9" fmla="*/ 434340 h 1085850"/>
              <a:gd name="connsiteX10" fmla="*/ 651510 w 1085850"/>
              <a:gd name="connsiteY10" fmla="*/ 651510 h 1085850"/>
              <a:gd name="connsiteX11" fmla="*/ 434340 w 1085850"/>
              <a:gd name="connsiteY11" fmla="*/ 651510 h 1085850"/>
              <a:gd name="connsiteX12" fmla="*/ 325755 w 1085850"/>
              <a:gd name="connsiteY12" fmla="*/ 977265 h 1085850"/>
              <a:gd name="connsiteX13" fmla="*/ 108585 w 1085850"/>
              <a:gd name="connsiteY13" fmla="*/ 977265 h 1085850"/>
              <a:gd name="connsiteX14" fmla="*/ 108585 w 1085850"/>
              <a:gd name="connsiteY14" fmla="*/ 760095 h 1085850"/>
              <a:gd name="connsiteX15" fmla="*/ 325755 w 1085850"/>
              <a:gd name="connsiteY15" fmla="*/ 760095 h 1085850"/>
              <a:gd name="connsiteX16" fmla="*/ 651510 w 1085850"/>
              <a:gd name="connsiteY16" fmla="*/ 977265 h 1085850"/>
              <a:gd name="connsiteX17" fmla="*/ 434340 w 1085850"/>
              <a:gd name="connsiteY17" fmla="*/ 977265 h 1085850"/>
              <a:gd name="connsiteX18" fmla="*/ 434340 w 1085850"/>
              <a:gd name="connsiteY18" fmla="*/ 760095 h 1085850"/>
              <a:gd name="connsiteX19" fmla="*/ 651510 w 1085850"/>
              <a:gd name="connsiteY19" fmla="*/ 760095 h 1085850"/>
              <a:gd name="connsiteX20" fmla="*/ 977265 w 1085850"/>
              <a:gd name="connsiteY20" fmla="*/ 977265 h 1085850"/>
              <a:gd name="connsiteX21" fmla="*/ 760095 w 1085850"/>
              <a:gd name="connsiteY21" fmla="*/ 977265 h 1085850"/>
              <a:gd name="connsiteX22" fmla="*/ 760095 w 1085850"/>
              <a:gd name="connsiteY22" fmla="*/ 760095 h 1085850"/>
              <a:gd name="connsiteX23" fmla="*/ 977265 w 1085850"/>
              <a:gd name="connsiteY23" fmla="*/ 760095 h 1085850"/>
              <a:gd name="connsiteX24" fmla="*/ 977265 w 1085850"/>
              <a:gd name="connsiteY24" fmla="*/ 651510 h 1085850"/>
              <a:gd name="connsiteX25" fmla="*/ 760095 w 1085850"/>
              <a:gd name="connsiteY25" fmla="*/ 651510 h 1085850"/>
              <a:gd name="connsiteX26" fmla="*/ 760095 w 1085850"/>
              <a:gd name="connsiteY26" fmla="*/ 434340 h 1085850"/>
              <a:gd name="connsiteX27" fmla="*/ 977265 w 1085850"/>
              <a:gd name="connsiteY27" fmla="*/ 434340 h 1085850"/>
              <a:gd name="connsiteX28" fmla="*/ 760095 w 1085850"/>
              <a:gd name="connsiteY28" fmla="*/ 325755 h 1085850"/>
              <a:gd name="connsiteX29" fmla="*/ 760095 w 1085850"/>
              <a:gd name="connsiteY29" fmla="*/ 108585 h 1085850"/>
              <a:gd name="connsiteX30" fmla="*/ 977265 w 1085850"/>
              <a:gd name="connsiteY30" fmla="*/ 108585 h 1085850"/>
              <a:gd name="connsiteX31" fmla="*/ 977265 w 1085850"/>
              <a:gd name="connsiteY31" fmla="*/ 325755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85850" h="1085850">
                <a:moveTo>
                  <a:pt x="651510" y="0"/>
                </a:moveTo>
                <a:lnTo>
                  <a:pt x="651510" y="325755"/>
                </a:lnTo>
                <a:lnTo>
                  <a:pt x="325755" y="325755"/>
                </a:lnTo>
                <a:lnTo>
                  <a:pt x="325755" y="651510"/>
                </a:lnTo>
                <a:lnTo>
                  <a:pt x="0" y="651510"/>
                </a:lnTo>
                <a:lnTo>
                  <a:pt x="0" y="1085850"/>
                </a:lnTo>
                <a:lnTo>
                  <a:pt x="1085850" y="1085850"/>
                </a:lnTo>
                <a:lnTo>
                  <a:pt x="1085850" y="0"/>
                </a:lnTo>
                <a:close/>
                <a:moveTo>
                  <a:pt x="434340" y="434340"/>
                </a:moveTo>
                <a:lnTo>
                  <a:pt x="651510" y="434340"/>
                </a:lnTo>
                <a:lnTo>
                  <a:pt x="651510" y="651510"/>
                </a:lnTo>
                <a:lnTo>
                  <a:pt x="434340" y="651510"/>
                </a:lnTo>
                <a:close/>
                <a:moveTo>
                  <a:pt x="325755" y="977265"/>
                </a:moveTo>
                <a:lnTo>
                  <a:pt x="108585" y="977265"/>
                </a:lnTo>
                <a:lnTo>
                  <a:pt x="108585" y="760095"/>
                </a:lnTo>
                <a:lnTo>
                  <a:pt x="325755" y="760095"/>
                </a:lnTo>
                <a:close/>
                <a:moveTo>
                  <a:pt x="651510" y="977265"/>
                </a:moveTo>
                <a:lnTo>
                  <a:pt x="434340" y="977265"/>
                </a:lnTo>
                <a:lnTo>
                  <a:pt x="434340" y="760095"/>
                </a:lnTo>
                <a:lnTo>
                  <a:pt x="651510" y="760095"/>
                </a:lnTo>
                <a:close/>
                <a:moveTo>
                  <a:pt x="977265" y="977265"/>
                </a:moveTo>
                <a:lnTo>
                  <a:pt x="760095" y="977265"/>
                </a:lnTo>
                <a:lnTo>
                  <a:pt x="760095" y="760095"/>
                </a:lnTo>
                <a:lnTo>
                  <a:pt x="977265" y="760095"/>
                </a:lnTo>
                <a:close/>
                <a:moveTo>
                  <a:pt x="977265" y="651510"/>
                </a:moveTo>
                <a:lnTo>
                  <a:pt x="760095" y="651510"/>
                </a:lnTo>
                <a:lnTo>
                  <a:pt x="760095" y="434340"/>
                </a:lnTo>
                <a:lnTo>
                  <a:pt x="977265" y="434340"/>
                </a:lnTo>
                <a:close/>
                <a:moveTo>
                  <a:pt x="760095" y="325755"/>
                </a:moveTo>
                <a:lnTo>
                  <a:pt x="760095" y="108585"/>
                </a:lnTo>
                <a:lnTo>
                  <a:pt x="977265" y="108585"/>
                </a:lnTo>
                <a:lnTo>
                  <a:pt x="977265" y="325755"/>
                </a:lnTo>
                <a:close/>
              </a:path>
            </a:pathLst>
          </a:custGeom>
          <a:solidFill>
            <a:schemeClr val="accent1"/>
          </a:solidFill>
          <a:ln w="54173" cap="flat">
            <a:noFill/>
            <a:prstDash val="solid"/>
            <a:miter/>
          </a:ln>
        </p:spPr>
        <p:txBody>
          <a:bodyPr rtlCol="0" anchor="ctr"/>
          <a:lstStyle/>
          <a:p>
            <a:endParaRPr lang="en-US"/>
          </a:p>
        </p:txBody>
      </p:sp>
      <p:pic>
        <p:nvPicPr>
          <p:cNvPr id="23" name="Picture 22">
            <a:extLst>
              <a:ext uri="{FF2B5EF4-FFF2-40B4-BE49-F238E27FC236}">
                <a16:creationId xmlns:a16="http://schemas.microsoft.com/office/drawing/2014/main" id="{7D56A196-4F3B-7A2A-5610-D6C239FC7715}"/>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0561319" y="550348"/>
            <a:ext cx="13281661" cy="12491884"/>
          </a:xfrm>
          <a:prstGeom prst="rect">
            <a:avLst/>
          </a:prstGeom>
        </p:spPr>
      </p:pic>
    </p:spTree>
    <p:extLst>
      <p:ext uri="{BB962C8B-B14F-4D97-AF65-F5344CB8AC3E}">
        <p14:creationId xmlns:p14="http://schemas.microsoft.com/office/powerpoint/2010/main" val="173069562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10BC2-C1ED-440E-8188-FCAD0956564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8BB951D-7AAB-B1A6-61B2-41E6D8689E62}"/>
              </a:ext>
            </a:extLst>
          </p:cNvPr>
          <p:cNvSpPr txBox="1"/>
          <p:nvPr/>
        </p:nvSpPr>
        <p:spPr>
          <a:xfrm>
            <a:off x="1777282" y="4314024"/>
            <a:ext cx="7976697" cy="762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Provide a 15-minute </a:t>
            </a:r>
            <a:br>
              <a:rPr lang="en-US" kern="0" dirty="0">
                <a:solidFill>
                  <a:srgbClr val="000000"/>
                </a:solidFill>
                <a:ea typeface="+mj-ea"/>
                <a:cs typeface="+mj-cs"/>
                <a:sym typeface="IBM Plex Sans Light"/>
              </a:rPr>
            </a:br>
            <a:r>
              <a:rPr lang="en-US" kern="0" dirty="0">
                <a:solidFill>
                  <a:srgbClr val="000000"/>
                </a:solidFill>
                <a:ea typeface="+mj-ea"/>
                <a:cs typeface="+mj-cs"/>
                <a:sym typeface="IBM Plex Sans Light"/>
              </a:rPr>
              <a:t>onboarding session</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Share a cheat sheet with </a:t>
            </a:r>
            <a:br>
              <a:rPr lang="en-US" kern="0" dirty="0">
                <a:solidFill>
                  <a:srgbClr val="000000"/>
                </a:solidFill>
                <a:ea typeface="+mj-ea"/>
                <a:cs typeface="+mj-cs"/>
                <a:sym typeface="IBM Plex Sans Light"/>
              </a:rPr>
            </a:br>
            <a:r>
              <a:rPr lang="en-US" kern="0" dirty="0">
                <a:solidFill>
                  <a:srgbClr val="000000"/>
                </a:solidFill>
                <a:ea typeface="+mj-ea"/>
                <a:cs typeface="+mj-cs"/>
                <a:sym typeface="IBM Plex Sans Light"/>
              </a:rPr>
              <a:t>sample prompts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Ensure users know:</a:t>
            </a:r>
          </a:p>
          <a:p>
            <a:pPr marL="1486188" lvl="1" indent="-571500"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What the agent can do</a:t>
            </a:r>
          </a:p>
          <a:p>
            <a:pPr marL="1486188" lvl="1" indent="-571500"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How to phrase requests</a:t>
            </a:r>
          </a:p>
          <a:p>
            <a:pPr marL="1486188" lvl="1" indent="-571500"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Which systems are integrated</a:t>
            </a:r>
          </a:p>
          <a:p>
            <a:pPr marL="1486188" lvl="1" indent="-571500"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How to ask for help</a:t>
            </a:r>
          </a:p>
        </p:txBody>
      </p:sp>
      <p:sp>
        <p:nvSpPr>
          <p:cNvPr id="10" name="Title 1">
            <a:extLst>
              <a:ext uri="{FF2B5EF4-FFF2-40B4-BE49-F238E27FC236}">
                <a16:creationId xmlns:a16="http://schemas.microsoft.com/office/drawing/2014/main" id="{B52AB222-2531-2E4F-EFB6-901E2659D20C}"/>
              </a:ext>
            </a:extLst>
          </p:cNvPr>
          <p:cNvSpPr txBox="1">
            <a:spLocks/>
          </p:cNvSpPr>
          <p:nvPr/>
        </p:nvSpPr>
        <p:spPr>
          <a:xfrm>
            <a:off x="3095589" y="673768"/>
            <a:ext cx="6493888" cy="2257002"/>
          </a:xfrm>
          <a:prstGeom prst="rect">
            <a:avLst/>
          </a:prstGeom>
        </p:spPr>
        <p:txBody>
          <a:bodyPr>
            <a:normAutofit/>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sz="6400" kern="0" dirty="0"/>
              <a:t>Enable</a:t>
            </a:r>
          </a:p>
          <a:p>
            <a:r>
              <a:rPr lang="en-US" sz="6400" kern="0" dirty="0"/>
              <a:t>end users</a:t>
            </a:r>
          </a:p>
        </p:txBody>
      </p:sp>
      <p:sp>
        <p:nvSpPr>
          <p:cNvPr id="11" name="Straight Connector 10">
            <a:extLst>
              <a:ext uri="{FF2B5EF4-FFF2-40B4-BE49-F238E27FC236}">
                <a16:creationId xmlns:a16="http://schemas.microsoft.com/office/drawing/2014/main" id="{81E75BEC-E440-D559-CD79-DD2A2913D169}"/>
              </a:ext>
            </a:extLst>
          </p:cNvPr>
          <p:cNvSpPr/>
          <p:nvPr/>
        </p:nvSpPr>
        <p:spPr>
          <a:xfrm flipH="1">
            <a:off x="12193587" y="1028701"/>
            <a:ext cx="0" cy="11127808"/>
          </a:xfrm>
          <a:prstGeom prst="line">
            <a:avLst/>
          </a:prstGeom>
          <a:ln w="12700">
            <a:solidFill>
              <a:srgbClr val="000000"/>
            </a:solidFill>
          </a:ln>
        </p:spPr>
        <p:txBody>
          <a:bodyPr lIns="45719" rIns="45719"/>
          <a:lstStyle/>
          <a:p>
            <a:pPr>
              <a:defRPr>
                <a:solidFill>
                  <a:srgbClr val="000000"/>
                </a:solidFill>
              </a:defRPr>
            </a:pPr>
            <a:endParaRPr dirty="0"/>
          </a:p>
        </p:txBody>
      </p:sp>
      <p:pic>
        <p:nvPicPr>
          <p:cNvPr id="13" name="Picture 12">
            <a:extLst>
              <a:ext uri="{FF2B5EF4-FFF2-40B4-BE49-F238E27FC236}">
                <a16:creationId xmlns:a16="http://schemas.microsoft.com/office/drawing/2014/main" id="{64A389C8-5B48-1D43-476E-CE18EAB8B4C8}"/>
              </a:ext>
            </a:extLst>
          </p:cNvPr>
          <p:cNvPicPr>
            <a:picLocks noChangeAspect="1"/>
          </p:cNvPicPr>
          <p:nvPr/>
        </p:nvPicPr>
        <p:blipFill>
          <a:blip r:embed="rId3"/>
          <a:stretch>
            <a:fillRect/>
          </a:stretch>
        </p:blipFill>
        <p:spPr>
          <a:xfrm>
            <a:off x="11852358" y="673768"/>
            <a:ext cx="715621" cy="1985272"/>
          </a:xfrm>
          <a:prstGeom prst="rect">
            <a:avLst/>
          </a:prstGeom>
        </p:spPr>
      </p:pic>
      <p:sp>
        <p:nvSpPr>
          <p:cNvPr id="5" name="Freeform 4">
            <a:extLst>
              <a:ext uri="{FF2B5EF4-FFF2-40B4-BE49-F238E27FC236}">
                <a16:creationId xmlns:a16="http://schemas.microsoft.com/office/drawing/2014/main" id="{CDBA3CEB-862D-6E40-B911-F86D901113C8}"/>
              </a:ext>
            </a:extLst>
          </p:cNvPr>
          <p:cNvSpPr/>
          <p:nvPr/>
        </p:nvSpPr>
        <p:spPr>
          <a:xfrm>
            <a:off x="1194739" y="1895004"/>
            <a:ext cx="1143000" cy="571500"/>
          </a:xfrm>
          <a:custGeom>
            <a:avLst/>
            <a:gdLst>
              <a:gd name="connsiteX0" fmla="*/ 1143000 w 1143000"/>
              <a:gd name="connsiteY0" fmla="*/ 571500 h 571500"/>
              <a:gd name="connsiteX1" fmla="*/ 1028700 w 1143000"/>
              <a:gd name="connsiteY1" fmla="*/ 571500 h 571500"/>
              <a:gd name="connsiteX2" fmla="*/ 1028700 w 1143000"/>
              <a:gd name="connsiteY2" fmla="*/ 400050 h 571500"/>
              <a:gd name="connsiteX3" fmla="*/ 742950 w 1143000"/>
              <a:gd name="connsiteY3" fmla="*/ 114300 h 571500"/>
              <a:gd name="connsiteX4" fmla="*/ 400050 w 1143000"/>
              <a:gd name="connsiteY4" fmla="*/ 114300 h 571500"/>
              <a:gd name="connsiteX5" fmla="*/ 114300 w 1143000"/>
              <a:gd name="connsiteY5" fmla="*/ 400050 h 571500"/>
              <a:gd name="connsiteX6" fmla="*/ 114300 w 1143000"/>
              <a:gd name="connsiteY6" fmla="*/ 571500 h 571500"/>
              <a:gd name="connsiteX7" fmla="*/ 0 w 1143000"/>
              <a:gd name="connsiteY7" fmla="*/ 571500 h 571500"/>
              <a:gd name="connsiteX8" fmla="*/ 0 w 1143000"/>
              <a:gd name="connsiteY8" fmla="*/ 400050 h 571500"/>
              <a:gd name="connsiteX9" fmla="*/ 400050 w 1143000"/>
              <a:gd name="connsiteY9" fmla="*/ 0 h 571500"/>
              <a:gd name="connsiteX10" fmla="*/ 742950 w 1143000"/>
              <a:gd name="connsiteY10" fmla="*/ 0 h 571500"/>
              <a:gd name="connsiteX11" fmla="*/ 1143000 w 1143000"/>
              <a:gd name="connsiteY11" fmla="*/ 40005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000" h="571500">
                <a:moveTo>
                  <a:pt x="1143000" y="571500"/>
                </a:moveTo>
                <a:lnTo>
                  <a:pt x="1028700" y="571500"/>
                </a:lnTo>
                <a:lnTo>
                  <a:pt x="1028700" y="400050"/>
                </a:lnTo>
                <a:cubicBezTo>
                  <a:pt x="1028511" y="242310"/>
                  <a:pt x="900690" y="114489"/>
                  <a:pt x="742950" y="114300"/>
                </a:cubicBezTo>
                <a:lnTo>
                  <a:pt x="400050" y="114300"/>
                </a:lnTo>
                <a:cubicBezTo>
                  <a:pt x="242310" y="114489"/>
                  <a:pt x="114486" y="242310"/>
                  <a:pt x="114300" y="400050"/>
                </a:cubicBezTo>
                <a:lnTo>
                  <a:pt x="114300" y="571500"/>
                </a:lnTo>
                <a:lnTo>
                  <a:pt x="0" y="571500"/>
                </a:lnTo>
                <a:lnTo>
                  <a:pt x="0" y="400050"/>
                </a:lnTo>
                <a:cubicBezTo>
                  <a:pt x="258" y="179217"/>
                  <a:pt x="179216" y="257"/>
                  <a:pt x="400050" y="0"/>
                </a:cubicBezTo>
                <a:lnTo>
                  <a:pt x="742950" y="0"/>
                </a:lnTo>
                <a:cubicBezTo>
                  <a:pt x="963783" y="257"/>
                  <a:pt x="1142743" y="179217"/>
                  <a:pt x="1143000" y="400050"/>
                </a:cubicBezTo>
                <a:close/>
              </a:path>
            </a:pathLst>
          </a:custGeom>
          <a:solidFill>
            <a:schemeClr val="accent1"/>
          </a:solidFill>
          <a:ln w="57150"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AA60CBB0-BB44-EE0B-836B-23E8331E537E}"/>
              </a:ext>
            </a:extLst>
          </p:cNvPr>
          <p:cNvSpPr/>
          <p:nvPr/>
        </p:nvSpPr>
        <p:spPr>
          <a:xfrm>
            <a:off x="1080439" y="1094904"/>
            <a:ext cx="114300" cy="571500"/>
          </a:xfrm>
          <a:custGeom>
            <a:avLst/>
            <a:gdLst>
              <a:gd name="connsiteX0" fmla="*/ 57150 w 114300"/>
              <a:gd name="connsiteY0" fmla="*/ 0 h 571500"/>
              <a:gd name="connsiteX1" fmla="*/ 0 w 114300"/>
              <a:gd name="connsiteY1" fmla="*/ 57150 h 571500"/>
              <a:gd name="connsiteX2" fmla="*/ 0 w 114300"/>
              <a:gd name="connsiteY2" fmla="*/ 571500 h 571500"/>
              <a:gd name="connsiteX3" fmla="*/ 114300 w 114300"/>
              <a:gd name="connsiteY3" fmla="*/ 571500 h 571500"/>
              <a:gd name="connsiteX4" fmla="*/ 114300 w 114300"/>
              <a:gd name="connsiteY4" fmla="*/ 57150 h 571500"/>
              <a:gd name="connsiteX5" fmla="*/ 57150 w 114300"/>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300" h="571500">
                <a:moveTo>
                  <a:pt x="57150" y="0"/>
                </a:moveTo>
                <a:cubicBezTo>
                  <a:pt x="25587" y="0"/>
                  <a:pt x="0" y="25587"/>
                  <a:pt x="0" y="57150"/>
                </a:cubicBezTo>
                <a:lnTo>
                  <a:pt x="0" y="571500"/>
                </a:lnTo>
                <a:lnTo>
                  <a:pt x="114300" y="571500"/>
                </a:lnTo>
                <a:lnTo>
                  <a:pt x="114300" y="57150"/>
                </a:lnTo>
                <a:cubicBezTo>
                  <a:pt x="114300" y="25587"/>
                  <a:pt x="88713" y="0"/>
                  <a:pt x="57150" y="0"/>
                </a:cubicBezTo>
                <a:close/>
              </a:path>
            </a:pathLst>
          </a:custGeom>
          <a:solidFill>
            <a:schemeClr val="accent1"/>
          </a:solidFill>
          <a:ln w="57150"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7974DCFD-BA3D-13F5-4EF3-FC5DAD16B40D}"/>
              </a:ext>
            </a:extLst>
          </p:cNvPr>
          <p:cNvSpPr/>
          <p:nvPr/>
        </p:nvSpPr>
        <p:spPr>
          <a:xfrm>
            <a:off x="1080439" y="866304"/>
            <a:ext cx="1371600" cy="914400"/>
          </a:xfrm>
          <a:custGeom>
            <a:avLst/>
            <a:gdLst>
              <a:gd name="connsiteX0" fmla="*/ 0 w 1371600"/>
              <a:gd name="connsiteY0" fmla="*/ 0 h 914400"/>
              <a:gd name="connsiteX1" fmla="*/ 0 w 1371600"/>
              <a:gd name="connsiteY1" fmla="*/ 114300 h 914400"/>
              <a:gd name="connsiteX2" fmla="*/ 285750 w 1371600"/>
              <a:gd name="connsiteY2" fmla="*/ 114300 h 914400"/>
              <a:gd name="connsiteX3" fmla="*/ 285750 w 1371600"/>
              <a:gd name="connsiteY3" fmla="*/ 514350 h 914400"/>
              <a:gd name="connsiteX4" fmla="*/ 685800 w 1371600"/>
              <a:gd name="connsiteY4" fmla="*/ 914400 h 914400"/>
              <a:gd name="connsiteX5" fmla="*/ 1085850 w 1371600"/>
              <a:gd name="connsiteY5" fmla="*/ 514350 h 914400"/>
              <a:gd name="connsiteX6" fmla="*/ 1085850 w 1371600"/>
              <a:gd name="connsiteY6" fmla="*/ 114300 h 914400"/>
              <a:gd name="connsiteX7" fmla="*/ 1371600 w 1371600"/>
              <a:gd name="connsiteY7" fmla="*/ 114300 h 914400"/>
              <a:gd name="connsiteX8" fmla="*/ 1371600 w 1371600"/>
              <a:gd name="connsiteY8" fmla="*/ 0 h 914400"/>
              <a:gd name="connsiteX9" fmla="*/ 400050 w 1371600"/>
              <a:gd name="connsiteY9" fmla="*/ 114300 h 914400"/>
              <a:gd name="connsiteX10" fmla="*/ 971550 w 1371600"/>
              <a:gd name="connsiteY10" fmla="*/ 114300 h 914400"/>
              <a:gd name="connsiteX11" fmla="*/ 971550 w 1371600"/>
              <a:gd name="connsiteY11" fmla="*/ 285750 h 914400"/>
              <a:gd name="connsiteX12" fmla="*/ 400050 w 1371600"/>
              <a:gd name="connsiteY12" fmla="*/ 285750 h 914400"/>
              <a:gd name="connsiteX13" fmla="*/ 685800 w 1371600"/>
              <a:gd name="connsiteY13" fmla="*/ 800100 h 914400"/>
              <a:gd name="connsiteX14" fmla="*/ 400050 w 1371600"/>
              <a:gd name="connsiteY14" fmla="*/ 514350 h 914400"/>
              <a:gd name="connsiteX15" fmla="*/ 400050 w 1371600"/>
              <a:gd name="connsiteY15" fmla="*/ 400050 h 914400"/>
              <a:gd name="connsiteX16" fmla="*/ 971550 w 1371600"/>
              <a:gd name="connsiteY16" fmla="*/ 400050 h 914400"/>
              <a:gd name="connsiteX17" fmla="*/ 971550 w 1371600"/>
              <a:gd name="connsiteY17" fmla="*/ 514350 h 914400"/>
              <a:gd name="connsiteX18" fmla="*/ 685800 w 1371600"/>
              <a:gd name="connsiteY18" fmla="*/ 8001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71600" h="914400">
                <a:moveTo>
                  <a:pt x="0" y="0"/>
                </a:moveTo>
                <a:lnTo>
                  <a:pt x="0" y="114300"/>
                </a:lnTo>
                <a:lnTo>
                  <a:pt x="285750" y="114300"/>
                </a:lnTo>
                <a:lnTo>
                  <a:pt x="285750" y="514350"/>
                </a:lnTo>
                <a:cubicBezTo>
                  <a:pt x="285750" y="735292"/>
                  <a:pt x="464858" y="914400"/>
                  <a:pt x="685800" y="914400"/>
                </a:cubicBezTo>
                <a:cubicBezTo>
                  <a:pt x="906742" y="914400"/>
                  <a:pt x="1085850" y="735292"/>
                  <a:pt x="1085850" y="514350"/>
                </a:cubicBezTo>
                <a:lnTo>
                  <a:pt x="1085850" y="114300"/>
                </a:lnTo>
                <a:lnTo>
                  <a:pt x="1371600" y="114300"/>
                </a:lnTo>
                <a:lnTo>
                  <a:pt x="1371600" y="0"/>
                </a:lnTo>
                <a:close/>
                <a:moveTo>
                  <a:pt x="400050" y="114300"/>
                </a:moveTo>
                <a:lnTo>
                  <a:pt x="971550" y="114300"/>
                </a:lnTo>
                <a:lnTo>
                  <a:pt x="971550" y="285750"/>
                </a:lnTo>
                <a:lnTo>
                  <a:pt x="400050" y="285750"/>
                </a:lnTo>
                <a:close/>
                <a:moveTo>
                  <a:pt x="685800" y="800100"/>
                </a:moveTo>
                <a:cubicBezTo>
                  <a:pt x="527986" y="800100"/>
                  <a:pt x="400050" y="672164"/>
                  <a:pt x="400050" y="514350"/>
                </a:cubicBezTo>
                <a:lnTo>
                  <a:pt x="400050" y="400050"/>
                </a:lnTo>
                <a:lnTo>
                  <a:pt x="971550" y="400050"/>
                </a:lnTo>
                <a:lnTo>
                  <a:pt x="971550" y="514350"/>
                </a:lnTo>
                <a:cubicBezTo>
                  <a:pt x="971550" y="672164"/>
                  <a:pt x="843614" y="800100"/>
                  <a:pt x="685800" y="800100"/>
                </a:cubicBezTo>
                <a:close/>
              </a:path>
            </a:pathLst>
          </a:custGeom>
          <a:solidFill>
            <a:schemeClr val="accent1"/>
          </a:solidFill>
          <a:ln w="57150" cap="flat">
            <a:noFill/>
            <a:prstDash val="solid"/>
            <a:miter/>
          </a:ln>
        </p:spPr>
        <p:txBody>
          <a:bodyPr rtlCol="0" anchor="ctr"/>
          <a:lstStyle/>
          <a:p>
            <a:endParaRPr lang="en-US"/>
          </a:p>
        </p:txBody>
      </p:sp>
      <p:pic>
        <p:nvPicPr>
          <p:cNvPr id="19" name="Picture 18">
            <a:extLst>
              <a:ext uri="{FF2B5EF4-FFF2-40B4-BE49-F238E27FC236}">
                <a16:creationId xmlns:a16="http://schemas.microsoft.com/office/drawing/2014/main" id="{F58FFD60-F7BF-B38D-0B3D-E689552F6BF6}"/>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0511829" y="634011"/>
            <a:ext cx="13257770" cy="12447978"/>
          </a:xfrm>
          <a:prstGeom prst="rect">
            <a:avLst/>
          </a:prstGeom>
        </p:spPr>
      </p:pic>
    </p:spTree>
    <p:extLst>
      <p:ext uri="{BB962C8B-B14F-4D97-AF65-F5344CB8AC3E}">
        <p14:creationId xmlns:p14="http://schemas.microsoft.com/office/powerpoint/2010/main" val="200118571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E6E4E-BE6C-32D8-44CB-3F1C44265F8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152CC69-784E-9AD4-1455-C747D7794432}"/>
              </a:ext>
            </a:extLst>
          </p:cNvPr>
          <p:cNvSpPr txBox="1"/>
          <p:nvPr/>
        </p:nvSpPr>
        <p:spPr>
          <a:xfrm>
            <a:off x="1777283" y="4314024"/>
            <a:ext cx="8390845" cy="7621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Time saved per task</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User adoption rates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Qualitative feedback</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Business impact metrics of </a:t>
            </a:r>
            <a:br>
              <a:rPr lang="en-US" kern="0" dirty="0">
                <a:solidFill>
                  <a:srgbClr val="000000"/>
                </a:solidFill>
                <a:ea typeface="+mj-ea"/>
                <a:cs typeface="+mj-cs"/>
                <a:sym typeface="IBM Plex Sans Light"/>
              </a:rPr>
            </a:br>
            <a:r>
              <a:rPr lang="en-US" kern="0" dirty="0">
                <a:solidFill>
                  <a:srgbClr val="000000"/>
                </a:solidFill>
                <a:ea typeface="+mj-ea"/>
                <a:cs typeface="+mj-cs"/>
                <a:sym typeface="IBM Plex Sans Light"/>
              </a:rPr>
              <a:t>tasks automated</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User satisfaction</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Use demos or short videos to showcase outcomes to stakeholders</a:t>
            </a:r>
          </a:p>
          <a:p>
            <a:pPr marL="571500" indent="-571500" algn="l" defTabSz="2438400">
              <a:spcBef>
                <a:spcPts val="2900"/>
              </a:spcBef>
              <a:buSzPct val="100000"/>
              <a:buFont typeface="Arial" panose="020B0604020202020204" pitchFamily="34" charset="0"/>
              <a:buChar char="•"/>
            </a:pPr>
            <a:endParaRPr lang="en-US" kern="0" dirty="0">
              <a:solidFill>
                <a:srgbClr val="000000"/>
              </a:solidFill>
              <a:ea typeface="+mj-ea"/>
              <a:cs typeface="+mj-cs"/>
              <a:sym typeface="IBM Plex Sans Light"/>
            </a:endParaRPr>
          </a:p>
        </p:txBody>
      </p:sp>
      <p:sp>
        <p:nvSpPr>
          <p:cNvPr id="10" name="Title 1">
            <a:extLst>
              <a:ext uri="{FF2B5EF4-FFF2-40B4-BE49-F238E27FC236}">
                <a16:creationId xmlns:a16="http://schemas.microsoft.com/office/drawing/2014/main" id="{9AB1446E-E67F-CC8F-C24B-76BC1A840489}"/>
              </a:ext>
            </a:extLst>
          </p:cNvPr>
          <p:cNvSpPr txBox="1">
            <a:spLocks/>
          </p:cNvSpPr>
          <p:nvPr/>
        </p:nvSpPr>
        <p:spPr>
          <a:xfrm>
            <a:off x="3099323" y="807837"/>
            <a:ext cx="9936734" cy="1985271"/>
          </a:xfrm>
          <a:prstGeom prst="rect">
            <a:avLst/>
          </a:prstGeom>
        </p:spPr>
        <p:txBody>
          <a:bodyPr>
            <a:normAutofit lnSpcReduction="10000"/>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sz="6400" kern="0" dirty="0"/>
              <a:t>Show </a:t>
            </a:r>
            <a:br>
              <a:rPr lang="en-US" sz="6400" kern="0" dirty="0"/>
            </a:br>
            <a:r>
              <a:rPr lang="en-US" sz="6400" kern="0" dirty="0"/>
              <a:t>value early</a:t>
            </a:r>
          </a:p>
        </p:txBody>
      </p:sp>
      <p:sp>
        <p:nvSpPr>
          <p:cNvPr id="11" name="Straight Connector 10">
            <a:extLst>
              <a:ext uri="{FF2B5EF4-FFF2-40B4-BE49-F238E27FC236}">
                <a16:creationId xmlns:a16="http://schemas.microsoft.com/office/drawing/2014/main" id="{D42FC100-8BD3-5ABD-3CAC-AFDCF3B1D6F3}"/>
              </a:ext>
            </a:extLst>
          </p:cNvPr>
          <p:cNvSpPr/>
          <p:nvPr/>
        </p:nvSpPr>
        <p:spPr>
          <a:xfrm flipH="1">
            <a:off x="12193587" y="1028701"/>
            <a:ext cx="0" cy="11127808"/>
          </a:xfrm>
          <a:prstGeom prst="line">
            <a:avLst/>
          </a:prstGeom>
          <a:ln w="12700">
            <a:solidFill>
              <a:srgbClr val="000000"/>
            </a:solidFill>
          </a:ln>
        </p:spPr>
        <p:txBody>
          <a:bodyPr lIns="45719" rIns="45719"/>
          <a:lstStyle/>
          <a:p>
            <a:pPr>
              <a:defRPr>
                <a:solidFill>
                  <a:srgbClr val="000000"/>
                </a:solidFill>
              </a:defRPr>
            </a:pPr>
            <a:endParaRPr dirty="0"/>
          </a:p>
        </p:txBody>
      </p:sp>
      <p:pic>
        <p:nvPicPr>
          <p:cNvPr id="13" name="Picture 12">
            <a:extLst>
              <a:ext uri="{FF2B5EF4-FFF2-40B4-BE49-F238E27FC236}">
                <a16:creationId xmlns:a16="http://schemas.microsoft.com/office/drawing/2014/main" id="{02CD2E89-45BA-A5FD-70A6-B54F036962FE}"/>
              </a:ext>
            </a:extLst>
          </p:cNvPr>
          <p:cNvPicPr>
            <a:picLocks noChangeAspect="1"/>
          </p:cNvPicPr>
          <p:nvPr/>
        </p:nvPicPr>
        <p:blipFill>
          <a:blip r:embed="rId3"/>
          <a:stretch>
            <a:fillRect/>
          </a:stretch>
        </p:blipFill>
        <p:spPr>
          <a:xfrm>
            <a:off x="11852358" y="673768"/>
            <a:ext cx="715621" cy="1985272"/>
          </a:xfrm>
          <a:prstGeom prst="rect">
            <a:avLst/>
          </a:prstGeom>
        </p:spPr>
      </p:pic>
      <p:pic>
        <p:nvPicPr>
          <p:cNvPr id="2" name="Picture 1">
            <a:extLst>
              <a:ext uri="{FF2B5EF4-FFF2-40B4-BE49-F238E27FC236}">
                <a16:creationId xmlns:a16="http://schemas.microsoft.com/office/drawing/2014/main" id="{F23C43F0-9814-5AF1-6D53-CB0D954F8B7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2146694" y="492369"/>
            <a:ext cx="11693769" cy="12754708"/>
          </a:xfrm>
          <a:prstGeom prst="rect">
            <a:avLst/>
          </a:prstGeom>
        </p:spPr>
      </p:pic>
      <p:sp>
        <p:nvSpPr>
          <p:cNvPr id="12" name="Freeform 11">
            <a:extLst>
              <a:ext uri="{FF2B5EF4-FFF2-40B4-BE49-F238E27FC236}">
                <a16:creationId xmlns:a16="http://schemas.microsoft.com/office/drawing/2014/main" id="{1C98214C-1684-425F-F34C-239108A9EE05}"/>
              </a:ext>
            </a:extLst>
          </p:cNvPr>
          <p:cNvSpPr/>
          <p:nvPr/>
        </p:nvSpPr>
        <p:spPr>
          <a:xfrm>
            <a:off x="1199232" y="1015546"/>
            <a:ext cx="1599236" cy="1600577"/>
          </a:xfrm>
          <a:custGeom>
            <a:avLst/>
            <a:gdLst>
              <a:gd name="connsiteX0" fmla="*/ 1566001 w 1599236"/>
              <a:gd name="connsiteY0" fmla="*/ 1124516 h 1600577"/>
              <a:gd name="connsiteX1" fmla="*/ 476150 w 1599236"/>
              <a:gd name="connsiteY1" fmla="*/ 33523 h 1600577"/>
              <a:gd name="connsiteX2" fmla="*/ 314505 w 1599236"/>
              <a:gd name="connsiteY2" fmla="*/ 33433 h 1600577"/>
              <a:gd name="connsiteX3" fmla="*/ 314416 w 1599236"/>
              <a:gd name="connsiteY3" fmla="*/ 33523 h 1600577"/>
              <a:gd name="connsiteX4" fmla="*/ 33238 w 1599236"/>
              <a:gd name="connsiteY4" fmla="*/ 315272 h 1600577"/>
              <a:gd name="connsiteX5" fmla="*/ 33238 w 1599236"/>
              <a:gd name="connsiteY5" fmla="*/ 476435 h 1600577"/>
              <a:gd name="connsiteX6" fmla="*/ 1123088 w 1599236"/>
              <a:gd name="connsiteY6" fmla="*/ 1567429 h 1600577"/>
              <a:gd name="connsiteX7" fmla="*/ 1204241 w 1599236"/>
              <a:gd name="connsiteY7" fmla="*/ 1600576 h 1600577"/>
              <a:gd name="connsiteX8" fmla="*/ 1284823 w 1599236"/>
              <a:gd name="connsiteY8" fmla="*/ 1567429 h 1600577"/>
              <a:gd name="connsiteX9" fmla="*/ 1566001 w 1599236"/>
              <a:gd name="connsiteY9" fmla="*/ 1285679 h 1600577"/>
              <a:gd name="connsiteX10" fmla="*/ 1566001 w 1599236"/>
              <a:gd name="connsiteY10" fmla="*/ 1124516 h 1600577"/>
              <a:gd name="connsiteX11" fmla="*/ 1204241 w 1599236"/>
              <a:gd name="connsiteY11" fmla="*/ 1486276 h 1600577"/>
              <a:gd name="connsiteX12" fmla="*/ 113819 w 1599236"/>
              <a:gd name="connsiteY12" fmla="*/ 395854 h 1600577"/>
              <a:gd name="connsiteX13" fmla="*/ 394997 w 1599236"/>
              <a:gd name="connsiteY13" fmla="*/ 114676 h 1600577"/>
              <a:gd name="connsiteX14" fmla="*/ 611596 w 1599236"/>
              <a:gd name="connsiteY14" fmla="*/ 331274 h 1600577"/>
              <a:gd name="connsiteX15" fmla="*/ 483008 w 1599236"/>
              <a:gd name="connsiteY15" fmla="*/ 457576 h 1600577"/>
              <a:gd name="connsiteX16" fmla="*/ 563590 w 1599236"/>
              <a:gd name="connsiteY16" fmla="*/ 538157 h 1600577"/>
              <a:gd name="connsiteX17" fmla="*/ 692177 w 1599236"/>
              <a:gd name="connsiteY17" fmla="*/ 411856 h 1600577"/>
              <a:gd name="connsiteX18" fmla="*/ 928207 w 1599236"/>
              <a:gd name="connsiteY18" fmla="*/ 647885 h 1600577"/>
              <a:gd name="connsiteX19" fmla="*/ 799619 w 1599236"/>
              <a:gd name="connsiteY19" fmla="*/ 776473 h 1600577"/>
              <a:gd name="connsiteX20" fmla="*/ 880772 w 1599236"/>
              <a:gd name="connsiteY20" fmla="*/ 857626 h 1600577"/>
              <a:gd name="connsiteX21" fmla="*/ 1009360 w 1599236"/>
              <a:gd name="connsiteY21" fmla="*/ 729038 h 1600577"/>
              <a:gd name="connsiteX22" fmla="*/ 1245389 w 1599236"/>
              <a:gd name="connsiteY22" fmla="*/ 965068 h 1600577"/>
              <a:gd name="connsiteX23" fmla="*/ 1116802 w 1599236"/>
              <a:gd name="connsiteY23" fmla="*/ 1093655 h 1600577"/>
              <a:gd name="connsiteX24" fmla="*/ 1199669 w 1599236"/>
              <a:gd name="connsiteY24" fmla="*/ 1174237 h 1600577"/>
              <a:gd name="connsiteX25" fmla="*/ 1328257 w 1599236"/>
              <a:gd name="connsiteY25" fmla="*/ 1045649 h 1600577"/>
              <a:gd name="connsiteX26" fmla="*/ 1485419 w 1599236"/>
              <a:gd name="connsiteY26" fmla="*/ 1205098 h 1600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99236" h="1600577">
                <a:moveTo>
                  <a:pt x="1566001" y="1124516"/>
                </a:moveTo>
                <a:lnTo>
                  <a:pt x="476150" y="33523"/>
                </a:lnTo>
                <a:cubicBezTo>
                  <a:pt x="431538" y="-11139"/>
                  <a:pt x="359168" y="-11180"/>
                  <a:pt x="314505" y="33433"/>
                </a:cubicBezTo>
                <a:cubicBezTo>
                  <a:pt x="314476" y="33463"/>
                  <a:pt x="314445" y="33493"/>
                  <a:pt x="314416" y="33523"/>
                </a:cubicBezTo>
                <a:lnTo>
                  <a:pt x="33238" y="315272"/>
                </a:lnTo>
                <a:cubicBezTo>
                  <a:pt x="-11079" y="359854"/>
                  <a:pt x="-11079" y="431854"/>
                  <a:pt x="33238" y="476435"/>
                </a:cubicBezTo>
                <a:lnTo>
                  <a:pt x="1123088" y="1567429"/>
                </a:lnTo>
                <a:cubicBezTo>
                  <a:pt x="1144657" y="1588826"/>
                  <a:pt x="1173860" y="1600753"/>
                  <a:pt x="1204241" y="1600576"/>
                </a:cubicBezTo>
                <a:cubicBezTo>
                  <a:pt x="1234422" y="1600599"/>
                  <a:pt x="1263392" y="1588683"/>
                  <a:pt x="1284823" y="1567429"/>
                </a:cubicBezTo>
                <a:lnTo>
                  <a:pt x="1566001" y="1285679"/>
                </a:lnTo>
                <a:cubicBezTo>
                  <a:pt x="1610315" y="1241096"/>
                  <a:pt x="1610315" y="1169099"/>
                  <a:pt x="1566001" y="1124516"/>
                </a:cubicBezTo>
                <a:close/>
                <a:moveTo>
                  <a:pt x="1204241" y="1486276"/>
                </a:moveTo>
                <a:lnTo>
                  <a:pt x="113819" y="395854"/>
                </a:lnTo>
                <a:lnTo>
                  <a:pt x="394997" y="114676"/>
                </a:lnTo>
                <a:lnTo>
                  <a:pt x="611596" y="331274"/>
                </a:lnTo>
                <a:lnTo>
                  <a:pt x="483008" y="457576"/>
                </a:lnTo>
                <a:lnTo>
                  <a:pt x="563590" y="538157"/>
                </a:lnTo>
                <a:lnTo>
                  <a:pt x="692177" y="411856"/>
                </a:lnTo>
                <a:lnTo>
                  <a:pt x="928207" y="647885"/>
                </a:lnTo>
                <a:lnTo>
                  <a:pt x="799619" y="776473"/>
                </a:lnTo>
                <a:lnTo>
                  <a:pt x="880772" y="857626"/>
                </a:lnTo>
                <a:lnTo>
                  <a:pt x="1009360" y="729038"/>
                </a:lnTo>
                <a:lnTo>
                  <a:pt x="1245389" y="965068"/>
                </a:lnTo>
                <a:lnTo>
                  <a:pt x="1116802" y="1093655"/>
                </a:lnTo>
                <a:lnTo>
                  <a:pt x="1199669" y="1174237"/>
                </a:lnTo>
                <a:lnTo>
                  <a:pt x="1328257" y="1045649"/>
                </a:lnTo>
                <a:lnTo>
                  <a:pt x="1485419" y="1205098"/>
                </a:lnTo>
                <a:close/>
              </a:path>
            </a:pathLst>
          </a:custGeom>
          <a:solidFill>
            <a:schemeClr val="accent1"/>
          </a:solidFill>
          <a:ln w="57150" cap="flat">
            <a:noFill/>
            <a:prstDash val="solid"/>
            <a:miter/>
          </a:ln>
        </p:spPr>
        <p:txBody>
          <a:bodyPr rtlCol="0" anchor="ctr"/>
          <a:lstStyle/>
          <a:p>
            <a:endParaRPr lang="en-US"/>
          </a:p>
        </p:txBody>
      </p:sp>
    </p:spTree>
    <p:extLst>
      <p:ext uri="{BB962C8B-B14F-4D97-AF65-F5344CB8AC3E}">
        <p14:creationId xmlns:p14="http://schemas.microsoft.com/office/powerpoint/2010/main" val="81266656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84E67-EC8C-5B7D-13D0-FAD46551C18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6FD4B5F-13A6-E7C8-8082-0E882C7679EB}"/>
              </a:ext>
            </a:extLst>
          </p:cNvPr>
          <p:cNvSpPr txBox="1"/>
          <p:nvPr/>
        </p:nvSpPr>
        <p:spPr>
          <a:xfrm>
            <a:off x="1777283" y="4314024"/>
            <a:ext cx="7366718" cy="762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What worked well?</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What were some limitations?</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Where did the AI perform best and worst?</a:t>
            </a:r>
          </a:p>
          <a:p>
            <a:pPr marL="571500" indent="-571500"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Improve AI prompts and training</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Suggestions for improvement</a:t>
            </a:r>
          </a:p>
          <a:p>
            <a:pPr marL="571500" indent="-571500" algn="l" defTabSz="2438400">
              <a:spcBef>
                <a:spcPts val="2900"/>
              </a:spcBef>
              <a:buSzPct val="100000"/>
              <a:buFont typeface="Arial" panose="020B0604020202020204" pitchFamily="34" charset="0"/>
              <a:buChar char="•"/>
            </a:pPr>
            <a:r>
              <a:rPr lang="en-US" kern="0" dirty="0">
                <a:solidFill>
                  <a:srgbClr val="000000"/>
                </a:solidFill>
                <a:ea typeface="+mj-ea"/>
                <a:cs typeface="+mj-cs"/>
                <a:sym typeface="IBM Plex Sans Light"/>
              </a:rPr>
              <a:t>Prioritize future use cases</a:t>
            </a:r>
          </a:p>
        </p:txBody>
      </p:sp>
      <p:sp>
        <p:nvSpPr>
          <p:cNvPr id="10" name="Title 1">
            <a:extLst>
              <a:ext uri="{FF2B5EF4-FFF2-40B4-BE49-F238E27FC236}">
                <a16:creationId xmlns:a16="http://schemas.microsoft.com/office/drawing/2014/main" id="{C97C8964-E576-7063-F296-0D3DB17DEFBF}"/>
              </a:ext>
            </a:extLst>
          </p:cNvPr>
          <p:cNvSpPr txBox="1">
            <a:spLocks/>
          </p:cNvSpPr>
          <p:nvPr/>
        </p:nvSpPr>
        <p:spPr>
          <a:xfrm>
            <a:off x="3099323" y="854729"/>
            <a:ext cx="9936734" cy="1985271"/>
          </a:xfrm>
          <a:prstGeom prst="rect">
            <a:avLst/>
          </a:prstGeom>
        </p:spPr>
        <p:txBody>
          <a:bodyPr>
            <a:normAutofit lnSpcReduction="10000"/>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sz="6400" kern="0" dirty="0"/>
              <a:t>Retrospective </a:t>
            </a:r>
            <a:br>
              <a:rPr lang="en-US" sz="6400" kern="0" dirty="0"/>
            </a:br>
            <a:r>
              <a:rPr lang="en-US" sz="6400" kern="0" dirty="0"/>
              <a:t>&amp; learning</a:t>
            </a:r>
          </a:p>
        </p:txBody>
      </p:sp>
      <p:sp>
        <p:nvSpPr>
          <p:cNvPr id="11" name="Straight Connector 10">
            <a:extLst>
              <a:ext uri="{FF2B5EF4-FFF2-40B4-BE49-F238E27FC236}">
                <a16:creationId xmlns:a16="http://schemas.microsoft.com/office/drawing/2014/main" id="{F6E73776-4E1F-E06F-F34C-2D43D5EFBF6A}"/>
              </a:ext>
            </a:extLst>
          </p:cNvPr>
          <p:cNvSpPr/>
          <p:nvPr/>
        </p:nvSpPr>
        <p:spPr>
          <a:xfrm flipH="1">
            <a:off x="12193587" y="1028701"/>
            <a:ext cx="0" cy="11127808"/>
          </a:xfrm>
          <a:prstGeom prst="line">
            <a:avLst/>
          </a:prstGeom>
          <a:ln w="12700">
            <a:solidFill>
              <a:srgbClr val="000000"/>
            </a:solidFill>
          </a:ln>
        </p:spPr>
        <p:txBody>
          <a:bodyPr lIns="45719" rIns="45719"/>
          <a:lstStyle/>
          <a:p>
            <a:pPr>
              <a:defRPr>
                <a:solidFill>
                  <a:srgbClr val="000000"/>
                </a:solidFill>
              </a:defRPr>
            </a:pPr>
            <a:endParaRPr dirty="0"/>
          </a:p>
        </p:txBody>
      </p:sp>
      <p:pic>
        <p:nvPicPr>
          <p:cNvPr id="13" name="Picture 12">
            <a:extLst>
              <a:ext uri="{FF2B5EF4-FFF2-40B4-BE49-F238E27FC236}">
                <a16:creationId xmlns:a16="http://schemas.microsoft.com/office/drawing/2014/main" id="{ACBD8E72-C2DC-5FF5-FED4-BF15025EDA9C}"/>
              </a:ext>
            </a:extLst>
          </p:cNvPr>
          <p:cNvPicPr>
            <a:picLocks noChangeAspect="1"/>
          </p:cNvPicPr>
          <p:nvPr/>
        </p:nvPicPr>
        <p:blipFill>
          <a:blip r:embed="rId3"/>
          <a:stretch>
            <a:fillRect/>
          </a:stretch>
        </p:blipFill>
        <p:spPr>
          <a:xfrm>
            <a:off x="11852358" y="673768"/>
            <a:ext cx="715621" cy="1985272"/>
          </a:xfrm>
          <a:prstGeom prst="rect">
            <a:avLst/>
          </a:prstGeom>
        </p:spPr>
      </p:pic>
      <p:sp>
        <p:nvSpPr>
          <p:cNvPr id="7" name="Freeform 6">
            <a:extLst>
              <a:ext uri="{FF2B5EF4-FFF2-40B4-BE49-F238E27FC236}">
                <a16:creationId xmlns:a16="http://schemas.microsoft.com/office/drawing/2014/main" id="{02DDCE8B-DA47-687E-1B19-F83575E12060}"/>
              </a:ext>
            </a:extLst>
          </p:cNvPr>
          <p:cNvSpPr/>
          <p:nvPr/>
        </p:nvSpPr>
        <p:spPr>
          <a:xfrm>
            <a:off x="1197163" y="1028701"/>
            <a:ext cx="1411605" cy="1411605"/>
          </a:xfrm>
          <a:custGeom>
            <a:avLst/>
            <a:gdLst>
              <a:gd name="connsiteX0" fmla="*/ 1265390 w 1411605"/>
              <a:gd name="connsiteY0" fmla="*/ 222974 h 1411605"/>
              <a:gd name="connsiteX1" fmla="*/ 1411605 w 1411605"/>
              <a:gd name="connsiteY1" fmla="*/ 76775 h 1411605"/>
              <a:gd name="connsiteX2" fmla="*/ 1334830 w 1411605"/>
              <a:gd name="connsiteY2" fmla="*/ 0 h 1411605"/>
              <a:gd name="connsiteX3" fmla="*/ 1188631 w 1411605"/>
              <a:gd name="connsiteY3" fmla="*/ 146204 h 1411605"/>
              <a:gd name="connsiteX4" fmla="*/ 1129284 w 1411605"/>
              <a:gd name="connsiteY4" fmla="*/ 86868 h 1411605"/>
              <a:gd name="connsiteX5" fmla="*/ 980924 w 1411605"/>
              <a:gd name="connsiteY5" fmla="*/ 83207 h 1411605"/>
              <a:gd name="connsiteX6" fmla="*/ 977265 w 1411605"/>
              <a:gd name="connsiteY6" fmla="*/ 86868 h 1411605"/>
              <a:gd name="connsiteX7" fmla="*/ 0 w 1411605"/>
              <a:gd name="connsiteY7" fmla="*/ 1064133 h 1411605"/>
              <a:gd name="connsiteX8" fmla="*/ 0 w 1411605"/>
              <a:gd name="connsiteY8" fmla="*/ 1411605 h 1411605"/>
              <a:gd name="connsiteX9" fmla="*/ 347472 w 1411605"/>
              <a:gd name="connsiteY9" fmla="*/ 1411605 h 1411605"/>
              <a:gd name="connsiteX10" fmla="*/ 1324737 w 1411605"/>
              <a:gd name="connsiteY10" fmla="*/ 434340 h 1411605"/>
              <a:gd name="connsiteX11" fmla="*/ 1328391 w 1411605"/>
              <a:gd name="connsiteY11" fmla="*/ 285974 h 1411605"/>
              <a:gd name="connsiteX12" fmla="*/ 1324737 w 1411605"/>
              <a:gd name="connsiteY12" fmla="*/ 282321 h 1411605"/>
              <a:gd name="connsiteX13" fmla="*/ 304038 w 1411605"/>
              <a:gd name="connsiteY13" fmla="*/ 1303020 h 1411605"/>
              <a:gd name="connsiteX14" fmla="*/ 108585 w 1411605"/>
              <a:gd name="connsiteY14" fmla="*/ 1303020 h 1411605"/>
              <a:gd name="connsiteX15" fmla="*/ 108585 w 1411605"/>
              <a:gd name="connsiteY15" fmla="*/ 1107567 h 1411605"/>
              <a:gd name="connsiteX16" fmla="*/ 1053275 w 1411605"/>
              <a:gd name="connsiteY16" fmla="*/ 162878 h 1411605"/>
              <a:gd name="connsiteX17" fmla="*/ 1248728 w 1411605"/>
              <a:gd name="connsiteY17" fmla="*/ 358331 h 1411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605" h="1411605">
                <a:moveTo>
                  <a:pt x="1265390" y="222974"/>
                </a:moveTo>
                <a:lnTo>
                  <a:pt x="1411605" y="76775"/>
                </a:lnTo>
                <a:lnTo>
                  <a:pt x="1334830" y="0"/>
                </a:lnTo>
                <a:lnTo>
                  <a:pt x="1188631" y="146204"/>
                </a:lnTo>
                <a:lnTo>
                  <a:pt x="1129284" y="86868"/>
                </a:lnTo>
                <a:cubicBezTo>
                  <a:pt x="1089325" y="44889"/>
                  <a:pt x="1022903" y="43250"/>
                  <a:pt x="980924" y="83207"/>
                </a:cubicBezTo>
                <a:cubicBezTo>
                  <a:pt x="979676" y="84397"/>
                  <a:pt x="978454" y="85618"/>
                  <a:pt x="977265" y="86868"/>
                </a:cubicBezTo>
                <a:lnTo>
                  <a:pt x="0" y="1064133"/>
                </a:lnTo>
                <a:lnTo>
                  <a:pt x="0" y="1411605"/>
                </a:lnTo>
                <a:lnTo>
                  <a:pt x="347472" y="1411605"/>
                </a:lnTo>
                <a:lnTo>
                  <a:pt x="1324737" y="434340"/>
                </a:lnTo>
                <a:cubicBezTo>
                  <a:pt x="1366716" y="394379"/>
                  <a:pt x="1368350" y="327953"/>
                  <a:pt x="1328391" y="285974"/>
                </a:cubicBezTo>
                <a:cubicBezTo>
                  <a:pt x="1327202" y="284727"/>
                  <a:pt x="1325986" y="283509"/>
                  <a:pt x="1324737" y="282321"/>
                </a:cubicBezTo>
                <a:close/>
                <a:moveTo>
                  <a:pt x="304038" y="1303020"/>
                </a:moveTo>
                <a:lnTo>
                  <a:pt x="108585" y="1303020"/>
                </a:lnTo>
                <a:lnTo>
                  <a:pt x="108585" y="1107567"/>
                </a:lnTo>
                <a:lnTo>
                  <a:pt x="1053275" y="162878"/>
                </a:lnTo>
                <a:lnTo>
                  <a:pt x="1248728" y="358331"/>
                </a:lnTo>
                <a:close/>
              </a:path>
            </a:pathLst>
          </a:custGeom>
          <a:solidFill>
            <a:schemeClr val="accent1"/>
          </a:solidFill>
          <a:ln w="54173"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53E14D1A-350F-36AC-5575-81F672C5F856}"/>
              </a:ext>
            </a:extLst>
          </p:cNvPr>
          <p:cNvSpPr/>
          <p:nvPr/>
        </p:nvSpPr>
        <p:spPr>
          <a:xfrm rot="18900000">
            <a:off x="1421714" y="1327315"/>
            <a:ext cx="582455" cy="108574"/>
          </a:xfrm>
          <a:custGeom>
            <a:avLst/>
            <a:gdLst>
              <a:gd name="connsiteX0" fmla="*/ 0 w 582455"/>
              <a:gd name="connsiteY0" fmla="*/ 0 h 108574"/>
              <a:gd name="connsiteX1" fmla="*/ 582456 w 582455"/>
              <a:gd name="connsiteY1" fmla="*/ 0 h 108574"/>
              <a:gd name="connsiteX2" fmla="*/ 582456 w 582455"/>
              <a:gd name="connsiteY2" fmla="*/ 108574 h 108574"/>
              <a:gd name="connsiteX3" fmla="*/ 0 w 582455"/>
              <a:gd name="connsiteY3" fmla="*/ 108574 h 108574"/>
            </a:gdLst>
            <a:ahLst/>
            <a:cxnLst>
              <a:cxn ang="0">
                <a:pos x="connsiteX0" y="connsiteY0"/>
              </a:cxn>
              <a:cxn ang="0">
                <a:pos x="connsiteX1" y="connsiteY1"/>
              </a:cxn>
              <a:cxn ang="0">
                <a:pos x="connsiteX2" y="connsiteY2"/>
              </a:cxn>
              <a:cxn ang="0">
                <a:pos x="connsiteX3" y="connsiteY3"/>
              </a:cxn>
            </a:cxnLst>
            <a:rect l="l" t="t" r="r" b="b"/>
            <a:pathLst>
              <a:path w="582455" h="108574">
                <a:moveTo>
                  <a:pt x="0" y="0"/>
                </a:moveTo>
                <a:lnTo>
                  <a:pt x="582456" y="0"/>
                </a:lnTo>
                <a:lnTo>
                  <a:pt x="582456" y="108574"/>
                </a:lnTo>
                <a:lnTo>
                  <a:pt x="0" y="108574"/>
                </a:lnTo>
                <a:close/>
              </a:path>
            </a:pathLst>
          </a:custGeom>
          <a:solidFill>
            <a:schemeClr val="accent1"/>
          </a:solidFill>
          <a:ln w="54173" cap="flat">
            <a:noFill/>
            <a:prstDash val="solid"/>
            <a:miter/>
          </a:ln>
        </p:spPr>
        <p:txBody>
          <a:bodyPr rtlCol="0" anchor="ctr"/>
          <a:lstStyle/>
          <a:p>
            <a:endParaRPr lang="en-US"/>
          </a:p>
        </p:txBody>
      </p:sp>
      <p:pic>
        <p:nvPicPr>
          <p:cNvPr id="15" name="Picture 14">
            <a:extLst>
              <a:ext uri="{FF2B5EF4-FFF2-40B4-BE49-F238E27FC236}">
                <a16:creationId xmlns:a16="http://schemas.microsoft.com/office/drawing/2014/main" id="{49B27F1D-2521-09B8-4475-F0A7E091BE7D}"/>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41379" y="495300"/>
            <a:ext cx="12856527" cy="12832080"/>
          </a:xfrm>
          <a:prstGeom prst="rect">
            <a:avLst/>
          </a:prstGeom>
        </p:spPr>
      </p:pic>
    </p:spTree>
    <p:extLst>
      <p:ext uri="{BB962C8B-B14F-4D97-AF65-F5344CB8AC3E}">
        <p14:creationId xmlns:p14="http://schemas.microsoft.com/office/powerpoint/2010/main" val="26703513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3DBA333-1328-3D93-D56F-FB50DE88A765}"/>
              </a:ext>
            </a:extLst>
          </p:cNvPr>
          <p:cNvSpPr>
            <a:spLocks noGrp="1"/>
          </p:cNvSpPr>
          <p:nvPr>
            <p:ph type="title"/>
          </p:nvPr>
        </p:nvSpPr>
        <p:spPr>
          <a:xfrm>
            <a:off x="3408217" y="533734"/>
            <a:ext cx="8951625" cy="1525588"/>
          </a:xfrm>
        </p:spPr>
        <p:txBody>
          <a:bodyPr/>
          <a:lstStyle/>
          <a:p>
            <a:r>
              <a:rPr lang="en-US" dirty="0">
                <a:latin typeface="+mn-lt"/>
              </a:rPr>
              <a:t>Review the IBM Client Engineering playbooks</a:t>
            </a:r>
          </a:p>
        </p:txBody>
      </p:sp>
      <p:sp>
        <p:nvSpPr>
          <p:cNvPr id="10" name="Text Placeholder 2">
            <a:extLst>
              <a:ext uri="{FF2B5EF4-FFF2-40B4-BE49-F238E27FC236}">
                <a16:creationId xmlns:a16="http://schemas.microsoft.com/office/drawing/2014/main" id="{C3FFEB19-E278-C506-B046-2BE9F076D152}"/>
              </a:ext>
            </a:extLst>
          </p:cNvPr>
          <p:cNvSpPr>
            <a:spLocks noGrp="1"/>
          </p:cNvSpPr>
          <p:nvPr>
            <p:ph type="body" sz="quarter" idx="13"/>
          </p:nvPr>
        </p:nvSpPr>
        <p:spPr>
          <a:xfrm>
            <a:off x="704848" y="3900576"/>
            <a:ext cx="4790084" cy="8443324"/>
          </a:xfrm>
        </p:spPr>
        <p:txBody>
          <a:bodyPr/>
          <a:lstStyle/>
          <a:p>
            <a:pPr marL="571500" indent="-571500">
              <a:buFont typeface="Arial" panose="020B0604020202020204" pitchFamily="34" charset="0"/>
              <a:buChar char="•"/>
            </a:pPr>
            <a:r>
              <a:rPr lang="en-US" sz="3400" dirty="0">
                <a:latin typeface="+mn-lt"/>
              </a:rPr>
              <a:t>A blueprint for successful pre-sales client engagements</a:t>
            </a:r>
          </a:p>
          <a:p>
            <a:pPr marL="571500" indent="-571500">
              <a:buFont typeface="Arial" panose="020B0604020202020204" pitchFamily="34" charset="0"/>
              <a:buChar char="•"/>
            </a:pPr>
            <a:endParaRPr lang="en-US" sz="3400" dirty="0">
              <a:latin typeface="+mn-lt"/>
            </a:endParaRPr>
          </a:p>
          <a:p>
            <a:pPr marL="571500" indent="-571500">
              <a:buFont typeface="Arial" panose="020B0604020202020204" pitchFamily="34" charset="0"/>
              <a:buChar char="•"/>
            </a:pPr>
            <a:r>
              <a:rPr lang="en-US" sz="3400" dirty="0">
                <a:latin typeface="+mn-lt"/>
              </a:rPr>
              <a:t>IBM watsonx technology strategies, assets, use cases &amp; PoX best practices</a:t>
            </a:r>
          </a:p>
          <a:p>
            <a:pPr marL="571500" indent="-571500">
              <a:buFont typeface="Arial" panose="020B0604020202020204" pitchFamily="34" charset="0"/>
              <a:buChar char="•"/>
            </a:pPr>
            <a:endParaRPr lang="en-US" sz="3400" dirty="0">
              <a:latin typeface="+mn-lt"/>
            </a:endParaRPr>
          </a:p>
          <a:p>
            <a:pPr marL="571500" indent="-571500">
              <a:buFont typeface="Arial" panose="020B0604020202020204" pitchFamily="34" charset="0"/>
              <a:buChar char="•"/>
            </a:pPr>
            <a:r>
              <a:rPr lang="en-US" sz="3400" dirty="0">
                <a:latin typeface="+mn-lt"/>
              </a:rPr>
              <a:t>Tech sellers should review the relevant playbook before engaging in a PoX</a:t>
            </a:r>
          </a:p>
        </p:txBody>
      </p:sp>
      <p:pic>
        <p:nvPicPr>
          <p:cNvPr id="3" name="Picture 2">
            <a:extLst>
              <a:ext uri="{FF2B5EF4-FFF2-40B4-BE49-F238E27FC236}">
                <a16:creationId xmlns:a16="http://schemas.microsoft.com/office/drawing/2014/main" id="{4480E0FC-E9AB-EA1C-2DF7-3B78264351BB}"/>
              </a:ext>
            </a:extLst>
          </p:cNvPr>
          <p:cNvPicPr>
            <a:picLocks noChangeAspect="1"/>
          </p:cNvPicPr>
          <p:nvPr/>
        </p:nvPicPr>
        <p:blipFill>
          <a:blip r:embed="rId3"/>
          <a:stretch>
            <a:fillRect/>
          </a:stretch>
        </p:blipFill>
        <p:spPr>
          <a:xfrm>
            <a:off x="7447588" y="3703242"/>
            <a:ext cx="15768382" cy="8002450"/>
          </a:xfrm>
          <a:prstGeom prst="rect">
            <a:avLst/>
          </a:prstGeom>
          <a:noFill/>
        </p:spPr>
      </p:pic>
      <p:sp>
        <p:nvSpPr>
          <p:cNvPr id="5" name="TextBox 4">
            <a:extLst>
              <a:ext uri="{FF2B5EF4-FFF2-40B4-BE49-F238E27FC236}">
                <a16:creationId xmlns:a16="http://schemas.microsoft.com/office/drawing/2014/main" id="{F43CB04B-7E59-DD39-C3C3-8C51842F04AD}"/>
              </a:ext>
            </a:extLst>
          </p:cNvPr>
          <p:cNvSpPr txBox="1"/>
          <p:nvPr/>
        </p:nvSpPr>
        <p:spPr>
          <a:xfrm>
            <a:off x="7500930" y="12035352"/>
            <a:ext cx="10338687" cy="584775"/>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r>
              <a:rPr lang="en-US" sz="3200" b="0" i="0" u="sng" dirty="0">
                <a:solidFill>
                  <a:schemeClr val="accent1"/>
                </a:solidFill>
                <a:effectLst/>
                <a:hlinkClick r:id="rId4">
                  <a:extLst>
                    <a:ext uri="{A12FA001-AC4F-418D-AE19-62706E023703}">
                      <ahyp:hlinkClr xmlns:ahyp="http://schemas.microsoft.com/office/drawing/2018/hyperlinkcolor" val="tx"/>
                    </a:ext>
                  </a:extLst>
                </a:hlinkClick>
              </a:rPr>
              <a:t>https://ibm.biz/watsonxClientEngineeringPlaybooks</a:t>
            </a:r>
            <a:r>
              <a:rPr lang="en-US" sz="3200" b="0" i="0" u="sng" dirty="0">
                <a:solidFill>
                  <a:schemeClr val="accent1"/>
                </a:solidFill>
                <a:effectLst/>
              </a:rPr>
              <a:t> </a:t>
            </a:r>
            <a:r>
              <a:rPr lang="en-US" sz="3200" dirty="0">
                <a:solidFill>
                  <a:schemeClr val="accent1"/>
                </a:solidFill>
              </a:rPr>
              <a:t> →</a:t>
            </a:r>
          </a:p>
        </p:txBody>
      </p:sp>
      <p:grpSp>
        <p:nvGrpSpPr>
          <p:cNvPr id="15" name="Group 14">
            <a:extLst>
              <a:ext uri="{FF2B5EF4-FFF2-40B4-BE49-F238E27FC236}">
                <a16:creationId xmlns:a16="http://schemas.microsoft.com/office/drawing/2014/main" id="{FFCBFD2E-E25F-1029-673F-90D24328F3B5}"/>
              </a:ext>
            </a:extLst>
          </p:cNvPr>
          <p:cNvGrpSpPr>
            <a:grpSpLocks noChangeAspect="1"/>
          </p:cNvGrpSpPr>
          <p:nvPr/>
        </p:nvGrpSpPr>
        <p:grpSpPr>
          <a:xfrm>
            <a:off x="1238106" y="823494"/>
            <a:ext cx="1463040" cy="1463040"/>
            <a:chOff x="1238106" y="823494"/>
            <a:chExt cx="1600200" cy="1600200"/>
          </a:xfrm>
        </p:grpSpPr>
        <p:sp>
          <p:nvSpPr>
            <p:cNvPr id="11" name="Freeform 10">
              <a:extLst>
                <a:ext uri="{FF2B5EF4-FFF2-40B4-BE49-F238E27FC236}">
                  <a16:creationId xmlns:a16="http://schemas.microsoft.com/office/drawing/2014/main" id="{C22087A1-686C-77D7-D7CB-62431A2402FF}"/>
                </a:ext>
              </a:extLst>
            </p:cNvPr>
            <p:cNvSpPr>
              <a:spLocks noChangeAspect="1"/>
            </p:cNvSpPr>
            <p:nvPr/>
          </p:nvSpPr>
          <p:spPr>
            <a:xfrm>
              <a:off x="1238106" y="823494"/>
              <a:ext cx="571500" cy="571500"/>
            </a:xfrm>
            <a:custGeom>
              <a:avLst/>
              <a:gdLst>
                <a:gd name="connsiteX0" fmla="*/ 571500 w 571500"/>
                <a:gd name="connsiteY0" fmla="*/ 80867 h 571500"/>
                <a:gd name="connsiteX1" fmla="*/ 490690 w 571500"/>
                <a:gd name="connsiteY1" fmla="*/ 0 h 571500"/>
                <a:gd name="connsiteX2" fmla="*/ 285750 w 571500"/>
                <a:gd name="connsiteY2" fmla="*/ 204997 h 571500"/>
                <a:gd name="connsiteX3" fmla="*/ 80810 w 571500"/>
                <a:gd name="connsiteY3" fmla="*/ 0 h 571500"/>
                <a:gd name="connsiteX4" fmla="*/ 0 w 571500"/>
                <a:gd name="connsiteY4" fmla="*/ 80867 h 571500"/>
                <a:gd name="connsiteX5" fmla="*/ 204940 w 571500"/>
                <a:gd name="connsiteY5" fmla="*/ 285750 h 571500"/>
                <a:gd name="connsiteX6" fmla="*/ 0 w 571500"/>
                <a:gd name="connsiteY6" fmla="*/ 490690 h 571500"/>
                <a:gd name="connsiteX7" fmla="*/ 80810 w 571500"/>
                <a:gd name="connsiteY7" fmla="*/ 571500 h 571500"/>
                <a:gd name="connsiteX8" fmla="*/ 285750 w 571500"/>
                <a:gd name="connsiteY8" fmla="*/ 366560 h 571500"/>
                <a:gd name="connsiteX9" fmla="*/ 490690 w 571500"/>
                <a:gd name="connsiteY9" fmla="*/ 571500 h 571500"/>
                <a:gd name="connsiteX10" fmla="*/ 571500 w 571500"/>
                <a:gd name="connsiteY10" fmla="*/ 490690 h 571500"/>
                <a:gd name="connsiteX11" fmla="*/ 366560 w 571500"/>
                <a:gd name="connsiteY11" fmla="*/ 285750 h 571500"/>
                <a:gd name="connsiteX12" fmla="*/ 571500 w 571500"/>
                <a:gd name="connsiteY12" fmla="*/ 80867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571500">
                  <a:moveTo>
                    <a:pt x="571500" y="80867"/>
                  </a:moveTo>
                  <a:lnTo>
                    <a:pt x="490690" y="0"/>
                  </a:lnTo>
                  <a:lnTo>
                    <a:pt x="285750" y="204997"/>
                  </a:lnTo>
                  <a:lnTo>
                    <a:pt x="80810" y="0"/>
                  </a:lnTo>
                  <a:lnTo>
                    <a:pt x="0" y="80867"/>
                  </a:lnTo>
                  <a:lnTo>
                    <a:pt x="204940" y="285750"/>
                  </a:lnTo>
                  <a:lnTo>
                    <a:pt x="0" y="490690"/>
                  </a:lnTo>
                  <a:lnTo>
                    <a:pt x="80810" y="571500"/>
                  </a:lnTo>
                  <a:lnTo>
                    <a:pt x="285750" y="366560"/>
                  </a:lnTo>
                  <a:lnTo>
                    <a:pt x="490690" y="571500"/>
                  </a:lnTo>
                  <a:lnTo>
                    <a:pt x="571500" y="490690"/>
                  </a:lnTo>
                  <a:lnTo>
                    <a:pt x="366560" y="285750"/>
                  </a:lnTo>
                  <a:lnTo>
                    <a:pt x="571500" y="80867"/>
                  </a:lnTo>
                  <a:close/>
                </a:path>
              </a:pathLst>
            </a:custGeom>
            <a:solidFill>
              <a:schemeClr val="accent1"/>
            </a:solidFill>
            <a:ln w="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F86B8603-29A1-F37C-C1E8-460662B57EB4}"/>
                </a:ext>
              </a:extLst>
            </p:cNvPr>
            <p:cNvSpPr>
              <a:spLocks noChangeAspect="1"/>
            </p:cNvSpPr>
            <p:nvPr/>
          </p:nvSpPr>
          <p:spPr>
            <a:xfrm>
              <a:off x="1238106" y="823494"/>
              <a:ext cx="1600200" cy="1600200"/>
            </a:xfrm>
            <a:custGeom>
              <a:avLst/>
              <a:gdLst>
                <a:gd name="connsiteX0" fmla="*/ 1314450 w 1600200"/>
                <a:gd name="connsiteY0" fmla="*/ 0 h 1600200"/>
                <a:gd name="connsiteX1" fmla="*/ 1028700 w 1600200"/>
                <a:gd name="connsiteY1" fmla="*/ 285750 h 1600200"/>
                <a:gd name="connsiteX2" fmla="*/ 1109219 w 1600200"/>
                <a:gd name="connsiteY2" fmla="*/ 366840 h 1600200"/>
                <a:gd name="connsiteX3" fmla="*/ 1257300 w 1600200"/>
                <a:gd name="connsiteY3" fmla="*/ 216821 h 1600200"/>
                <a:gd name="connsiteX4" fmla="*/ 1257300 w 1600200"/>
                <a:gd name="connsiteY4" fmla="*/ 742950 h 1600200"/>
                <a:gd name="connsiteX5" fmla="*/ 342900 w 1600200"/>
                <a:gd name="connsiteY5" fmla="*/ 742950 h 1600200"/>
                <a:gd name="connsiteX6" fmla="*/ 228600 w 1600200"/>
                <a:gd name="connsiteY6" fmla="*/ 857250 h 1600200"/>
                <a:gd name="connsiteX7" fmla="*/ 228600 w 1600200"/>
                <a:gd name="connsiteY7" fmla="*/ 1034478 h 1600200"/>
                <a:gd name="connsiteX8" fmla="*/ 0 w 1600200"/>
                <a:gd name="connsiteY8" fmla="*/ 1314450 h 1600200"/>
                <a:gd name="connsiteX9" fmla="*/ 285750 w 1600200"/>
                <a:gd name="connsiteY9" fmla="*/ 1600200 h 1600200"/>
                <a:gd name="connsiteX10" fmla="*/ 571500 w 1600200"/>
                <a:gd name="connsiteY10" fmla="*/ 1314450 h 1600200"/>
                <a:gd name="connsiteX11" fmla="*/ 342900 w 1600200"/>
                <a:gd name="connsiteY11" fmla="*/ 1034478 h 1600200"/>
                <a:gd name="connsiteX12" fmla="*/ 342900 w 1600200"/>
                <a:gd name="connsiteY12" fmla="*/ 857250 h 1600200"/>
                <a:gd name="connsiteX13" fmla="*/ 1257300 w 1600200"/>
                <a:gd name="connsiteY13" fmla="*/ 857250 h 1600200"/>
                <a:gd name="connsiteX14" fmla="*/ 1371600 w 1600200"/>
                <a:gd name="connsiteY14" fmla="*/ 742950 h 1600200"/>
                <a:gd name="connsiteX15" fmla="*/ 1371600 w 1600200"/>
                <a:gd name="connsiteY15" fmla="*/ 219867 h 1600200"/>
                <a:gd name="connsiteX16" fmla="*/ 1519681 w 1600200"/>
                <a:gd name="connsiteY16" fmla="*/ 366846 h 1600200"/>
                <a:gd name="connsiteX17" fmla="*/ 1600200 w 1600200"/>
                <a:gd name="connsiteY17" fmla="*/ 285756 h 1600200"/>
                <a:gd name="connsiteX18" fmla="*/ 1314450 w 1600200"/>
                <a:gd name="connsiteY18" fmla="*/ 6 h 1600200"/>
                <a:gd name="connsiteX19" fmla="*/ 457200 w 1600200"/>
                <a:gd name="connsiteY19" fmla="*/ 1314450 h 1600200"/>
                <a:gd name="connsiteX20" fmla="*/ 285750 w 1600200"/>
                <a:gd name="connsiteY20" fmla="*/ 1485900 h 1600200"/>
                <a:gd name="connsiteX21" fmla="*/ 114300 w 1600200"/>
                <a:gd name="connsiteY21" fmla="*/ 1314450 h 1600200"/>
                <a:gd name="connsiteX22" fmla="*/ 285750 w 1600200"/>
                <a:gd name="connsiteY22" fmla="*/ 1143000 h 1600200"/>
                <a:gd name="connsiteX23" fmla="*/ 457200 w 1600200"/>
                <a:gd name="connsiteY23" fmla="*/ 131445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00200" h="1600200">
                  <a:moveTo>
                    <a:pt x="1314450" y="0"/>
                  </a:moveTo>
                  <a:lnTo>
                    <a:pt x="1028700" y="285750"/>
                  </a:lnTo>
                  <a:lnTo>
                    <a:pt x="1109219" y="366840"/>
                  </a:lnTo>
                  <a:lnTo>
                    <a:pt x="1257300" y="216821"/>
                  </a:lnTo>
                  <a:lnTo>
                    <a:pt x="1257300" y="742950"/>
                  </a:lnTo>
                  <a:lnTo>
                    <a:pt x="342900" y="742950"/>
                  </a:lnTo>
                  <a:cubicBezTo>
                    <a:pt x="279875" y="742950"/>
                    <a:pt x="228600" y="794242"/>
                    <a:pt x="228600" y="857250"/>
                  </a:cubicBezTo>
                  <a:lnTo>
                    <a:pt x="228600" y="1034478"/>
                  </a:lnTo>
                  <a:cubicBezTo>
                    <a:pt x="98338" y="1061018"/>
                    <a:pt x="0" y="1176461"/>
                    <a:pt x="0" y="1314450"/>
                  </a:cubicBezTo>
                  <a:cubicBezTo>
                    <a:pt x="0" y="1472001"/>
                    <a:pt x="128182" y="1600200"/>
                    <a:pt x="285750" y="1600200"/>
                  </a:cubicBezTo>
                  <a:cubicBezTo>
                    <a:pt x="443318" y="1600200"/>
                    <a:pt x="571500" y="1472001"/>
                    <a:pt x="571500" y="1314450"/>
                  </a:cubicBezTo>
                  <a:cubicBezTo>
                    <a:pt x="571500" y="1176456"/>
                    <a:pt x="473162" y="1061013"/>
                    <a:pt x="342900" y="1034478"/>
                  </a:cubicBezTo>
                  <a:lnTo>
                    <a:pt x="342900" y="857250"/>
                  </a:lnTo>
                  <a:lnTo>
                    <a:pt x="1257300" y="857250"/>
                  </a:lnTo>
                  <a:cubicBezTo>
                    <a:pt x="1320325" y="857250"/>
                    <a:pt x="1371600" y="805958"/>
                    <a:pt x="1371600" y="742950"/>
                  </a:cubicBezTo>
                  <a:lnTo>
                    <a:pt x="1371600" y="219867"/>
                  </a:lnTo>
                  <a:lnTo>
                    <a:pt x="1519681" y="366846"/>
                  </a:lnTo>
                  <a:lnTo>
                    <a:pt x="1600200" y="285756"/>
                  </a:lnTo>
                  <a:lnTo>
                    <a:pt x="1314450" y="6"/>
                  </a:lnTo>
                  <a:close/>
                  <a:moveTo>
                    <a:pt x="457200" y="1314450"/>
                  </a:moveTo>
                  <a:cubicBezTo>
                    <a:pt x="457200" y="1408993"/>
                    <a:pt x="380293" y="1485900"/>
                    <a:pt x="285750" y="1485900"/>
                  </a:cubicBezTo>
                  <a:cubicBezTo>
                    <a:pt x="191207" y="1485900"/>
                    <a:pt x="114300" y="1408993"/>
                    <a:pt x="114300" y="1314450"/>
                  </a:cubicBezTo>
                  <a:cubicBezTo>
                    <a:pt x="114300" y="1219907"/>
                    <a:pt x="191207" y="1143000"/>
                    <a:pt x="285750" y="1143000"/>
                  </a:cubicBezTo>
                  <a:cubicBezTo>
                    <a:pt x="380293" y="1143000"/>
                    <a:pt x="457200" y="1219907"/>
                    <a:pt x="457200" y="1314450"/>
                  </a:cubicBezTo>
                  <a:close/>
                </a:path>
              </a:pathLst>
            </a:custGeom>
            <a:solidFill>
              <a:schemeClr val="accent1"/>
            </a:solidFill>
            <a:ln w="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9DB8299A-DEA7-0BC7-F597-850486DF38D0}"/>
                </a:ext>
              </a:extLst>
            </p:cNvPr>
            <p:cNvSpPr>
              <a:spLocks noChangeAspect="1"/>
            </p:cNvSpPr>
            <p:nvPr/>
          </p:nvSpPr>
          <p:spPr>
            <a:xfrm>
              <a:off x="2266806" y="1852194"/>
              <a:ext cx="571500" cy="571500"/>
            </a:xfrm>
            <a:custGeom>
              <a:avLst/>
              <a:gdLst>
                <a:gd name="connsiteX0" fmla="*/ 571500 w 571500"/>
                <a:gd name="connsiteY0" fmla="*/ 80867 h 571500"/>
                <a:gd name="connsiteX1" fmla="*/ 490690 w 571500"/>
                <a:gd name="connsiteY1" fmla="*/ 0 h 571500"/>
                <a:gd name="connsiteX2" fmla="*/ 285750 w 571500"/>
                <a:gd name="connsiteY2" fmla="*/ 204997 h 571500"/>
                <a:gd name="connsiteX3" fmla="*/ 80810 w 571500"/>
                <a:gd name="connsiteY3" fmla="*/ 0 h 571500"/>
                <a:gd name="connsiteX4" fmla="*/ 0 w 571500"/>
                <a:gd name="connsiteY4" fmla="*/ 80867 h 571500"/>
                <a:gd name="connsiteX5" fmla="*/ 204940 w 571500"/>
                <a:gd name="connsiteY5" fmla="*/ 285750 h 571500"/>
                <a:gd name="connsiteX6" fmla="*/ 0 w 571500"/>
                <a:gd name="connsiteY6" fmla="*/ 490690 h 571500"/>
                <a:gd name="connsiteX7" fmla="*/ 80810 w 571500"/>
                <a:gd name="connsiteY7" fmla="*/ 571500 h 571500"/>
                <a:gd name="connsiteX8" fmla="*/ 285750 w 571500"/>
                <a:gd name="connsiteY8" fmla="*/ 366560 h 571500"/>
                <a:gd name="connsiteX9" fmla="*/ 490690 w 571500"/>
                <a:gd name="connsiteY9" fmla="*/ 571500 h 571500"/>
                <a:gd name="connsiteX10" fmla="*/ 571500 w 571500"/>
                <a:gd name="connsiteY10" fmla="*/ 490690 h 571500"/>
                <a:gd name="connsiteX11" fmla="*/ 366560 w 571500"/>
                <a:gd name="connsiteY11" fmla="*/ 285750 h 571500"/>
                <a:gd name="connsiteX12" fmla="*/ 571500 w 571500"/>
                <a:gd name="connsiteY12" fmla="*/ 80867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571500">
                  <a:moveTo>
                    <a:pt x="571500" y="80867"/>
                  </a:moveTo>
                  <a:lnTo>
                    <a:pt x="490690" y="0"/>
                  </a:lnTo>
                  <a:lnTo>
                    <a:pt x="285750" y="204997"/>
                  </a:lnTo>
                  <a:lnTo>
                    <a:pt x="80810" y="0"/>
                  </a:lnTo>
                  <a:lnTo>
                    <a:pt x="0" y="80867"/>
                  </a:lnTo>
                  <a:lnTo>
                    <a:pt x="204940" y="285750"/>
                  </a:lnTo>
                  <a:lnTo>
                    <a:pt x="0" y="490690"/>
                  </a:lnTo>
                  <a:lnTo>
                    <a:pt x="80810" y="571500"/>
                  </a:lnTo>
                  <a:lnTo>
                    <a:pt x="285750" y="366560"/>
                  </a:lnTo>
                  <a:lnTo>
                    <a:pt x="490690" y="571500"/>
                  </a:lnTo>
                  <a:lnTo>
                    <a:pt x="571500" y="490690"/>
                  </a:lnTo>
                  <a:lnTo>
                    <a:pt x="366560" y="285750"/>
                  </a:lnTo>
                  <a:lnTo>
                    <a:pt x="571500" y="80867"/>
                  </a:lnTo>
                  <a:close/>
                </a:path>
              </a:pathLst>
            </a:custGeom>
            <a:solidFill>
              <a:schemeClr val="accent1"/>
            </a:solidFill>
            <a:ln w="0" cap="flat">
              <a:noFill/>
              <a:prstDash val="solid"/>
              <a:miter/>
            </a:ln>
          </p:spPr>
          <p:txBody>
            <a:bodyPr rtlCol="0" anchor="ctr"/>
            <a:lstStyle/>
            <a:p>
              <a:endParaRPr lang="en-US"/>
            </a:p>
          </p:txBody>
        </p:sp>
      </p:grpSp>
      <p:sp>
        <p:nvSpPr>
          <p:cNvPr id="16" name="Rectangle 15">
            <a:extLst>
              <a:ext uri="{FF2B5EF4-FFF2-40B4-BE49-F238E27FC236}">
                <a16:creationId xmlns:a16="http://schemas.microsoft.com/office/drawing/2014/main" id="{4706FC68-8A0B-ED69-DC85-E42731605991}"/>
              </a:ext>
            </a:extLst>
          </p:cNvPr>
          <p:cNvSpPr/>
          <p:nvPr/>
        </p:nvSpPr>
        <p:spPr bwMode="auto">
          <a:xfrm>
            <a:off x="6871855" y="3169227"/>
            <a:ext cx="16874837" cy="9854045"/>
          </a:xfrm>
          <a:prstGeom prst="rect">
            <a:avLst/>
          </a:prstGeom>
          <a:no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2800" b="0" i="0" u="none" strike="noStrike" cap="none" normalizeH="0" baseline="0" dirty="0" err="1">
              <a:ln>
                <a:noFill/>
              </a:ln>
              <a:solidFill>
                <a:schemeClr val="bg1"/>
              </a:solidFill>
              <a:effectLst/>
              <a:latin typeface="+mn-lt"/>
            </a:endParaRPr>
          </a:p>
        </p:txBody>
      </p:sp>
    </p:spTree>
    <p:extLst>
      <p:ext uri="{BB962C8B-B14F-4D97-AF65-F5344CB8AC3E}">
        <p14:creationId xmlns:p14="http://schemas.microsoft.com/office/powerpoint/2010/main" val="60304103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699A6-8944-9BE6-AB2F-967EC677C5DB}"/>
            </a:ext>
          </a:extLst>
        </p:cNvPr>
        <p:cNvGrpSpPr/>
        <p:nvPr/>
      </p:nvGrpSpPr>
      <p:grpSpPr>
        <a:xfrm>
          <a:off x="0" y="0"/>
          <a:ext cx="0" cy="0"/>
          <a:chOff x="0" y="0"/>
          <a:chExt cx="0" cy="0"/>
        </a:xfrm>
      </p:grpSpPr>
    </p:spTree>
    <p:extLst>
      <p:ext uri="{BB962C8B-B14F-4D97-AF65-F5344CB8AC3E}">
        <p14:creationId xmlns:p14="http://schemas.microsoft.com/office/powerpoint/2010/main" val="3127796891"/>
      </p:ext>
    </p:extLst>
  </p:cSld>
  <p:clrMapOvr>
    <a:masterClrMapping/>
  </p:clrMapOvr>
  <p:transition spd="med"/>
</p:sld>
</file>

<file path=ppt/theme/theme1.xml><?xml version="1.0" encoding="utf-8"?>
<a:theme xmlns:a="http://schemas.openxmlformats.org/drawingml/2006/main" name="IBM Presentation Template for enablement - Dec 2024">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0F62FE"/>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2800" b="0" i="0" u="none" strike="noStrike" cap="none" normalizeH="0" baseline="0" dirty="0" err="1"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algn="l" defTabSz="2438400">
          <a:spcBef>
            <a:spcPts val="2900"/>
          </a:spcBef>
          <a:buSzPct val="100000"/>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31DF0289-1028-6943-A020-36845773A867}" vid="{420903E5-FF27-9C4D-AB14-78ABBED49DF3}"/>
    </a:ext>
  </a:extLst>
</a:theme>
</file>

<file path=ppt/theme/theme2.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39261</TotalTime>
  <Words>4337</Words>
  <Application>Microsoft Macintosh PowerPoint</Application>
  <PresentationFormat>Custom</PresentationFormat>
  <Paragraphs>309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IBM Plex Sans Light</vt:lpstr>
      <vt:lpstr>IBM Presentation Template for enablement - Dec 2024</vt:lpstr>
      <vt:lpstr>watsonx Orchestrate PoX best practices         —  Gerry Baird Senior, Learning Content Development, IBM Data and AI gerry.baird@uk.ibm.com    Vladimir Stojanovski Principal, Learning Content Development vstojano@us.ibm.com   Yana Ageeva AI Engineer, AI Assistants Lead,  IBM Client Engineering yageeva@us.ibm.com     </vt:lpstr>
      <vt:lpstr>In this presentation </vt:lpstr>
      <vt:lpstr>PowerPoint Presentation</vt:lpstr>
      <vt:lpstr>PowerPoint Presentation</vt:lpstr>
      <vt:lpstr>PowerPoint Presentation</vt:lpstr>
      <vt:lpstr>Only what you can successfully deliver</vt:lpstr>
      <vt:lpstr>PowerPoint Presentation</vt:lpstr>
      <vt:lpstr>PowerPoint Presentation</vt:lpstr>
      <vt:lpstr>PowerPoint Presentation</vt:lpstr>
      <vt:lpstr>PowerPoint Presentation</vt:lpstr>
      <vt:lpstr>Review the IBM Client Engineering playbooks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Abbigael Parsons</dc:creator>
  <cp:keywords/>
  <dc:description/>
  <cp:lastModifiedBy>VLADIMIR Stojanovski</cp:lastModifiedBy>
  <cp:revision>118</cp:revision>
  <cp:lastPrinted>2019-04-25T15:14:05Z</cp:lastPrinted>
  <dcterms:created xsi:type="dcterms:W3CDTF">2024-11-13T18:57:06Z</dcterms:created>
  <dcterms:modified xsi:type="dcterms:W3CDTF">2025-09-03T20:53:15Z</dcterms:modified>
  <cp:category/>
</cp:coreProperties>
</file>