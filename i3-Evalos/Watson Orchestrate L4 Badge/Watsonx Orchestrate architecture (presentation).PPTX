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962" r:id="rId1"/>
  </p:sldMasterIdLst>
  <p:notesMasterIdLst>
    <p:notesMasterId r:id="rId30"/>
  </p:notesMasterIdLst>
  <p:handoutMasterIdLst>
    <p:handoutMasterId r:id="rId31"/>
  </p:handoutMasterIdLst>
  <p:sldIdLst>
    <p:sldId id="399" r:id="rId2"/>
    <p:sldId id="2142534030" r:id="rId3"/>
    <p:sldId id="2147483646" r:id="rId4"/>
    <p:sldId id="274" r:id="rId5"/>
    <p:sldId id="298" r:id="rId6"/>
    <p:sldId id="2147483645" r:id="rId7"/>
    <p:sldId id="276" r:id="rId8"/>
    <p:sldId id="280" r:id="rId9"/>
    <p:sldId id="260" r:id="rId10"/>
    <p:sldId id="482" r:id="rId11"/>
    <p:sldId id="262" r:id="rId12"/>
    <p:sldId id="275" r:id="rId13"/>
    <p:sldId id="2147483647" r:id="rId14"/>
    <p:sldId id="495" r:id="rId15"/>
    <p:sldId id="263" r:id="rId16"/>
    <p:sldId id="264" r:id="rId17"/>
    <p:sldId id="267" r:id="rId18"/>
    <p:sldId id="259" r:id="rId19"/>
    <p:sldId id="282" r:id="rId20"/>
    <p:sldId id="265" r:id="rId21"/>
    <p:sldId id="266" r:id="rId22"/>
    <p:sldId id="269" r:id="rId23"/>
    <p:sldId id="271" r:id="rId24"/>
    <p:sldId id="273" r:id="rId25"/>
    <p:sldId id="281" r:id="rId26"/>
    <p:sldId id="283" r:id="rId27"/>
    <p:sldId id="279" r:id="rId28"/>
    <p:sldId id="439" r:id="rId29"/>
  </p:sldIdLst>
  <p:sldSz cx="24387175" cy="13716000"/>
  <p:notesSz cx="6858000" cy="9144000"/>
  <p:embeddedFontLst>
    <p:embeddedFont>
      <p:font typeface="IBM Plex Sans" panose="020B0503050203000203" pitchFamily="34" charset="0"/>
      <p:regular r:id="rId32"/>
      <p:bold r:id="rId33"/>
      <p:italic r:id="rId34"/>
      <p:boldItalic r:id="rId35"/>
    </p:embeddedFont>
    <p:embeddedFont>
      <p:font typeface="IBM Plex Sans Light" panose="020B0403050203000203" pitchFamily="34" charset="0"/>
      <p:regular r:id="rId36"/>
      <p:italic r:id="rId37"/>
    </p:embeddedFont>
  </p:embeddedFontLst>
  <p:defaultTextStyle>
    <a:defPPr>
      <a:defRPr lang="en-US"/>
    </a:defPPr>
    <a:lvl1pPr marL="0" algn="l" defTabSz="1829379" rtl="0" eaLnBrk="1" latinLnBrk="0" hangingPunct="1">
      <a:defRPr sz="3600" kern="1200">
        <a:solidFill>
          <a:schemeClr val="tx1"/>
        </a:solidFill>
        <a:latin typeface="+mn-lt"/>
        <a:ea typeface="+mn-ea"/>
        <a:cs typeface="+mn-cs"/>
      </a:defRPr>
    </a:lvl1pPr>
    <a:lvl2pPr marL="914688" algn="l" defTabSz="1829379" rtl="0" eaLnBrk="1" latinLnBrk="0" hangingPunct="1">
      <a:defRPr sz="3600" kern="1200">
        <a:solidFill>
          <a:schemeClr val="tx1"/>
        </a:solidFill>
        <a:latin typeface="+mn-lt"/>
        <a:ea typeface="+mn-ea"/>
        <a:cs typeface="+mn-cs"/>
      </a:defRPr>
    </a:lvl2pPr>
    <a:lvl3pPr marL="1829379" algn="l" defTabSz="1829379" rtl="0" eaLnBrk="1" latinLnBrk="0" hangingPunct="1">
      <a:defRPr sz="3600" kern="1200">
        <a:solidFill>
          <a:schemeClr val="tx1"/>
        </a:solidFill>
        <a:latin typeface="+mn-lt"/>
        <a:ea typeface="+mn-ea"/>
        <a:cs typeface="+mn-cs"/>
      </a:defRPr>
    </a:lvl3pPr>
    <a:lvl4pPr marL="2744068" algn="l" defTabSz="1829379" rtl="0" eaLnBrk="1" latinLnBrk="0" hangingPunct="1">
      <a:defRPr sz="3600" kern="1200">
        <a:solidFill>
          <a:schemeClr val="tx1"/>
        </a:solidFill>
        <a:latin typeface="+mn-lt"/>
        <a:ea typeface="+mn-ea"/>
        <a:cs typeface="+mn-cs"/>
      </a:defRPr>
    </a:lvl4pPr>
    <a:lvl5pPr marL="3658759" algn="l" defTabSz="1829379" rtl="0" eaLnBrk="1" latinLnBrk="0" hangingPunct="1">
      <a:defRPr sz="3600" kern="1200">
        <a:solidFill>
          <a:schemeClr val="tx1"/>
        </a:solidFill>
        <a:latin typeface="+mn-lt"/>
        <a:ea typeface="+mn-ea"/>
        <a:cs typeface="+mn-cs"/>
      </a:defRPr>
    </a:lvl5pPr>
    <a:lvl6pPr marL="4573447" algn="l" defTabSz="1829379" rtl="0" eaLnBrk="1" latinLnBrk="0" hangingPunct="1">
      <a:defRPr sz="3600" kern="1200">
        <a:solidFill>
          <a:schemeClr val="tx1"/>
        </a:solidFill>
        <a:latin typeface="+mn-lt"/>
        <a:ea typeface="+mn-ea"/>
        <a:cs typeface="+mn-cs"/>
      </a:defRPr>
    </a:lvl6pPr>
    <a:lvl7pPr marL="5488138" algn="l" defTabSz="1829379" rtl="0" eaLnBrk="1" latinLnBrk="0" hangingPunct="1">
      <a:defRPr sz="3600" kern="1200">
        <a:solidFill>
          <a:schemeClr val="tx1"/>
        </a:solidFill>
        <a:latin typeface="+mn-lt"/>
        <a:ea typeface="+mn-ea"/>
        <a:cs typeface="+mn-cs"/>
      </a:defRPr>
    </a:lvl7pPr>
    <a:lvl8pPr marL="6402827" algn="l" defTabSz="1829379" rtl="0" eaLnBrk="1" latinLnBrk="0" hangingPunct="1">
      <a:defRPr sz="3600" kern="1200">
        <a:solidFill>
          <a:schemeClr val="tx1"/>
        </a:solidFill>
        <a:latin typeface="+mn-lt"/>
        <a:ea typeface="+mn-ea"/>
        <a:cs typeface="+mn-cs"/>
      </a:defRPr>
    </a:lvl8pPr>
    <a:lvl9pPr marL="7317518" algn="l" defTabSz="1829379" rtl="0" eaLnBrk="1" latinLnBrk="0" hangingPunct="1">
      <a:defRPr sz="36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240C83-B322-10D6-062F-819233246F17}" name="Diana Stanciulescu" initials="DS" userId="S::diana.stanciulescu@ro.ibm.com::8457c4d8-b183-4fb8-9506-2337bdfae6b8" providerId="AD"/>
  <p188:author id="{471F5894-9527-7E5F-AE6F-3881B44FA2B8}" name="Gabriel Barbu" initials="" userId="S::gabriel.barbu@ibm.com::3d0c1c4c-23d9-4258-9226-f99453c1293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Zachary Anderson" initials="ZA" lastIdx="26" clrIdx="0">
    <p:extLst>
      <p:ext uri="{19B8F6BF-5375-455C-9EA6-DF929625EA0E}">
        <p15:presenceInfo xmlns:p15="http://schemas.microsoft.com/office/powerpoint/2012/main" userId="S::zanderson@vsapartners.com::b6da4b55-2f36-4779-ba8b-606d779a32e3" providerId="AD"/>
      </p:ext>
    </p:extLst>
  </p:cmAuthor>
  <p:cmAuthor id="2" name="Liz Sadler" initials="LS" lastIdx="36" clrIdx="1">
    <p:extLst>
      <p:ext uri="{19B8F6BF-5375-455C-9EA6-DF929625EA0E}">
        <p15:presenceInfo xmlns:p15="http://schemas.microsoft.com/office/powerpoint/2012/main" userId="Liz Sadl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F50"/>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610"/>
    <p:restoredTop sz="68844"/>
  </p:normalViewPr>
  <p:slideViewPr>
    <p:cSldViewPr snapToGrid="0" snapToObjects="1">
      <p:cViewPr varScale="1">
        <p:scale>
          <a:sx n="40" d="100"/>
          <a:sy n="40" d="100"/>
        </p:scale>
        <p:origin x="2496" y="248"/>
      </p:cViewPr>
      <p:guideLst/>
    </p:cSldViewPr>
  </p:slideViewPr>
  <p:outlineViewPr>
    <p:cViewPr>
      <p:scale>
        <a:sx n="33" d="100"/>
        <a:sy n="33" d="100"/>
      </p:scale>
      <p:origin x="-56" y="0"/>
    </p:cViewPr>
  </p:outlineViewPr>
  <p:notesTextViewPr>
    <p:cViewPr>
      <p:scale>
        <a:sx n="125" d="100"/>
        <a:sy n="125" d="100"/>
      </p:scale>
      <p:origin x="0" y="0"/>
    </p:cViewPr>
  </p:notesTextViewPr>
  <p:sorterViewPr>
    <p:cViewPr>
      <p:scale>
        <a:sx n="66" d="100"/>
        <a:sy n="66" d="100"/>
      </p:scale>
      <p:origin x="0" y="0"/>
    </p:cViewPr>
  </p:sorterViewPr>
  <p:notesViewPr>
    <p:cSldViewPr snapToGrid="0" snapToObjects="1">
      <p:cViewPr varScale="1">
        <p:scale>
          <a:sx n="141" d="100"/>
          <a:sy n="141" d="100"/>
        </p:scale>
        <p:origin x="3136" y="19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4.fntdata"/><Relationship Id="rId43" Type="http://schemas.microsoft.com/office/2018/10/relationships/authors" Target="author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219456" y="8705088"/>
            <a:ext cx="338328" cy="228600"/>
          </a:xfrm>
          <a:prstGeom prst="rect">
            <a:avLst/>
          </a:prstGeom>
        </p:spPr>
        <p:txBody>
          <a:bodyPr vert="horz" lIns="0" tIns="0" rIns="0" bIns="0" rtlCol="0" anchor="b"/>
          <a:lstStyle>
            <a:lvl1pPr algn="r">
              <a:defRPr sz="1200"/>
            </a:lvl1pPr>
          </a:lstStyle>
          <a:p>
            <a:pPr algn="l"/>
            <a:fld id="{614B4878-71CB-8F40-B9DD-F26F1F6CA014}" type="slidenum">
              <a:rPr lang="en-US" sz="600" smtClean="0">
                <a:solidFill>
                  <a:schemeClr val="bg1"/>
                </a:solidFill>
                <a:latin typeface="IBM Plex Sans Light" panose="020B0503050203000203" pitchFamily="34" charset="0"/>
                <a:ea typeface="IBM Plex Sans Light" charset="0"/>
                <a:cs typeface="IBM Plex Sans Light" charset="0"/>
              </a:rPr>
              <a:pPr algn="l"/>
              <a:t>‹#›</a:t>
            </a:fld>
            <a:endParaRPr lang="en-US" sz="600" dirty="0">
              <a:solidFill>
                <a:schemeClr val="bg1"/>
              </a:solidFill>
              <a:latin typeface="IBM Plex Sans Light" panose="020B0503050203000203" pitchFamily="34" charset="0"/>
              <a:ea typeface="IBM Plex Sans Light" charset="0"/>
              <a:cs typeface="IBM Plex Sans Light" charset="0"/>
            </a:endParaRPr>
          </a:p>
        </p:txBody>
      </p:sp>
    </p:spTree>
    <p:extLst>
      <p:ext uri="{BB962C8B-B14F-4D97-AF65-F5344CB8AC3E}">
        <p14:creationId xmlns:p14="http://schemas.microsoft.com/office/powerpoint/2010/main" val="44802781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06710" y="228600"/>
            <a:ext cx="6419088" cy="3612324"/>
          </a:xfrm>
          <a:prstGeom prst="rect">
            <a:avLst/>
          </a:prstGeom>
          <a:noFill/>
          <a:ln w="12700">
            <a:solidFill>
              <a:prstClr val="black"/>
            </a:solidFill>
          </a:ln>
        </p:spPr>
        <p:txBody>
          <a:bodyPr vert="horz" lIns="91440" tIns="45720" rIns="91440" bIns="45720" rtlCol="0" anchor="ctr"/>
          <a:lstStyle/>
          <a:p>
            <a:endParaRPr lang="en-US" dirty="0"/>
          </a:p>
        </p:txBody>
      </p:sp>
      <p:sp>
        <p:nvSpPr>
          <p:cNvPr id="8" name="Notes Placeholder 7">
            <a:extLst>
              <a:ext uri="{FF2B5EF4-FFF2-40B4-BE49-F238E27FC236}">
                <a16:creationId xmlns:a16="http://schemas.microsoft.com/office/drawing/2014/main" id="{6ABF5568-9620-E34F-9423-054ABD0598F2}"/>
              </a:ext>
            </a:extLst>
          </p:cNvPr>
          <p:cNvSpPr>
            <a:spLocks noGrp="1"/>
          </p:cNvSpPr>
          <p:nvPr>
            <p:ph type="body" sz="quarter" idx="3"/>
          </p:nvPr>
        </p:nvSpPr>
        <p:spPr>
          <a:xfrm>
            <a:off x="206710" y="4087090"/>
            <a:ext cx="6419088" cy="4320309"/>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Slide Number Placeholder 6"/>
          <p:cNvSpPr>
            <a:spLocks noGrp="1"/>
          </p:cNvSpPr>
          <p:nvPr>
            <p:ph type="sldNum" sz="quarter" idx="5"/>
          </p:nvPr>
        </p:nvSpPr>
        <p:spPr>
          <a:xfrm>
            <a:off x="6300216" y="8705088"/>
            <a:ext cx="338328" cy="228600"/>
          </a:xfrm>
          <a:prstGeom prst="rect">
            <a:avLst/>
          </a:prstGeom>
        </p:spPr>
        <p:txBody>
          <a:bodyPr vert="horz" lIns="0" tIns="0" rIns="0" bIns="0" rtlCol="0" anchor="b"/>
          <a:lstStyle>
            <a:lvl1pPr algn="r">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fld id="{6E2E38B8-B0B4-AD41-AC6E-B781F46A9FD3}" type="slidenum">
              <a:rPr lang="en-US" smtClean="0"/>
              <a:pPr/>
              <a:t>‹#›</a:t>
            </a:fld>
            <a:endParaRPr lang="en-US" dirty="0"/>
          </a:p>
        </p:txBody>
      </p:sp>
      <p:sp>
        <p:nvSpPr>
          <p:cNvPr id="6" name="Footer Placeholder 5"/>
          <p:cNvSpPr>
            <a:spLocks noGrp="1"/>
          </p:cNvSpPr>
          <p:nvPr>
            <p:ph type="ftr" sz="quarter" idx="4"/>
          </p:nvPr>
        </p:nvSpPr>
        <p:spPr>
          <a:xfrm>
            <a:off x="219456" y="8705088"/>
            <a:ext cx="3657600" cy="228600"/>
          </a:xfrm>
          <a:prstGeom prst="rect">
            <a:avLst/>
          </a:prstGeom>
        </p:spPr>
        <p:txBody>
          <a:bodyPr vert="horz" lIns="0" tIns="0" rIns="0" bIns="0" rtlCol="0" anchor="b"/>
          <a:lstStyle>
            <a:lvl1pPr algn="l">
              <a:defRPr sz="600" b="0" i="0">
                <a:solidFill>
                  <a:schemeClr val="bg1"/>
                </a:solidFill>
                <a:latin typeface="IBM Plex Sans Light" panose="020B0503050203000203" pitchFamily="34" charset="0"/>
                <a:ea typeface="IBM Plex Sans Light" panose="020B0503050203000203" pitchFamily="34" charset="0"/>
                <a:cs typeface="IBM Plex Sans Light" panose="020B0503050203000203" pitchFamily="34" charset="0"/>
              </a:defRPr>
            </a:lvl1pPr>
          </a:lstStyle>
          <a:p>
            <a:r>
              <a:rPr lang="en-US" dirty="0"/>
              <a:t>Footer</a:t>
            </a:r>
          </a:p>
        </p:txBody>
      </p:sp>
    </p:spTree>
    <p:extLst>
      <p:ext uri="{BB962C8B-B14F-4D97-AF65-F5344CB8AC3E}">
        <p14:creationId xmlns:p14="http://schemas.microsoft.com/office/powerpoint/2010/main" val="791598581"/>
      </p:ext>
    </p:extLst>
  </p:cSld>
  <p:clrMap bg1="lt1" tx1="dk1" bg2="lt2" tx2="dk2" accent1="accent1" accent2="accent2" accent3="accent3" accent4="accent4" accent5="accent5" accent6="accent6" hlink="hlink" folHlink="folHlink"/>
  <p:hf hdr="0" ftr="0" dt="0"/>
  <p:notesStyle>
    <a:lvl1pPr marL="0" algn="l" defTabSz="2438522" rtl="0" eaLnBrk="1" latinLnBrk="0" hangingPunct="1">
      <a:lnSpc>
        <a:spcPct val="110000"/>
      </a:lnSpc>
      <a:spcBef>
        <a:spcPts val="0"/>
      </a:spcBef>
      <a:defRPr sz="1200" b="0" i="0" kern="1200">
        <a:solidFill>
          <a:schemeClr val="bg1"/>
        </a:solidFill>
        <a:latin typeface="IBM Plex Sans Light" panose="020B0503050203000203" pitchFamily="34" charset="0"/>
        <a:ea typeface="IBM Plex Sans Light"/>
        <a:cs typeface="IBM Plex Sans Light"/>
      </a:defRPr>
    </a:lvl1pPr>
    <a:lvl2pPr marL="465690" indent="-452991" algn="l" defTabSz="2438522" rtl="0" eaLnBrk="1" latinLnBrk="0" hangingPunct="1">
      <a:lnSpc>
        <a:spcPct val="110000"/>
      </a:lnSpc>
      <a:spcBef>
        <a:spcPts val="0"/>
      </a:spcBef>
      <a:buFont typeface="IBM Plex Sans Light"/>
      <a:buChar char="–"/>
      <a:tabLst/>
      <a:defRPr sz="1200" b="0" i="0" kern="1200">
        <a:solidFill>
          <a:schemeClr val="bg1"/>
        </a:solidFill>
        <a:latin typeface="IBM Plex Sans Light" panose="020B0503050203000203" pitchFamily="34" charset="0"/>
        <a:ea typeface="IBM Plex Sans Light"/>
        <a:cs typeface="IBM Plex Sans Light"/>
      </a:defRPr>
    </a:lvl2pPr>
    <a:lvl3pPr marL="926638" indent="-463319" algn="l" defTabSz="2438522" rtl="0" eaLnBrk="1" latinLnBrk="0" hangingPunct="1">
      <a:lnSpc>
        <a:spcPct val="110000"/>
      </a:lnSpc>
      <a:spcBef>
        <a:spcPts val="0"/>
      </a:spcBef>
      <a:buFont typeface="IBM Plex Sans Light" panose="020B0604020202020204" pitchFamily="34" charset="0"/>
      <a:buChar char="•"/>
      <a:tabLst/>
      <a:defRPr sz="1200" b="0" i="0" kern="1200">
        <a:solidFill>
          <a:schemeClr val="bg1"/>
        </a:solidFill>
        <a:latin typeface="IBM Plex Sans Light" panose="020B0503050203000203" pitchFamily="34" charset="0"/>
        <a:ea typeface="IBM Plex Sans Light"/>
        <a:cs typeface="IBM Plex Sans Light"/>
      </a:defRPr>
    </a:lvl3pPr>
    <a:lvl4pPr marL="1682580" indent="-463319" algn="l" defTabSz="2438522" rtl="0" eaLnBrk="1" latinLnBrk="0" hangingPunct="1">
      <a:lnSpc>
        <a:spcPct val="110000"/>
      </a:lnSpc>
      <a:spcBef>
        <a:spcPts val="0"/>
      </a:spcBef>
      <a:buFont typeface="IBM Plex Sans Light"/>
      <a:buChar char="–"/>
      <a:tabLst/>
      <a:defRPr sz="1200" b="0" i="0" kern="1200">
        <a:solidFill>
          <a:schemeClr val="bg1"/>
        </a:solidFill>
        <a:latin typeface="IBM Plex Sans Light" panose="020B0503050203000203" pitchFamily="34" charset="0"/>
        <a:ea typeface="IBM Plex Sans Light"/>
        <a:cs typeface="IBM Plex Sans Light"/>
      </a:defRPr>
    </a:lvl4pPr>
    <a:lvl5pPr marL="465690" marR="0" indent="-452991" algn="l" defTabSz="2438522" rtl="0" eaLnBrk="1" fontAlgn="base" latinLnBrk="0" hangingPunct="1">
      <a:lnSpc>
        <a:spcPct val="100000"/>
      </a:lnSpc>
      <a:spcBef>
        <a:spcPts val="1600"/>
      </a:spcBef>
      <a:spcAft>
        <a:spcPct val="0"/>
      </a:spcAft>
      <a:buClr>
        <a:srgbClr val="000000"/>
      </a:buClr>
      <a:buSzTx/>
      <a:buFont typeface="IBM Plex Sans Light" charset="-120"/>
      <a:buChar char="»"/>
      <a:tabLst/>
      <a:defRPr sz="2000" b="0" i="0" kern="1200">
        <a:solidFill>
          <a:schemeClr val="bg1"/>
        </a:solidFill>
        <a:latin typeface="IBM Plex Sans Light" panose="020B0503050203000203" pitchFamily="34" charset="0"/>
        <a:ea typeface="IBM Plex Sans Light"/>
        <a:cs typeface="IBM Plex Sans Light"/>
      </a:defRPr>
    </a:lvl5pPr>
    <a:lvl6pPr marL="6096305" algn="l" defTabSz="2438522" rtl="0" eaLnBrk="1" latinLnBrk="0" hangingPunct="1">
      <a:defRPr sz="3200" kern="1200">
        <a:solidFill>
          <a:schemeClr val="tx1"/>
        </a:solidFill>
        <a:latin typeface="IBM Plex Sans Light"/>
        <a:ea typeface="IBM Plex Sans Light"/>
        <a:cs typeface="IBM Plex Sans Light"/>
      </a:defRPr>
    </a:lvl6pPr>
    <a:lvl7pPr marL="7315566" algn="l" defTabSz="2438522" rtl="0" eaLnBrk="1" latinLnBrk="0" hangingPunct="1">
      <a:defRPr sz="3200" kern="1200">
        <a:solidFill>
          <a:schemeClr val="tx1"/>
        </a:solidFill>
        <a:latin typeface="IBM Plex Sans Light"/>
        <a:ea typeface="IBM Plex Sans Light"/>
        <a:cs typeface="IBM Plex Sans Light"/>
      </a:defRPr>
    </a:lvl7pPr>
    <a:lvl8pPr marL="8534827" algn="l" defTabSz="2438522" rtl="0" eaLnBrk="1" latinLnBrk="0" hangingPunct="1">
      <a:defRPr sz="3200" kern="1200">
        <a:solidFill>
          <a:schemeClr val="tx1"/>
        </a:solidFill>
        <a:latin typeface="IBM Plex Sans Light"/>
        <a:ea typeface="IBM Plex Sans Light"/>
        <a:cs typeface="IBM Plex Sans Light"/>
      </a:defRPr>
    </a:lvl8pPr>
    <a:lvl9pPr marL="9754088" algn="l" defTabSz="2438522" rtl="0" eaLnBrk="1" latinLnBrk="0" hangingPunct="1">
      <a:defRPr sz="3200" kern="1200">
        <a:solidFill>
          <a:schemeClr val="tx1"/>
        </a:solidFill>
        <a:latin typeface="IBM Plex Sans Light"/>
        <a:ea typeface="IBM Plex Sans Light"/>
        <a:cs typeface="IBM Plex Sans Light"/>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GB" dirty="0">
                <a:latin typeface="IBM Plex Sans"/>
              </a:rPr>
              <a:t>This presentation provides an overview of the architecture of watsonx Orchestrate, it describes its principal components and how they work together, enabling you to build solutions that exploit the capabilities of the platform.</a:t>
            </a:r>
          </a:p>
        </p:txBody>
      </p:sp>
      <p:sp>
        <p:nvSpPr>
          <p:cNvPr id="4" name="Slide Number Placeholder 3"/>
          <p:cNvSpPr>
            <a:spLocks noGrp="1"/>
          </p:cNvSpPr>
          <p:nvPr>
            <p:ph type="sldNum" sz="quarter" idx="5"/>
          </p:nvPr>
        </p:nvSpPr>
        <p:spPr/>
        <p:txBody>
          <a:bodyPr/>
          <a:lstStyle/>
          <a:p>
            <a:fld id="{6E2E38B8-B0B4-AD41-AC6E-B781F46A9FD3}" type="slidenum">
              <a:rPr lang="en-US" smtClean="0"/>
              <a:pPr/>
              <a:t>1</a:t>
            </a:fld>
            <a:endParaRPr lang="en-US"/>
          </a:p>
        </p:txBody>
      </p:sp>
    </p:spTree>
    <p:extLst>
      <p:ext uri="{BB962C8B-B14F-4D97-AF65-F5344CB8AC3E}">
        <p14:creationId xmlns:p14="http://schemas.microsoft.com/office/powerpoint/2010/main" val="29308239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a:t>This </a:t>
            </a:r>
            <a:r>
              <a:rPr lang="en-US" dirty="0"/>
              <a:t>self-explanatory slide shares seller guidance and legal disclaimers for this presentation.</a:t>
            </a:r>
          </a:p>
        </p:txBody>
      </p:sp>
      <p:sp>
        <p:nvSpPr>
          <p:cNvPr id="4" name="Slide Number Placeholder 3"/>
          <p:cNvSpPr>
            <a:spLocks noGrp="1"/>
          </p:cNvSpPr>
          <p:nvPr>
            <p:ph type="sldNum" sz="quarter" idx="5"/>
          </p:nvPr>
        </p:nvSpPr>
        <p:spPr/>
        <p:txBody>
          <a:bodyPr/>
          <a:lstStyle/>
          <a:p>
            <a:fld id="{6E2E38B8-B0B4-AD41-AC6E-B781F46A9FD3}" type="slidenum">
              <a:rPr lang="en-US" smtClean="0"/>
              <a:pPr/>
              <a:t>2</a:t>
            </a:fld>
            <a:endParaRPr lang="en-US" dirty="0"/>
          </a:p>
        </p:txBody>
      </p:sp>
    </p:spTree>
    <p:extLst>
      <p:ext uri="{BB962C8B-B14F-4D97-AF65-F5344CB8AC3E}">
        <p14:creationId xmlns:p14="http://schemas.microsoft.com/office/powerpoint/2010/main" val="15076841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3CD1E-22C2-25C3-59D7-644CFAD924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2C0357-63FE-F2D7-5646-F7C4B1FB4BF5}"/>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C3BE1638-AA15-18CD-82BC-60560A6B100E}"/>
              </a:ext>
            </a:extLst>
          </p:cNvPr>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sz="1200" b="0" i="0" kern="100" dirty="0">
                <a:solidFill>
                  <a:schemeClr val="bg1"/>
                </a:solidFill>
                <a:effectLst/>
                <a:latin typeface="IBM Plex Sans" panose="020B0503050203000203" pitchFamily="34" charset="0"/>
                <a:ea typeface="IBM Plex Sans" panose="020B0004020202020204" pitchFamily="34" charset="0"/>
                <a:cs typeface="IBM Plex Sans" panose="02020603050405020304" pitchFamily="18" charset="0"/>
              </a:rPr>
              <a:t>Now that we have some understanding of agentic systems and how they operate, let’s examine the agentic framework in watsonx Orchestrate. We’ve looked at agents previously in some detail, and within Orchestrate the agentic framework is extended to include knowledge, toolsets and behavior:</a:t>
            </a:r>
            <a:endParaRPr kumimoji="0" lang="en-US" sz="1200" b="0" i="0" u="none" strike="noStrike" kern="100" cap="none" spc="0" normalizeH="0" baseline="0" noProof="0" dirty="0">
              <a:ln>
                <a:noFill/>
              </a:ln>
              <a:solidFill>
                <a:srgbClr val="000000"/>
              </a:solidFill>
              <a:effectLst/>
              <a:uLnTx/>
              <a:uFillTx/>
              <a:latin typeface="IBM Plex Sans" panose="020B0503050203000203" pitchFamily="34" charset="0"/>
              <a:ea typeface="IBM Plex Sans" panose="020B0004020202020204" pitchFamily="34" charset="0"/>
              <a:cs typeface="IBM Plex Sans" panose="02020603050405020304" pitchFamily="18" charset="0"/>
              <a:sym typeface="IBM Plex Sans"/>
            </a:endParaRPr>
          </a:p>
          <a:p>
            <a:pPr marL="0" marR="0" lvl="0" indent="0" algn="l" defTabSz="2438522" rtl="0" eaLnBrk="1" fontAlgn="auto" latinLnBrk="0" hangingPunct="1">
              <a:lnSpc>
                <a:spcPct val="110000"/>
              </a:lnSpc>
              <a:spcBef>
                <a:spcPts val="0"/>
              </a:spcBef>
              <a:spcAft>
                <a:spcPts val="0"/>
              </a:spcAft>
              <a:buClrTx/>
              <a:buSzTx/>
              <a:buFontTx/>
              <a:buNone/>
              <a:tabLst/>
              <a:defRPr/>
            </a:pPr>
            <a:endParaRPr kumimoji="0" lang="en-US" sz="1200" b="0" i="0" u="none" strike="noStrike" kern="100" cap="none" spc="0" normalizeH="0" baseline="0" noProof="0" dirty="0">
              <a:ln>
                <a:noFill/>
              </a:ln>
              <a:solidFill>
                <a:srgbClr val="000000"/>
              </a:solidFill>
              <a:effectLst/>
              <a:uLnTx/>
              <a:uFillTx/>
              <a:latin typeface="IBM Plex Sans" panose="020B0503050203000203" pitchFamily="34" charset="0"/>
              <a:ea typeface="IBM Plex Sans" panose="020B0004020202020204" pitchFamily="34" charset="0"/>
              <a:cs typeface="IBM Plex Sans" panose="02020603050405020304" pitchFamily="18" charset="0"/>
              <a:sym typeface="IBM Plex Sans"/>
            </a:endParaRPr>
          </a:p>
          <a:p>
            <a:pPr marL="171450" marR="0" lvl="0" indent="-171450" algn="l" defTabSz="2438522" rtl="0" eaLnBrk="1" fontAlgn="auto" latinLnBrk="0" hangingPunct="1">
              <a:lnSpc>
                <a:spcPct val="110000"/>
              </a:lnSpc>
              <a:spcBef>
                <a:spcPts val="0"/>
              </a:spcBef>
              <a:spcAft>
                <a:spcPts val="0"/>
              </a:spcAft>
              <a:buClrTx/>
              <a:buSzTx/>
              <a:buFont typeface="IBM Plex Sans" panose="020B0604020202020204" pitchFamily="34" charset="0"/>
              <a:buChar char="•"/>
              <a:tabLst/>
              <a:defRPr/>
            </a:pPr>
            <a:r>
              <a:rPr kumimoji="0" lang="en-US" sz="1200" b="0" i="0" u="none" strike="noStrike" kern="100" cap="none" spc="0" normalizeH="0" baseline="0" noProof="0" dirty="0">
                <a:ln>
                  <a:noFill/>
                </a:ln>
                <a:solidFill>
                  <a:srgbClr val="000000"/>
                </a:solidFill>
                <a:effectLst/>
                <a:uLnTx/>
                <a:uFillTx/>
                <a:latin typeface="IBM Plex Sans" panose="020B0503050203000203" pitchFamily="34" charset="0"/>
                <a:ea typeface="IBM Plex Sans" panose="020B0004020202020204" pitchFamily="34" charset="0"/>
                <a:cs typeface="IBM Plex Sans" panose="02020603050405020304" pitchFamily="18" charset="0"/>
                <a:sym typeface="IBM Plex Sans"/>
              </a:rPr>
              <a:t>Knowledge can include documents uploaded into the agent directly or held in an external repository supporting conversational search.</a:t>
            </a:r>
          </a:p>
          <a:p>
            <a:pPr marL="171450" marR="0" lvl="0" indent="-171450" algn="l" defTabSz="2438522" rtl="0" eaLnBrk="1" fontAlgn="auto" latinLnBrk="0" hangingPunct="1">
              <a:lnSpc>
                <a:spcPct val="110000"/>
              </a:lnSpc>
              <a:spcBef>
                <a:spcPts val="0"/>
              </a:spcBef>
              <a:spcAft>
                <a:spcPts val="0"/>
              </a:spcAft>
              <a:buClrTx/>
              <a:buSzTx/>
              <a:buFont typeface="IBM Plex Sans" panose="020B0604020202020204" pitchFamily="34" charset="0"/>
              <a:buChar char="•"/>
              <a:tabLst/>
              <a:defRPr/>
            </a:pPr>
            <a:r>
              <a:rPr kumimoji="0" lang="en-US" sz="1200" b="0" i="0" u="none" strike="noStrike" kern="100" cap="none" spc="0" normalizeH="0" baseline="0" noProof="0" dirty="0">
                <a:ln>
                  <a:noFill/>
                </a:ln>
                <a:solidFill>
                  <a:srgbClr val="000000"/>
                </a:solidFill>
                <a:effectLst/>
                <a:uLnTx/>
                <a:uFillTx/>
                <a:latin typeface="IBM Plex Sans" panose="020B0503050203000203" pitchFamily="34" charset="0"/>
                <a:ea typeface="IBM Plex Sans" panose="020B0004020202020204" pitchFamily="34" charset="0"/>
                <a:cs typeface="IBM Plex Sans" panose="02020603050405020304" pitchFamily="18" charset="0"/>
                <a:sym typeface="IBM Plex Sans"/>
              </a:rPr>
              <a:t>The toolset can include tools and their credentials, and delegation to other collaborating agents.</a:t>
            </a:r>
          </a:p>
          <a:p>
            <a:pPr marL="171450" marR="0" lvl="0" indent="-171450" algn="l" defTabSz="2438522" rtl="0" eaLnBrk="1" fontAlgn="auto" latinLnBrk="0" hangingPunct="1">
              <a:lnSpc>
                <a:spcPct val="110000"/>
              </a:lnSpc>
              <a:spcBef>
                <a:spcPts val="0"/>
              </a:spcBef>
              <a:spcAft>
                <a:spcPts val="0"/>
              </a:spcAft>
              <a:buClrTx/>
              <a:buSzTx/>
              <a:buFont typeface="IBM Plex Sans" panose="020B0604020202020204" pitchFamily="34" charset="0"/>
              <a:buChar char="•"/>
              <a:tabLst/>
              <a:defRPr/>
            </a:pPr>
            <a:r>
              <a:rPr kumimoji="0" lang="en-US" sz="1200" b="0" i="0" u="none" strike="noStrike" kern="100" cap="none" spc="0" normalizeH="0" baseline="0" noProof="0" dirty="0">
                <a:ln>
                  <a:noFill/>
                </a:ln>
                <a:solidFill>
                  <a:srgbClr val="000000"/>
                </a:solidFill>
                <a:effectLst/>
                <a:uLnTx/>
                <a:uFillTx/>
                <a:latin typeface="IBM Plex Sans" panose="020B0503050203000203" pitchFamily="34" charset="0"/>
                <a:ea typeface="IBM Plex Sans" panose="020B0004020202020204" pitchFamily="34" charset="0"/>
                <a:cs typeface="IBM Plex Sans" panose="02020603050405020304" pitchFamily="18" charset="0"/>
                <a:sym typeface="IBM Plex Sans"/>
              </a:rPr>
              <a:t>Behavior provides the agent with additional instructions to improve its accuracy and can include guidelines providing specific instructions to apply in certain circumstances. </a:t>
            </a:r>
            <a:endParaRPr kumimoji="0" lang="en-US" sz="1200" b="0" i="0" u="none" strike="noStrike" kern="0" cap="none" spc="0" normalizeH="0" baseline="0" noProof="0" dirty="0">
              <a:ln>
                <a:noFill/>
              </a:ln>
              <a:solidFill>
                <a:srgbClr val="000000"/>
              </a:solidFill>
              <a:effectLst/>
              <a:uLnTx/>
              <a:uFillTx/>
              <a:latin typeface="IBM Plex Sans" panose="020B0503050203000203" pitchFamily="34" charset="0"/>
              <a:ea typeface="IBM Plex Sans" panose="020B0004020202020204" pitchFamily="34" charset="0"/>
              <a:cs typeface="IBM Plex Sans" panose="02020603050405020304" pitchFamily="18" charset="0"/>
              <a:sym typeface="IBM Plex Sans"/>
            </a:endParaRPr>
          </a:p>
          <a:p>
            <a:endParaRPr lang="en-US" dirty="0"/>
          </a:p>
        </p:txBody>
      </p:sp>
      <p:sp>
        <p:nvSpPr>
          <p:cNvPr id="4" name="Slide Number Placeholder 3">
            <a:extLst>
              <a:ext uri="{FF2B5EF4-FFF2-40B4-BE49-F238E27FC236}">
                <a16:creationId xmlns:a16="http://schemas.microsoft.com/office/drawing/2014/main" id="{2FD01096-A7B4-52F6-3BEF-313B8330AE5A}"/>
              </a:ext>
            </a:extLst>
          </p:cNvPr>
          <p:cNvSpPr>
            <a:spLocks noGrp="1"/>
          </p:cNvSpPr>
          <p:nvPr>
            <p:ph type="sldNum" sz="quarter" idx="5"/>
          </p:nvPr>
        </p:nvSpPr>
        <p:spPr/>
        <p:txBody>
          <a:bodyPr/>
          <a:lstStyle/>
          <a:p>
            <a:fld id="{6E2E38B8-B0B4-AD41-AC6E-B781F46A9FD3}" type="slidenum">
              <a:rPr lang="en-US" smtClean="0"/>
              <a:pPr/>
              <a:t>4</a:t>
            </a:fld>
            <a:endParaRPr lang="en-US" dirty="0"/>
          </a:p>
        </p:txBody>
      </p:sp>
    </p:spTree>
    <p:extLst>
      <p:ext uri="{BB962C8B-B14F-4D97-AF65-F5344CB8AC3E}">
        <p14:creationId xmlns:p14="http://schemas.microsoft.com/office/powerpoint/2010/main" val="18104942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EA24B-2310-1EB3-FED2-76CFDEB2ED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3289DA-CA40-FCEF-6441-EC40DADEF669}"/>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9902ED43-D9F7-4F29-E49B-FF9CB240CBD6}"/>
              </a:ext>
            </a:extLst>
          </p:cNvPr>
          <p:cNvSpPr>
            <a:spLocks noGrp="1"/>
          </p:cNvSpPr>
          <p:nvPr>
            <p:ph type="body" idx="1"/>
          </p:nvPr>
        </p:nvSpPr>
        <p:spPr/>
        <p:txBody>
          <a:bodyPr/>
          <a:lstStyle/>
          <a:p>
            <a:pPr marL="0" marR="0">
              <a:buNone/>
            </a:pPr>
            <a:r>
              <a:rPr lang="en-US" sz="1200" dirty="0">
                <a:solidFill>
                  <a:srgbClr val="1B1C1D"/>
                </a:solidFill>
                <a:effectLst/>
                <a:latin typeface="Calibri" panose="020F0502020204030204" pitchFamily="34" charset="0"/>
                <a:ea typeface="Times New Roman" panose="02020603050405020304" pitchFamily="18" charset="0"/>
              </a:rPr>
              <a:t>This diagram provides a high-level overview of watsonx Orchestrate AI Agents capabilities.</a:t>
            </a:r>
          </a:p>
          <a:p>
            <a:pPr marL="0" marR="0">
              <a:buNone/>
            </a:pPr>
            <a:endParaRPr lang="en-US" sz="1200" dirty="0">
              <a:solidFill>
                <a:srgbClr val="1B1C1D"/>
              </a:solidFill>
              <a:effectLst/>
              <a:latin typeface="Calibri" panose="020F0502020204030204" pitchFamily="34" charset="0"/>
              <a:ea typeface="Times New Roman" panose="02020603050405020304" pitchFamily="18" charset="0"/>
            </a:endParaRPr>
          </a:p>
          <a:p>
            <a:pPr marL="0" marR="0">
              <a:buNone/>
            </a:pPr>
            <a:r>
              <a:rPr lang="en-US" sz="1200" dirty="0">
                <a:solidFill>
                  <a:srgbClr val="1B1C1D"/>
                </a:solidFill>
                <a:effectLst/>
                <a:latin typeface="Calibri" panose="020F0502020204030204" pitchFamily="34" charset="0"/>
                <a:ea typeface="Times New Roman" panose="02020603050405020304" pitchFamily="18" charset="0"/>
              </a:rPr>
              <a:t>At the top of the stack, watsonx Orchestrate serves as the central orchestration layer, thinking, planning, routing, and reflecting on work across departments and use cases. This orchestration layer acts as an intelligent supervisor, coordinating how work is executed by AI agents, whether they are prebuilt, custom-developed, or sourced from third parties. Users—whether employees, customers, or subject matter experts—can engage through natural language in familiar channels, such as Slack, web chat, or voice. From there, watsonx Orchestrate routes requests to the appropriate agents, workflows, or tools needed to fulfill that task.</a:t>
            </a:r>
          </a:p>
          <a:p>
            <a:pPr marL="0" marR="0">
              <a:buNone/>
            </a:pPr>
            <a:endParaRPr lang="en-US" sz="1200" dirty="0">
              <a:solidFill>
                <a:srgbClr val="1B1C1D"/>
              </a:solidFill>
              <a:effectLst/>
              <a:latin typeface="Calibri" panose="020F0502020204030204" pitchFamily="34" charset="0"/>
              <a:ea typeface="Times New Roman" panose="02020603050405020304" pitchFamily="18" charset="0"/>
            </a:endParaRPr>
          </a:p>
          <a:p>
            <a:pPr marL="0" marR="0">
              <a:buNone/>
            </a:pPr>
            <a:r>
              <a:rPr lang="en-US" sz="1200" b="0" dirty="0">
                <a:solidFill>
                  <a:srgbClr val="1B1C1D"/>
                </a:solidFill>
                <a:effectLst/>
                <a:latin typeface="IBM Plex Sans" panose="020B0503050203000203" pitchFamily="34" charset="0"/>
                <a:ea typeface="Times New Roman" panose="02020603050405020304" pitchFamily="18" charset="0"/>
              </a:rPr>
              <a:t>To build and manage these Agentic capabilities, watsonx Orchestrate provides a complete toolchain:</a:t>
            </a:r>
          </a:p>
          <a:p>
            <a:pPr marL="0" marR="0">
              <a:buNone/>
            </a:pPr>
            <a:endParaRPr lang="en-US" sz="1200" b="0" dirty="0">
              <a:solidFill>
                <a:srgbClr val="1B1C1D"/>
              </a:solidFill>
              <a:effectLst/>
              <a:latin typeface="IBM Plex Sans" panose="020B0503050203000203" pitchFamily="34" charset="0"/>
              <a:ea typeface="Times New Roman" panose="02020603050405020304" pitchFamily="18" charset="0"/>
            </a:endParaRPr>
          </a:p>
          <a:p>
            <a:pPr marL="171450" marR="0" indent="-171450">
              <a:buFont typeface="Arial" panose="020B0604020202020204" pitchFamily="34" charset="0"/>
              <a:buChar char="•"/>
            </a:pPr>
            <a:r>
              <a:rPr lang="en-US" sz="1200" b="0" dirty="0">
                <a:solidFill>
                  <a:srgbClr val="1B1C1D"/>
                </a:solidFill>
                <a:effectLst/>
                <a:latin typeface="IBM Plex Sans" panose="020B0503050203000203" pitchFamily="34" charset="0"/>
                <a:ea typeface="Times New Roman" panose="02020603050405020304" pitchFamily="18" charset="0"/>
              </a:rPr>
              <a:t>The Low-Code Agent Builder enables business users to quickly create agents without technical skills.</a:t>
            </a:r>
          </a:p>
          <a:p>
            <a:pPr marL="171450" marR="0" indent="-171450">
              <a:buFont typeface="Arial" panose="020B0604020202020204" pitchFamily="34" charset="0"/>
              <a:buChar char="•"/>
            </a:pPr>
            <a:r>
              <a:rPr lang="en-US" sz="1200" b="0" dirty="0">
                <a:solidFill>
                  <a:srgbClr val="1B1C1D"/>
                </a:solidFill>
                <a:effectLst/>
                <a:latin typeface="IBM Plex Sans" panose="020B0503050203000203" pitchFamily="34" charset="0"/>
                <a:ea typeface="Times New Roman" panose="02020603050405020304" pitchFamily="18" charset="0"/>
              </a:rPr>
              <a:t>The Pro-Code Agent Development Kit (ADK) enables more complex and customized agent development by technical teams.</a:t>
            </a:r>
          </a:p>
          <a:p>
            <a:pPr marL="171450" marR="0" indent="-171450">
              <a:buFont typeface="Arial" panose="020B0604020202020204" pitchFamily="34" charset="0"/>
              <a:buChar char="•"/>
            </a:pPr>
            <a:r>
              <a:rPr lang="en-US" sz="1200" b="0" dirty="0">
                <a:solidFill>
                  <a:srgbClr val="1B1C1D"/>
                </a:solidFill>
                <a:effectLst/>
                <a:latin typeface="IBM Plex Sans" panose="020B0503050203000203" pitchFamily="34" charset="0"/>
                <a:ea typeface="Times New Roman" panose="02020603050405020304" pitchFamily="18" charset="0"/>
              </a:rPr>
              <a:t>IBM watsonx.ai provides access to IBM and third-party models hosted by IBM.</a:t>
            </a:r>
          </a:p>
          <a:p>
            <a:pPr marL="171450" marR="0" indent="-171450">
              <a:buFont typeface="Arial" panose="020B0604020202020204" pitchFamily="34" charset="0"/>
              <a:buChar char="•"/>
            </a:pPr>
            <a:r>
              <a:rPr lang="en-US" sz="1200" b="0" dirty="0">
                <a:solidFill>
                  <a:srgbClr val="1B1C1D"/>
                </a:solidFill>
                <a:effectLst/>
                <a:latin typeface="IBM Plex Sans" panose="020B0503050203000203" pitchFamily="34" charset="0"/>
                <a:ea typeface="Times New Roman" panose="02020603050405020304" pitchFamily="18" charset="0"/>
              </a:rPr>
              <a:t>The AI Model Gateway enables use of external, third-party models.</a:t>
            </a:r>
          </a:p>
          <a:p>
            <a:pPr marL="171450" marR="0" indent="-171450">
              <a:buFont typeface="Arial" panose="020B0604020202020204" pitchFamily="34" charset="0"/>
              <a:buChar char="•"/>
            </a:pPr>
            <a:endParaRPr lang="en-US" sz="1200" b="0" dirty="0">
              <a:solidFill>
                <a:srgbClr val="1B1C1D"/>
              </a:solidFill>
              <a:effectLst/>
              <a:latin typeface="IBM Plex Sans" panose="020B0503050203000203" pitchFamily="34" charset="0"/>
              <a:ea typeface="Times New Roman" panose="02020603050405020304" pitchFamily="18" charset="0"/>
            </a:endParaRPr>
          </a:p>
          <a:p>
            <a:pPr marL="0" marR="0" indent="0">
              <a:buFont typeface="Arial" panose="020B0604020202020204" pitchFamily="34" charset="0"/>
              <a:buNone/>
            </a:pPr>
            <a:r>
              <a:rPr lang="en-US" sz="1200" b="0" dirty="0">
                <a:solidFill>
                  <a:srgbClr val="1B1C1D"/>
                </a:solidFill>
                <a:effectLst/>
                <a:latin typeface="IBM Plex Sans" panose="020B0503050203000203" pitchFamily="34" charset="0"/>
                <a:ea typeface="Times New Roman" panose="02020603050405020304" pitchFamily="18" charset="0"/>
              </a:rPr>
              <a:t>Watsonx Orchestrate also comes with an Assistant builder tool but here we are focusing on the Agentic capabilities of the product.</a:t>
            </a:r>
          </a:p>
          <a:p>
            <a:pPr marL="0" marR="0" indent="0">
              <a:buFont typeface="Arial" panose="020B0604020202020204" pitchFamily="34" charset="0"/>
              <a:buNone/>
            </a:pPr>
            <a:r>
              <a:rPr lang="en-US" sz="1200" b="0" dirty="0">
                <a:solidFill>
                  <a:srgbClr val="1B1C1D"/>
                </a:solidFill>
                <a:effectLst/>
                <a:latin typeface="IBM Plex Sans" panose="020B0503050203000203" pitchFamily="34" charset="0"/>
                <a:ea typeface="Times New Roman" panose="02020603050405020304" pitchFamily="18" charset="0"/>
              </a:rPr>
              <a:t>In this presentation we’ll examine how the build and manage capabilities provided by watsonx Orchestrate are used to implement agentic systems.</a:t>
            </a:r>
          </a:p>
        </p:txBody>
      </p:sp>
      <p:sp>
        <p:nvSpPr>
          <p:cNvPr id="4" name="Slide Number Placeholder 3">
            <a:extLst>
              <a:ext uri="{FF2B5EF4-FFF2-40B4-BE49-F238E27FC236}">
                <a16:creationId xmlns:a16="http://schemas.microsoft.com/office/drawing/2014/main" id="{6A536C0F-4810-712A-B222-FB7625CC6BB3}"/>
              </a:ext>
            </a:extLst>
          </p:cNvPr>
          <p:cNvSpPr>
            <a:spLocks noGrp="1"/>
          </p:cNvSpPr>
          <p:nvPr>
            <p:ph type="sldNum" sz="quarter" idx="10"/>
          </p:nvPr>
        </p:nvSpPr>
        <p:spPr/>
        <p:txBody>
          <a:bodyPr/>
          <a:lstStyle/>
          <a:p>
            <a:pPr marL="0" marR="0" lvl="0" indent="0" algn="r" defTabSz="1829379"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000000"/>
                </a:solidFill>
                <a:effectLst/>
                <a:uLnTx/>
                <a:uFillTx/>
                <a:latin typeface="IBM Plex Sans" panose="020B0503050203000203" pitchFamily="34" charset="0"/>
              </a:rPr>
              <a:pPr marL="0" marR="0" lvl="0" indent="0" algn="r" defTabSz="1829379" rtl="0" eaLnBrk="1" fontAlgn="auto" latinLnBrk="0" hangingPunct="1">
                <a:lnSpc>
                  <a:spcPct val="100000"/>
                </a:lnSpc>
                <a:spcBef>
                  <a:spcPts val="0"/>
                </a:spcBef>
                <a:spcAft>
                  <a:spcPts val="0"/>
                </a:spcAft>
                <a:buClrTx/>
                <a:buSzTx/>
                <a:buFontTx/>
                <a:buNone/>
                <a:tabLst/>
                <a:defRPr/>
              </a:pPr>
              <a:t>5</a:t>
            </a:fld>
            <a:endParaRPr kumimoji="0" lang="en-US" sz="600" b="0" i="0" u="none" strike="noStrike" kern="1200" cap="none" spc="0" normalizeH="0" baseline="0" noProof="0">
              <a:ln>
                <a:noFill/>
              </a:ln>
              <a:solidFill>
                <a:srgbClr val="000000"/>
              </a:solidFill>
              <a:effectLst/>
              <a:uLnTx/>
              <a:uFillTx/>
              <a:latin typeface="IBM Plex Sans" panose="020B0503050203000203" pitchFamily="34" charset="0"/>
            </a:endParaRPr>
          </a:p>
        </p:txBody>
      </p:sp>
    </p:spTree>
    <p:extLst>
      <p:ext uri="{BB962C8B-B14F-4D97-AF65-F5344CB8AC3E}">
        <p14:creationId xmlns:p14="http://schemas.microsoft.com/office/powerpoint/2010/main" val="2509950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US" dirty="0"/>
              <a:t>Let’s remind ourselves of the AI Agent and Tool taxonomy in watsonx Orchestrate.</a:t>
            </a:r>
          </a:p>
          <a:p>
            <a:endParaRPr lang="en-US" dirty="0"/>
          </a:p>
          <a:p>
            <a:r>
              <a:rPr lang="en-US" dirty="0"/>
              <a:t>After receiving the user request, autonomous AI agents fulfill tasks or drive multi-step use cases. These agents are purpose-built, can use tools, and can even collaborate with each other to complete work. Tools are modular, composable, reusable and purpose-built for the agent paradigm—they can be invoked programmatically and dynamically by agents at runtime.</a:t>
            </a:r>
          </a:p>
          <a:p>
            <a:endParaRPr lang="en-US" dirty="0"/>
          </a:p>
          <a:p>
            <a:r>
              <a:rPr lang="en-US" dirty="0"/>
              <a:t>Let’s zoom in and look at the definition of a simple agent deployed on watsonx Orchestrate.</a:t>
            </a:r>
          </a:p>
        </p:txBody>
      </p:sp>
      <p:sp>
        <p:nvSpPr>
          <p:cNvPr id="4" name="Slide Number Placeholder 3"/>
          <p:cNvSpPr>
            <a:spLocks noGrp="1"/>
          </p:cNvSpPr>
          <p:nvPr>
            <p:ph type="sldNum" sz="quarter" idx="5"/>
          </p:nvPr>
        </p:nvSpPr>
        <p:spPr/>
        <p:txBody>
          <a:bodyPr/>
          <a:lstStyle/>
          <a:p>
            <a:fld id="{8E29AFC5-58B0-5849-A341-BA520AD751FF}" type="slidenum">
              <a:rPr lang="en-US" smtClean="0"/>
              <a:t>6</a:t>
            </a:fld>
            <a:endParaRPr lang="en-US"/>
          </a:p>
        </p:txBody>
      </p:sp>
    </p:spTree>
    <p:extLst>
      <p:ext uri="{BB962C8B-B14F-4D97-AF65-F5344CB8AC3E}">
        <p14:creationId xmlns:p14="http://schemas.microsoft.com/office/powerpoint/2010/main" val="25966890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US" dirty="0"/>
              <a:t>There are different agent styles available in watsonx Orchestrate that are better suited for certain situations.</a:t>
            </a:r>
          </a:p>
          <a:p>
            <a:endParaRPr lang="en-US" dirty="0"/>
          </a:p>
          <a:p>
            <a:r>
              <a:rPr lang="en-US" dirty="0"/>
              <a:t>The default agent style takes a more simplistic approach and is ideal for simple tool calling and linear tasks. It’s fast and uses the LLM to work out how to break down the task into a sequence of steps. Unlike ReAct , the agent does not plan continuously, and this can be advantageous for simpler sequential tasks. </a:t>
            </a:r>
          </a:p>
          <a:p>
            <a:endParaRPr lang="en-US" dirty="0"/>
          </a:p>
          <a:p>
            <a:r>
              <a:rPr lang="en-US" dirty="0"/>
              <a:t>ReAct agents think, act, observe and reason in a continuous loop, and they adjust the plan as they work towards the solution. This style of agent is well suited to problem solving where continuous reasoning and replanning is needed, and where the route to a solution may not be obvious from the outset. </a:t>
            </a:r>
          </a:p>
          <a:p>
            <a:endParaRPr lang="en-US" dirty="0"/>
          </a:p>
          <a:p>
            <a:r>
              <a:rPr lang="en-US" dirty="0"/>
              <a:t>Plan-Act agents emphasize up-front planning and have increased control over how the agent produces output. We’ll explore Plan-act in more detail in the next few slides.</a:t>
            </a:r>
          </a:p>
        </p:txBody>
      </p:sp>
      <p:sp>
        <p:nvSpPr>
          <p:cNvPr id="4" name="Slide Number Placeholder 3"/>
          <p:cNvSpPr>
            <a:spLocks noGrp="1"/>
          </p:cNvSpPr>
          <p:nvPr>
            <p:ph type="sldNum" sz="quarter" idx="5"/>
          </p:nvPr>
        </p:nvSpPr>
        <p:spPr/>
        <p:txBody>
          <a:bodyPr/>
          <a:lstStyle/>
          <a:p>
            <a:fld id="{6E2E38B8-B0B4-AD41-AC6E-B781F46A9FD3}" type="slidenum">
              <a:rPr lang="en-US" smtClean="0"/>
              <a:pPr/>
              <a:t>7</a:t>
            </a:fld>
            <a:endParaRPr lang="en-US" dirty="0"/>
          </a:p>
        </p:txBody>
      </p:sp>
    </p:spTree>
    <p:extLst>
      <p:ext uri="{BB962C8B-B14F-4D97-AF65-F5344CB8AC3E}">
        <p14:creationId xmlns:p14="http://schemas.microsoft.com/office/powerpoint/2010/main" val="19518826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A623B-FAD7-2D32-F9A4-79D2E60B34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507849-22F0-09D4-838E-EF80F8F018EB}"/>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BCB80223-A5CD-D0C5-E2C6-F97F048E4282}"/>
              </a:ext>
            </a:extLst>
          </p:cNvPr>
          <p:cNvSpPr>
            <a:spLocks noGrp="1"/>
          </p:cNvSpPr>
          <p:nvPr>
            <p:ph type="body" idx="1"/>
          </p:nvPr>
        </p:nvSpPr>
        <p:spPr/>
        <p:txBody>
          <a:bodyPr/>
          <a:lstStyle/>
          <a:p>
            <a:r>
              <a:rPr lang="en-US" dirty="0"/>
              <a:t>Let’s start with a simple default agent. This is a logical representation of the weatherman agent you will create later in this course. </a:t>
            </a:r>
          </a:p>
          <a:p>
            <a:endParaRPr lang="en-US" dirty="0"/>
          </a:p>
          <a:p>
            <a:r>
              <a:rPr lang="en-US" dirty="0"/>
              <a:t>The agent contains a description of the agents' capabilities, and some instructions that help the agent respond to the questions it receives. There is also additional information about the tool the agent can use, how the response should be formatted, and a suggestion to determine the longitude and latitude if the user didn’t provide these parameters.</a:t>
            </a:r>
          </a:p>
          <a:p>
            <a:endParaRPr lang="en-US" dirty="0"/>
          </a:p>
          <a:p>
            <a:r>
              <a:rPr lang="en-US" dirty="0"/>
              <a:t>The forecast tool used by the agent is generated from the OpenAPI specification of an external weather service. The tool description helps the agent select the tool, and the tool definition also declares any parameters that are needed.</a:t>
            </a:r>
          </a:p>
          <a:p>
            <a:endParaRPr lang="en-US" dirty="0"/>
          </a:p>
          <a:p>
            <a:r>
              <a:rPr lang="en-US" dirty="0"/>
              <a:t>The information in the OpenAPI specification is used to generate the tool, it contains the endpoint, authorization and data models that must be used. </a:t>
            </a:r>
          </a:p>
        </p:txBody>
      </p:sp>
      <p:sp>
        <p:nvSpPr>
          <p:cNvPr id="4" name="Slide Number Placeholder 3">
            <a:extLst>
              <a:ext uri="{FF2B5EF4-FFF2-40B4-BE49-F238E27FC236}">
                <a16:creationId xmlns:a16="http://schemas.microsoft.com/office/drawing/2014/main" id="{FA4C2CD8-E670-0BED-2A91-E27D3C80D6CF}"/>
              </a:ext>
            </a:extLst>
          </p:cNvPr>
          <p:cNvSpPr>
            <a:spLocks noGrp="1"/>
          </p:cNvSpPr>
          <p:nvPr>
            <p:ph type="sldNum" sz="quarter" idx="5"/>
          </p:nvPr>
        </p:nvSpPr>
        <p:spPr/>
        <p:txBody>
          <a:bodyPr/>
          <a:lstStyle/>
          <a:p>
            <a:fld id="{6E2E38B8-B0B4-AD41-AC6E-B781F46A9FD3}" type="slidenum">
              <a:rPr lang="en-US" smtClean="0"/>
              <a:pPr/>
              <a:t>8</a:t>
            </a:fld>
            <a:endParaRPr lang="en-US" dirty="0"/>
          </a:p>
        </p:txBody>
      </p:sp>
    </p:spTree>
    <p:extLst>
      <p:ext uri="{BB962C8B-B14F-4D97-AF65-F5344CB8AC3E}">
        <p14:creationId xmlns:p14="http://schemas.microsoft.com/office/powerpoint/2010/main" val="7984607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4C24D-D97C-7423-B2C3-96A4E6A89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A4EA17-E0F2-8BAE-D959-2A5FC7FDBF42}"/>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E06DD253-18A6-E621-9554-FD5742D7CDD9}"/>
              </a:ext>
            </a:extLst>
          </p:cNvPr>
          <p:cNvSpPr>
            <a:spLocks noGrp="1"/>
          </p:cNvSpPr>
          <p:nvPr>
            <p:ph type="body" idx="1"/>
          </p:nvPr>
        </p:nvSpPr>
        <p:spPr/>
        <p:txBody>
          <a:bodyPr/>
          <a:lstStyle/>
          <a:p>
            <a:r>
              <a:rPr lang="en-GB" sz="1200" b="0" i="0" kern="1200" dirty="0">
                <a:solidFill>
                  <a:schemeClr val="bg1"/>
                </a:solidFill>
                <a:effectLst/>
                <a:latin typeface="IBM Plex Sans Light" panose="020B0503050203000203" pitchFamily="34" charset="0"/>
                <a:ea typeface="IBM Plex Sans Light"/>
                <a:cs typeface="IBM Plex Sans Light"/>
              </a:rPr>
              <a:t>The definition of a default agent is quite simple, but for the agent to use the LLM effectively, the instructions must be converted into a prompt. This is the Reasoning and Acting (</a:t>
            </a:r>
            <a:r>
              <a:rPr lang="en-GB" sz="1200" b="0" i="0" kern="1200" dirty="0" err="1">
                <a:solidFill>
                  <a:schemeClr val="bg1"/>
                </a:solidFill>
                <a:effectLst/>
                <a:latin typeface="IBM Plex Sans Light" panose="020B0503050203000203" pitchFamily="34" charset="0"/>
                <a:ea typeface="IBM Plex Sans Light"/>
                <a:cs typeface="IBM Plex Sans Light"/>
              </a:rPr>
              <a:t>ReAct</a:t>
            </a:r>
            <a:r>
              <a:rPr lang="en-GB" sz="1200" b="0" i="0" kern="1200" dirty="0">
                <a:solidFill>
                  <a:schemeClr val="bg1"/>
                </a:solidFill>
                <a:effectLst/>
                <a:latin typeface="IBM Plex Sans Light" panose="020B0503050203000203" pitchFamily="34" charset="0"/>
                <a:ea typeface="IBM Plex Sans Light"/>
                <a:cs typeface="IBM Plex Sans Light"/>
              </a:rPr>
              <a:t>) prompt created by watsonx Orchestrate that incorporates chain-of-thought reasoning, looping, tool calling, and specific instructions for the weatherman when using the forecast tool. We don’t create this prompt, that’s handled by watsonx Orchestrate, but it's useful to know what’s happening within the system. Even without technical expertise, most of the prompt is readable and provides insight into how instructions are communicated to the large language model (LLM). </a:t>
            </a:r>
          </a:p>
          <a:p>
            <a:endParaRPr lang="en-GB" sz="1200" b="0" i="0" kern="1200" dirty="0">
              <a:solidFill>
                <a:schemeClr val="bg1"/>
              </a:solidFill>
              <a:effectLst/>
              <a:latin typeface="IBM Plex Sans Light" panose="020B0503050203000203" pitchFamily="34" charset="0"/>
              <a:ea typeface="IBM Plex Sans Light"/>
              <a:cs typeface="IBM Plex Sans Light"/>
            </a:endParaRPr>
          </a:p>
          <a:p>
            <a:r>
              <a:rPr lang="en-GB" sz="1200" b="0" i="0" kern="1200" dirty="0">
                <a:solidFill>
                  <a:schemeClr val="bg1"/>
                </a:solidFill>
                <a:effectLst/>
                <a:latin typeface="IBM Plex Sans Light" panose="020B0503050203000203" pitchFamily="34" charset="0"/>
                <a:ea typeface="IBM Plex Sans Light"/>
                <a:cs typeface="IBM Plex Sans Light"/>
              </a:rPr>
              <a:t>Let’s walk through some of its key sections.</a:t>
            </a:r>
          </a:p>
          <a:p>
            <a:endParaRPr lang="en-GB" sz="1200" b="0" i="0" kern="1200" dirty="0">
              <a:solidFill>
                <a:schemeClr val="bg1"/>
              </a:solidFill>
              <a:effectLst/>
              <a:latin typeface="IBM Plex Sans Light" panose="020B0503050203000203" pitchFamily="34" charset="0"/>
              <a:ea typeface="IBM Plex Sans Light"/>
              <a:cs typeface="IBM Plex Sans Light"/>
            </a:endParaRPr>
          </a:p>
          <a:p>
            <a:pPr marL="228600" indent="-228600">
              <a:buFont typeface="+mj-lt"/>
              <a:buAutoNum type="arabicPeriod"/>
            </a:pPr>
            <a:r>
              <a:rPr lang="en-GB" sz="1200" b="0" i="0" kern="1200" dirty="0">
                <a:solidFill>
                  <a:schemeClr val="bg1"/>
                </a:solidFill>
                <a:effectLst/>
                <a:latin typeface="IBM Plex Sans Light" panose="020B0503050203000203" pitchFamily="34" charset="0"/>
                <a:ea typeface="IBM Plex Sans Light"/>
                <a:cs typeface="IBM Plex Sans Light"/>
              </a:rPr>
              <a:t>Loop and Tool Access: The prompt begins by informing the LLM that it operates in a loop consisting of thought, action, and observation. At the end of the loop an answer must be provided. It also specifies that the LLM has access to external tools and provides some guidance for using them.</a:t>
            </a:r>
          </a:p>
          <a:p>
            <a:pPr marL="228600" indent="-228600">
              <a:buFont typeface="+mj-lt"/>
              <a:buAutoNum type="arabicPeriod"/>
            </a:pPr>
            <a:r>
              <a:rPr lang="en-GB" sz="1200" b="0" i="0" kern="1200" dirty="0">
                <a:solidFill>
                  <a:schemeClr val="bg1"/>
                </a:solidFill>
                <a:effectLst/>
                <a:latin typeface="IBM Plex Sans Light" panose="020B0503050203000203" pitchFamily="34" charset="0"/>
                <a:ea typeface="IBM Plex Sans Light"/>
                <a:cs typeface="IBM Plex Sans Light"/>
              </a:rPr>
              <a:t>Forecast Tool Instructions: The next section outlines how the forecast tool should be used. While this part is more technical, it clearly defines the the tool function and any required parameters.</a:t>
            </a:r>
          </a:p>
          <a:p>
            <a:pPr marL="228600" indent="-228600">
              <a:buFont typeface="+mj-lt"/>
              <a:buAutoNum type="arabicPeriod"/>
            </a:pPr>
            <a:r>
              <a:rPr lang="en-GB" sz="1200" b="0" i="0" kern="1200" dirty="0">
                <a:solidFill>
                  <a:schemeClr val="bg1"/>
                </a:solidFill>
                <a:effectLst/>
                <a:latin typeface="IBM Plex Sans Light" panose="020B0503050203000203" pitchFamily="34" charset="0"/>
                <a:ea typeface="IBM Plex Sans Light"/>
                <a:cs typeface="IBM Plex Sans Light"/>
              </a:rPr>
              <a:t>Response Formatting: This block explains how the LLM should format its responses to the agent. It includes instructions for appending chat history after each loop and provides a place for the LLM to reference its previous reasoning.</a:t>
            </a:r>
          </a:p>
          <a:p>
            <a:pPr marL="228600" indent="-228600">
              <a:buFont typeface="+mj-lt"/>
              <a:buAutoNum type="arabicPeriod"/>
            </a:pPr>
            <a:r>
              <a:rPr lang="en-GB" sz="1200" b="0" i="0" kern="1200" dirty="0">
                <a:solidFill>
                  <a:schemeClr val="bg1"/>
                </a:solidFill>
                <a:effectLst/>
                <a:latin typeface="IBM Plex Sans Light" panose="020B0503050203000203" pitchFamily="34" charset="0"/>
                <a:ea typeface="IBM Plex Sans Light"/>
                <a:cs typeface="IBM Plex Sans Light"/>
              </a:rPr>
              <a:t>Handling Observations and Missing Parameters: The prompt then tells the LLM to expect observations from tools. Just below, there’s an instruction for the LLM to request any missing parameters it needs to proceed.</a:t>
            </a:r>
          </a:p>
          <a:p>
            <a:pPr marL="228600" indent="-228600">
              <a:buFont typeface="+mj-lt"/>
              <a:buAutoNum type="arabicPeriod"/>
            </a:pPr>
            <a:r>
              <a:rPr lang="en-GB" sz="1200" b="0" i="0" kern="1200" dirty="0">
                <a:solidFill>
                  <a:schemeClr val="bg1"/>
                </a:solidFill>
                <a:effectLst/>
                <a:latin typeface="IBM Plex Sans Light" panose="020B0503050203000203" pitchFamily="34" charset="0"/>
                <a:ea typeface="IBM Plex Sans Light"/>
                <a:cs typeface="IBM Plex Sans Light"/>
              </a:rPr>
              <a:t>Declaring the Final Answer: A crucial instruction follows - the LLM is told how to declare when it has reached the final answer. The phrase “I know the final answer” is used as a signal for the agent to parse and recognize completion.</a:t>
            </a:r>
          </a:p>
          <a:p>
            <a:pPr marL="228600" indent="-228600">
              <a:buFont typeface="+mj-lt"/>
              <a:buAutoNum type="arabicPeriod"/>
            </a:pPr>
            <a:r>
              <a:rPr lang="en-GB" sz="1200" b="0" i="0" kern="1200" dirty="0">
                <a:solidFill>
                  <a:schemeClr val="bg1"/>
                </a:solidFill>
                <a:effectLst/>
                <a:latin typeface="IBM Plex Sans Light" panose="020B0503050203000203" pitchFamily="34" charset="0"/>
                <a:ea typeface="IBM Plex Sans Light"/>
                <a:cs typeface="IBM Plex Sans Light"/>
              </a:rPr>
              <a:t>Specific Forecast Tool Instructions: Finally, the prompt includes detailed instructions for using the forecast tool, derived directly from the agent’s configuration.</a:t>
            </a:r>
          </a:p>
          <a:p>
            <a:pPr marL="228600" indent="-228600">
              <a:buFont typeface="+mj-lt"/>
              <a:buAutoNum type="arabicPeriod"/>
            </a:pPr>
            <a:endParaRPr lang="en-GB" sz="1200" b="0" i="0" kern="1200" dirty="0">
              <a:solidFill>
                <a:schemeClr val="bg1"/>
              </a:solidFill>
              <a:effectLst/>
              <a:latin typeface="IBM Plex Sans Light" panose="020B0503050203000203" pitchFamily="34" charset="0"/>
              <a:ea typeface="IBM Plex Sans Light"/>
              <a:cs typeface="IBM Plex Sans Light"/>
            </a:endParaRPr>
          </a:p>
          <a:p>
            <a:pPr marL="0" indent="0">
              <a:buFont typeface="+mj-lt"/>
              <a:buNone/>
            </a:pPr>
            <a:r>
              <a:rPr lang="en-GB" sz="1200" b="0" i="0" kern="1200" dirty="0">
                <a:solidFill>
                  <a:schemeClr val="bg1"/>
                </a:solidFill>
                <a:effectLst/>
                <a:latin typeface="IBM Plex Sans Light" panose="020B0503050203000203" pitchFamily="34" charset="0"/>
                <a:ea typeface="IBM Plex Sans Light"/>
                <a:cs typeface="IBM Plex Sans Light"/>
              </a:rPr>
              <a:t>Next let’s have a look to the 3</a:t>
            </a:r>
            <a:r>
              <a:rPr lang="en-GB" sz="1200" b="0" i="0" kern="1200" baseline="30000" dirty="0">
                <a:solidFill>
                  <a:schemeClr val="bg1"/>
                </a:solidFill>
                <a:effectLst/>
                <a:latin typeface="IBM Plex Sans Light" panose="020B0503050203000203" pitchFamily="34" charset="0"/>
                <a:ea typeface="IBM Plex Sans Light"/>
                <a:cs typeface="IBM Plex Sans Light"/>
              </a:rPr>
              <a:t>rd</a:t>
            </a:r>
            <a:r>
              <a:rPr lang="en-GB" sz="1200" b="0" i="0" kern="1200" dirty="0">
                <a:solidFill>
                  <a:schemeClr val="bg1"/>
                </a:solidFill>
                <a:effectLst/>
                <a:latin typeface="IBM Plex Sans Light" panose="020B0503050203000203" pitchFamily="34" charset="0"/>
                <a:ea typeface="IBM Plex Sans Light"/>
                <a:cs typeface="IBM Plex Sans Light"/>
              </a:rPr>
              <a:t> agent category: the Plan-act agents.</a:t>
            </a:r>
          </a:p>
          <a:p>
            <a:endParaRPr lang="en-US" dirty="0"/>
          </a:p>
        </p:txBody>
      </p:sp>
      <p:sp>
        <p:nvSpPr>
          <p:cNvPr id="4" name="Slide Number Placeholder 3">
            <a:extLst>
              <a:ext uri="{FF2B5EF4-FFF2-40B4-BE49-F238E27FC236}">
                <a16:creationId xmlns:a16="http://schemas.microsoft.com/office/drawing/2014/main" id="{85B7A60C-53B2-3692-D71B-F3C447945BBA}"/>
              </a:ext>
            </a:extLst>
          </p:cNvPr>
          <p:cNvSpPr>
            <a:spLocks noGrp="1"/>
          </p:cNvSpPr>
          <p:nvPr>
            <p:ph type="sldNum" sz="quarter" idx="5"/>
          </p:nvPr>
        </p:nvSpPr>
        <p:spPr/>
        <p:txBody>
          <a:bodyPr/>
          <a:lstStyle/>
          <a:p>
            <a:fld id="{6E2E38B8-B0B4-AD41-AC6E-B781F46A9FD3}" type="slidenum">
              <a:rPr lang="en-US" smtClean="0"/>
              <a:pPr/>
              <a:t>9</a:t>
            </a:fld>
            <a:endParaRPr lang="en-US" dirty="0"/>
          </a:p>
        </p:txBody>
      </p:sp>
    </p:spTree>
    <p:extLst>
      <p:ext uri="{BB962C8B-B14F-4D97-AF65-F5344CB8AC3E}">
        <p14:creationId xmlns:p14="http://schemas.microsoft.com/office/powerpoint/2010/main" val="404439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US" sz="1200" b="0" i="0" kern="1200" dirty="0">
                <a:solidFill>
                  <a:schemeClr val="bg1"/>
                </a:solidFill>
                <a:effectLst/>
                <a:latin typeface="IBM Plex Sans Light" panose="020B0503050203000203" pitchFamily="34" charset="0"/>
                <a:ea typeface="IBM Plex Sans Light"/>
                <a:cs typeface="IBM Plex Sans Light"/>
              </a:rPr>
              <a:t>ReAct agents can perform well but the results they produce can be inconsistent, even when processing similar requests. ReAct agents work towards a goal incrementally, re-planning at each step, with full access to the conversation history and a considerable degree of creative license and initiative. These qualities can be useful for certain tasks where problem solving and exploration is needed to arrive at the goal.</a:t>
            </a:r>
            <a:endParaRPr lang="en-GB" sz="1200" b="0" i="0" kern="1200" dirty="0">
              <a:solidFill>
                <a:schemeClr val="bg1"/>
              </a:solidFill>
              <a:effectLst/>
              <a:latin typeface="IBM Plex Sans Light" panose="020B0503050203000203" pitchFamily="34" charset="0"/>
              <a:ea typeface="IBM Plex Sans Light"/>
              <a:cs typeface="IBM Plex Sans Light"/>
            </a:endParaRPr>
          </a:p>
          <a:p>
            <a:r>
              <a:rPr lang="en-US" sz="1200" b="0" i="0" kern="1200" dirty="0">
                <a:solidFill>
                  <a:schemeClr val="bg1"/>
                </a:solidFill>
                <a:effectLst/>
                <a:latin typeface="IBM Plex Sans Light" panose="020B0503050203000203" pitchFamily="34" charset="0"/>
                <a:ea typeface="IBM Plex Sans Light"/>
                <a:cs typeface="IBM Plex Sans Light"/>
              </a:rPr>
              <a:t> </a:t>
            </a:r>
            <a:endParaRPr lang="en-GB" sz="1200" b="0" i="0" kern="1200" dirty="0">
              <a:solidFill>
                <a:schemeClr val="bg1"/>
              </a:solidFill>
              <a:effectLst/>
              <a:latin typeface="IBM Plex Sans Light" panose="020B0503050203000203" pitchFamily="34" charset="0"/>
              <a:ea typeface="IBM Plex Sans Light"/>
              <a:cs typeface="IBM Plex Sans Light"/>
            </a:endParaRPr>
          </a:p>
          <a:p>
            <a:r>
              <a:rPr lang="en-US" sz="1200" b="0" i="0" kern="1200" dirty="0">
                <a:solidFill>
                  <a:schemeClr val="bg1"/>
                </a:solidFill>
                <a:effectLst/>
                <a:latin typeface="IBM Plex Sans Light" panose="020B0503050203000203" pitchFamily="34" charset="0"/>
                <a:ea typeface="IBM Plex Sans Light"/>
                <a:cs typeface="IBM Plex Sans Light"/>
              </a:rPr>
              <a:t>Plan-Act agents provides improved accuracy and consistency for less complex problems. A plan-act agent creates its execution plan at the start of processing and will only deviate from the plan in certain situations. The scope of actions available to the agent is restricted to a specific list of tools and collaborators.</a:t>
            </a:r>
            <a:r>
              <a:rPr lang="en-GB" sz="1200" b="0" i="0" kern="1200" dirty="0">
                <a:solidFill>
                  <a:schemeClr val="bg1"/>
                </a:solidFill>
                <a:effectLst/>
                <a:latin typeface="IBM Plex Sans Light" panose="020B0503050203000203" pitchFamily="34" charset="0"/>
                <a:ea typeface="IBM Plex Sans Light"/>
                <a:cs typeface="IBM Plex Sans Light"/>
              </a:rPr>
              <a:t> </a:t>
            </a:r>
            <a:r>
              <a:rPr lang="en-US" sz="1200" b="0" i="0" kern="1200" dirty="0">
                <a:solidFill>
                  <a:schemeClr val="bg1"/>
                </a:solidFill>
                <a:effectLst/>
                <a:latin typeface="IBM Plex Sans Light" panose="020B0503050203000203" pitchFamily="34" charset="0"/>
                <a:ea typeface="IBM Plex Sans Light"/>
                <a:cs typeface="IBM Plex Sans Light"/>
              </a:rPr>
              <a:t>The Orchestrate system will execute each task in the execution plan in sequence, and will store the results of each task. If a task requires data from a previously executed task, Orchestrate will provide only the minimum required. This contrasts with a ReAct agent where the large language model can pause and infer facts for itself, and has access to the complete conversation history so it can determine for itself what data it should be using.</a:t>
            </a:r>
            <a:endParaRPr lang="en-GB" sz="1200" b="0" i="0" kern="1200" dirty="0">
              <a:solidFill>
                <a:schemeClr val="bg1"/>
              </a:solidFill>
              <a:effectLst/>
              <a:latin typeface="IBM Plex Sans Light" panose="020B0503050203000203" pitchFamily="34" charset="0"/>
              <a:ea typeface="IBM Plex Sans Light"/>
              <a:cs typeface="IBM Plex Sans Light"/>
            </a:endParaRPr>
          </a:p>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10</a:t>
            </a:fld>
            <a:endParaRPr lang="en-US" dirty="0"/>
          </a:p>
        </p:txBody>
      </p:sp>
    </p:spTree>
    <p:extLst>
      <p:ext uri="{BB962C8B-B14F-4D97-AF65-F5344CB8AC3E}">
        <p14:creationId xmlns:p14="http://schemas.microsoft.com/office/powerpoint/2010/main" val="7734238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US" sz="1200" b="0" i="0" kern="1200" dirty="0">
                <a:solidFill>
                  <a:schemeClr val="bg1"/>
                </a:solidFill>
                <a:effectLst/>
                <a:latin typeface="IBM Plex Sans Light" panose="020B0503050203000203" pitchFamily="34" charset="0"/>
                <a:ea typeface="IBM Plex Sans Light"/>
                <a:cs typeface="IBM Plex Sans Light"/>
              </a:rPr>
              <a:t>Plan-act agents also have greater control over how the response is produced. These agents can be configured to use a custom join, a Structured output, or rely on the LLM to generate a response. Whichever response type is used, a plan-act agent has access to the original query, task results and the message history.</a:t>
            </a:r>
            <a:endParaRPr lang="en-GB" sz="1200" b="0" i="0" kern="1200" dirty="0">
              <a:solidFill>
                <a:schemeClr val="bg1"/>
              </a:solidFill>
              <a:effectLst/>
              <a:latin typeface="IBM Plex Sans Light" panose="020B0503050203000203" pitchFamily="34" charset="0"/>
              <a:ea typeface="IBM Plex Sans Light"/>
              <a:cs typeface="IBM Plex Sans Light"/>
            </a:endParaRPr>
          </a:p>
          <a:p>
            <a:r>
              <a:rPr lang="en-US" sz="1200" b="0" i="0" kern="1200" dirty="0">
                <a:solidFill>
                  <a:schemeClr val="bg1"/>
                </a:solidFill>
                <a:effectLst/>
                <a:latin typeface="IBM Plex Sans Light" panose="020B0503050203000203" pitchFamily="34" charset="0"/>
                <a:ea typeface="IBM Plex Sans Light"/>
                <a:cs typeface="IBM Plex Sans Light"/>
              </a:rPr>
              <a:t> </a:t>
            </a:r>
            <a:endParaRPr lang="en-GB" sz="1200" b="0" i="0" kern="1200" dirty="0">
              <a:solidFill>
                <a:schemeClr val="bg1"/>
              </a:solidFill>
              <a:effectLst/>
              <a:latin typeface="IBM Plex Sans Light" panose="020B0503050203000203" pitchFamily="34" charset="0"/>
              <a:ea typeface="IBM Plex Sans Light"/>
              <a:cs typeface="IBM Plex Sans Light"/>
            </a:endParaRPr>
          </a:p>
          <a:p>
            <a:r>
              <a:rPr lang="en-US" sz="1200" b="0" i="0" kern="1200" dirty="0">
                <a:solidFill>
                  <a:schemeClr val="bg1"/>
                </a:solidFill>
                <a:effectLst/>
                <a:latin typeface="IBM Plex Sans Light" panose="020B0503050203000203" pitchFamily="34" charset="0"/>
                <a:ea typeface="IBM Plex Sans Light"/>
                <a:cs typeface="IBM Plex Sans Light"/>
              </a:rPr>
              <a:t>A custom join is a Python tool with full control over how the response is created. It can apply programmatic logic and validation to ensure the response is created correctly.</a:t>
            </a:r>
            <a:endParaRPr lang="en-GB" sz="1200" b="0" i="0" kern="1200" dirty="0">
              <a:solidFill>
                <a:schemeClr val="bg1"/>
              </a:solidFill>
              <a:effectLst/>
              <a:latin typeface="IBM Plex Sans Light" panose="020B0503050203000203" pitchFamily="34" charset="0"/>
              <a:ea typeface="IBM Plex Sans Light"/>
              <a:cs typeface="IBM Plex Sans Light"/>
            </a:endParaRPr>
          </a:p>
          <a:p>
            <a:r>
              <a:rPr lang="en-US" sz="1200" b="0" i="0" kern="1200" dirty="0">
                <a:solidFill>
                  <a:schemeClr val="bg1"/>
                </a:solidFill>
                <a:effectLst/>
                <a:latin typeface="IBM Plex Sans Light" panose="020B0503050203000203" pitchFamily="34" charset="0"/>
                <a:ea typeface="IBM Plex Sans Light"/>
                <a:cs typeface="IBM Plex Sans Light"/>
              </a:rPr>
              <a:t> </a:t>
            </a:r>
            <a:endParaRPr lang="en-GB" sz="1200" b="0" i="0" kern="1200" dirty="0">
              <a:solidFill>
                <a:schemeClr val="bg1"/>
              </a:solidFill>
              <a:effectLst/>
              <a:latin typeface="IBM Plex Sans Light" panose="020B0503050203000203" pitchFamily="34" charset="0"/>
              <a:ea typeface="IBM Plex Sans Light"/>
              <a:cs typeface="IBM Plex Sans Light"/>
            </a:endParaRPr>
          </a:p>
          <a:p>
            <a:r>
              <a:rPr lang="en-US" sz="1200" b="0" i="0" kern="1200" dirty="0">
                <a:solidFill>
                  <a:schemeClr val="bg1"/>
                </a:solidFill>
                <a:effectLst/>
                <a:latin typeface="IBM Plex Sans Light" panose="020B0503050203000203" pitchFamily="34" charset="0"/>
                <a:ea typeface="IBM Plex Sans Light"/>
                <a:cs typeface="IBM Plex Sans Light"/>
              </a:rPr>
              <a:t>Structured output provides the agent with a schema for the response and improves the accuracy of the response by providing the LLM with a precise specification of what should be generated.</a:t>
            </a:r>
            <a:endParaRPr lang="en-GB" sz="1200" b="0" i="0" kern="1200" dirty="0">
              <a:solidFill>
                <a:schemeClr val="bg1"/>
              </a:solidFill>
              <a:effectLst/>
              <a:latin typeface="IBM Plex Sans Light" panose="020B0503050203000203" pitchFamily="34" charset="0"/>
              <a:ea typeface="IBM Plex Sans Light"/>
              <a:cs typeface="IBM Plex Sans Light"/>
            </a:endParaRPr>
          </a:p>
          <a:p>
            <a:r>
              <a:rPr lang="en-US" sz="1200" b="0" i="0" kern="1200" dirty="0">
                <a:solidFill>
                  <a:schemeClr val="bg1"/>
                </a:solidFill>
                <a:effectLst/>
                <a:latin typeface="IBM Plex Sans Light" panose="020B0503050203000203" pitchFamily="34" charset="0"/>
                <a:ea typeface="IBM Plex Sans Light"/>
                <a:cs typeface="IBM Plex Sans Light"/>
              </a:rPr>
              <a:t> </a:t>
            </a:r>
            <a:endParaRPr lang="en-GB" sz="1200" b="0" i="0" kern="1200" dirty="0">
              <a:solidFill>
                <a:schemeClr val="bg1"/>
              </a:solidFill>
              <a:effectLst/>
              <a:latin typeface="IBM Plex Sans Light" panose="020B0503050203000203" pitchFamily="34" charset="0"/>
              <a:ea typeface="IBM Plex Sans Light"/>
              <a:cs typeface="IBM Plex Sans Light"/>
            </a:endParaRPr>
          </a:p>
          <a:p>
            <a:r>
              <a:rPr lang="en-US" sz="1200" b="0" i="0" kern="1200" dirty="0">
                <a:solidFill>
                  <a:schemeClr val="bg1"/>
                </a:solidFill>
                <a:effectLst/>
                <a:latin typeface="IBM Plex Sans Light" panose="020B0503050203000203" pitchFamily="34" charset="0"/>
                <a:ea typeface="IBM Plex Sans Light"/>
                <a:cs typeface="IBM Plex Sans Light"/>
              </a:rPr>
              <a:t>As a fallback, a plan-act agent can also rely in the intrinsic abilities of the large language model (LLM) to produce a response. This can work well, but the accuracy of the response will not be as high when compared to structured output or a custom join. Sometimes the LLM will work well, but on other occasions the LLM can ignore instructions and produce unexpected output. </a:t>
            </a:r>
            <a:endParaRPr lang="en-GB" sz="1200" b="0" i="0" kern="1200" dirty="0">
              <a:solidFill>
                <a:schemeClr val="bg1"/>
              </a:solidFill>
              <a:effectLst/>
              <a:latin typeface="IBM Plex Sans Light" panose="020B0503050203000203" pitchFamily="34" charset="0"/>
              <a:ea typeface="IBM Plex Sans Light"/>
              <a:cs typeface="IBM Plex Sans Light"/>
            </a:endParaRPr>
          </a:p>
          <a:p>
            <a:r>
              <a:rPr lang="en-US" sz="1200" b="0" i="0" kern="1200" dirty="0">
                <a:solidFill>
                  <a:schemeClr val="bg1"/>
                </a:solidFill>
                <a:effectLst/>
                <a:latin typeface="IBM Plex Sans Light" panose="020B0503050203000203" pitchFamily="34" charset="0"/>
                <a:ea typeface="IBM Plex Sans Light"/>
                <a:cs typeface="IBM Plex Sans Light"/>
              </a:rPr>
              <a:t> </a:t>
            </a:r>
            <a:endParaRPr lang="en-GB" sz="1200" b="0" i="0" kern="1200" dirty="0">
              <a:solidFill>
                <a:schemeClr val="bg1"/>
              </a:solidFill>
              <a:effectLst/>
              <a:latin typeface="IBM Plex Sans Light" panose="020B0503050203000203" pitchFamily="34" charset="0"/>
              <a:ea typeface="IBM Plex Sans Light"/>
              <a:cs typeface="IBM Plex Sans Light"/>
            </a:endParaRPr>
          </a:p>
          <a:p>
            <a:r>
              <a:rPr lang="en-US" sz="1200" b="0" i="0" kern="1200" dirty="0">
                <a:solidFill>
                  <a:schemeClr val="bg1"/>
                </a:solidFill>
                <a:effectLst/>
                <a:latin typeface="IBM Plex Sans Light" panose="020B0503050203000203" pitchFamily="34" charset="0"/>
                <a:ea typeface="IBM Plex Sans Light"/>
                <a:cs typeface="IBM Plex Sans Light"/>
              </a:rPr>
              <a:t>If response consistency and accuracy is important, custom joins or structured output will produce better results. </a:t>
            </a:r>
            <a:endParaRPr lang="en-GB" sz="1200" b="0" i="0" kern="1200" dirty="0">
              <a:solidFill>
                <a:schemeClr val="bg1"/>
              </a:solidFill>
              <a:effectLst/>
              <a:latin typeface="IBM Plex Sans Light" panose="020B0503050203000203" pitchFamily="34" charset="0"/>
              <a:ea typeface="IBM Plex Sans Light"/>
              <a:cs typeface="IBM Plex Sans Light"/>
            </a:endParaRPr>
          </a:p>
        </p:txBody>
      </p:sp>
      <p:sp>
        <p:nvSpPr>
          <p:cNvPr id="4" name="Slide Number Placeholder 3"/>
          <p:cNvSpPr>
            <a:spLocks noGrp="1"/>
          </p:cNvSpPr>
          <p:nvPr>
            <p:ph type="sldNum" sz="quarter" idx="5"/>
          </p:nvPr>
        </p:nvSpPr>
        <p:spPr/>
        <p:txBody>
          <a:bodyPr/>
          <a:lstStyle/>
          <a:p>
            <a:fld id="{6E2E38B8-B0B4-AD41-AC6E-B781F46A9FD3}" type="slidenum">
              <a:rPr lang="en-US" smtClean="0"/>
              <a:pPr/>
              <a:t>11</a:t>
            </a:fld>
            <a:endParaRPr lang="en-US" dirty="0"/>
          </a:p>
        </p:txBody>
      </p:sp>
    </p:spTree>
    <p:extLst>
      <p:ext uri="{BB962C8B-B14F-4D97-AF65-F5344CB8AC3E}">
        <p14:creationId xmlns:p14="http://schemas.microsoft.com/office/powerpoint/2010/main" val="12284729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5FA66-A532-C906-344D-E39E125139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219124-33E2-BFD7-882A-FCCB0F63D6D7}"/>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7192A543-0C5A-8232-E138-50B8317D9D6B}"/>
              </a:ext>
            </a:extLst>
          </p:cNvPr>
          <p:cNvSpPr>
            <a:spLocks noGrp="1"/>
          </p:cNvSpPr>
          <p:nvPr>
            <p:ph type="body" idx="1"/>
          </p:nvPr>
        </p:nvSpPr>
        <p:spPr/>
        <p:txBody>
          <a:bodyPr/>
          <a:lstStyle/>
          <a:p>
            <a:r>
              <a:rPr lang="en-GB" sz="1200" b="0" i="0" kern="1200" dirty="0">
                <a:solidFill>
                  <a:schemeClr val="bg1"/>
                </a:solidFill>
                <a:effectLst/>
                <a:latin typeface="IBM Plex Sans Light" panose="020B0503050203000203" pitchFamily="34" charset="0"/>
                <a:ea typeface="IBM Plex Sans Light"/>
                <a:cs typeface="IBM Plex Sans Light"/>
              </a:rPr>
              <a:t>Another key concept in Agentic AI is Tools. </a:t>
            </a:r>
          </a:p>
          <a:p>
            <a:r>
              <a:rPr lang="en-GB" sz="1200" b="0" i="0" kern="1200" dirty="0">
                <a:solidFill>
                  <a:schemeClr val="bg1"/>
                </a:solidFill>
                <a:effectLst/>
                <a:latin typeface="IBM Plex Sans Light" panose="020B0503050203000203" pitchFamily="34" charset="0"/>
                <a:ea typeface="IBM Plex Sans Light"/>
                <a:cs typeface="IBM Plex Sans Light"/>
              </a:rPr>
              <a:t>Let’s take a closer look at the tools within watsonx Orchestrate and how they enable agents to perform tasks efficiently and securely.</a:t>
            </a:r>
          </a:p>
          <a:p>
            <a:endParaRPr lang="en-GB" sz="1200" b="0" i="0" kern="1200" dirty="0">
              <a:solidFill>
                <a:schemeClr val="bg1"/>
              </a:solidFill>
              <a:effectLst/>
              <a:latin typeface="IBM Plex Sans Light" panose="020B0503050203000203" pitchFamily="34" charset="0"/>
              <a:ea typeface="IBM Plex Sans Light"/>
              <a:cs typeface="IBM Plex Sans Light"/>
            </a:endParaRPr>
          </a:p>
          <a:p>
            <a:r>
              <a:rPr lang="en-GB" sz="1200" b="0" i="0" kern="1200" dirty="0">
                <a:solidFill>
                  <a:schemeClr val="bg1"/>
                </a:solidFill>
                <a:effectLst/>
                <a:latin typeface="IBM Plex Sans Light" panose="020B0503050203000203" pitchFamily="34" charset="0"/>
                <a:ea typeface="IBM Plex Sans Light"/>
                <a:cs typeface="IBM Plex Sans Light"/>
              </a:rPr>
              <a:t>In agentic systems, a tool is essentially a specialized capability that an agent can call upon to complete tasks, interact with its environment, or achieve specific goals. These tools are modular, meaning they can be invoked as needed, allowing for flexible and dynamic task execution.</a:t>
            </a:r>
          </a:p>
          <a:p>
            <a:endParaRPr lang="en-GB" sz="1200" b="0" i="0" kern="1200" dirty="0">
              <a:solidFill>
                <a:schemeClr val="bg1"/>
              </a:solidFill>
              <a:effectLst/>
              <a:latin typeface="IBM Plex Sans Light" panose="020B0503050203000203" pitchFamily="34" charset="0"/>
              <a:ea typeface="IBM Plex Sans Light"/>
              <a:cs typeface="IBM Plex Sans Light"/>
            </a:endParaRPr>
          </a:p>
          <a:p>
            <a:r>
              <a:rPr lang="en-GB" sz="1200" b="0" i="0" kern="1200" dirty="0">
                <a:solidFill>
                  <a:schemeClr val="bg1"/>
                </a:solidFill>
                <a:effectLst/>
                <a:latin typeface="IBM Plex Sans Light" panose="020B0503050203000203" pitchFamily="34" charset="0"/>
                <a:ea typeface="IBM Plex Sans Light"/>
                <a:cs typeface="IBM Plex Sans Light"/>
              </a:rPr>
              <a:t>There are several types of tools available:</a:t>
            </a:r>
          </a:p>
          <a:p>
            <a:pPr marL="171450" indent="-171450">
              <a:buFont typeface="Arial" panose="020B0604020202020204" pitchFamily="34" charset="0"/>
              <a:buChar char="•"/>
            </a:pPr>
            <a:r>
              <a:rPr lang="en-GB" sz="1200" b="0" i="0" kern="1200" dirty="0">
                <a:solidFill>
                  <a:schemeClr val="bg1"/>
                </a:solidFill>
                <a:effectLst/>
                <a:latin typeface="IBM Plex Sans Light" panose="020B0503050203000203" pitchFamily="34" charset="0"/>
                <a:ea typeface="IBM Plex Sans Light"/>
                <a:cs typeface="IBM Plex Sans Light"/>
              </a:rPr>
              <a:t>Pre-built tools designed for common business functions like HR, IT, procurement, sales, and productivity.</a:t>
            </a:r>
          </a:p>
          <a:p>
            <a:pPr marL="171450" indent="-171450">
              <a:buFont typeface="Arial" panose="020B0604020202020204" pitchFamily="34" charset="0"/>
              <a:buChar char="•"/>
            </a:pPr>
            <a:r>
              <a:rPr lang="en-GB" sz="1200" b="0" i="0" kern="1200" dirty="0">
                <a:solidFill>
                  <a:schemeClr val="bg1"/>
                </a:solidFill>
                <a:effectLst/>
                <a:latin typeface="IBM Plex Sans Light" panose="020B0503050203000203" pitchFamily="34" charset="0"/>
                <a:ea typeface="IBM Plex Sans Light"/>
                <a:cs typeface="IBM Plex Sans Light"/>
              </a:rPr>
              <a:t>Custom tools can be created using OpenAPI specifications or Python, allowing for tailored functionality.</a:t>
            </a:r>
          </a:p>
          <a:p>
            <a:pPr marL="171450" indent="-171450">
              <a:buFont typeface="Arial" panose="020B0604020202020204" pitchFamily="34" charset="0"/>
              <a:buChar char="•"/>
            </a:pPr>
            <a:r>
              <a:rPr lang="en-GB" sz="1200" b="0" i="0" kern="1200" dirty="0">
                <a:solidFill>
                  <a:schemeClr val="bg1"/>
                </a:solidFill>
                <a:effectLst/>
                <a:latin typeface="IBM Plex Sans Light" panose="020B0503050203000203" pitchFamily="34" charset="0"/>
                <a:ea typeface="IBM Plex Sans Light"/>
                <a:cs typeface="IBM Plex Sans Light"/>
              </a:rPr>
              <a:t>Tools can also be built using flows, which are sequences of steps that define a process.</a:t>
            </a:r>
          </a:p>
          <a:p>
            <a:pPr marL="171450" indent="-171450">
              <a:buFont typeface="Arial" panose="020B0604020202020204" pitchFamily="34" charset="0"/>
              <a:buChar char="•"/>
            </a:pPr>
            <a:r>
              <a:rPr lang="en-GB" sz="1200" b="0" i="0" kern="1200" dirty="0">
                <a:solidFill>
                  <a:schemeClr val="bg1"/>
                </a:solidFill>
                <a:effectLst/>
                <a:latin typeface="IBM Plex Sans Light" panose="020B0503050203000203" pitchFamily="34" charset="0"/>
                <a:ea typeface="IBM Plex Sans Light"/>
                <a:cs typeface="IBM Plex Sans Light"/>
              </a:rPr>
              <a:t>MCP tools follow a standardized protocol, enabling broad access to various systems and services.</a:t>
            </a:r>
          </a:p>
          <a:p>
            <a:pPr marL="171450" indent="-171450">
              <a:buFont typeface="Arial" panose="020B0604020202020204" pitchFamily="34" charset="0"/>
              <a:buChar char="•"/>
            </a:pPr>
            <a:endParaRPr lang="en-GB" sz="1200" b="0" i="0" kern="1200" dirty="0">
              <a:solidFill>
                <a:schemeClr val="bg1"/>
              </a:solidFill>
              <a:effectLst/>
              <a:latin typeface="IBM Plex Sans Light" panose="020B0503050203000203" pitchFamily="34" charset="0"/>
              <a:ea typeface="IBM Plex Sans Light"/>
              <a:cs typeface="IBM Plex Sans Light"/>
            </a:endParaRPr>
          </a:p>
          <a:p>
            <a:r>
              <a:rPr lang="en-GB" sz="1200" b="0" i="0" kern="1200" dirty="0">
                <a:solidFill>
                  <a:schemeClr val="bg1"/>
                </a:solidFill>
                <a:effectLst/>
                <a:latin typeface="IBM Plex Sans Light" panose="020B0503050203000203" pitchFamily="34" charset="0"/>
                <a:ea typeface="IBM Plex Sans Light"/>
                <a:cs typeface="IBM Plex Sans Light"/>
              </a:rPr>
              <a:t>To ensure secure and reliable integration with external systems, watsonx Orchestrate supports multiple connection types:</a:t>
            </a:r>
          </a:p>
          <a:p>
            <a:pPr marL="171450" indent="-171450">
              <a:buFont typeface="Arial" panose="020B0604020202020204" pitchFamily="34" charset="0"/>
              <a:buChar char="•"/>
            </a:pPr>
            <a:r>
              <a:rPr lang="en-GB" sz="1200" b="0" i="0" kern="1200" dirty="0">
                <a:solidFill>
                  <a:schemeClr val="bg1"/>
                </a:solidFill>
                <a:effectLst/>
                <a:latin typeface="IBM Plex Sans Light" panose="020B0503050203000203" pitchFamily="34" charset="0"/>
                <a:ea typeface="IBM Plex Sans Light"/>
                <a:cs typeface="IBM Plex Sans Light"/>
              </a:rPr>
              <a:t>API Key</a:t>
            </a:r>
          </a:p>
          <a:p>
            <a:pPr marL="171450" indent="-171450">
              <a:buFont typeface="Arial" panose="020B0604020202020204" pitchFamily="34" charset="0"/>
              <a:buChar char="•"/>
            </a:pPr>
            <a:r>
              <a:rPr lang="en-GB" sz="1200" b="0" i="0" kern="1200" dirty="0">
                <a:solidFill>
                  <a:schemeClr val="bg1"/>
                </a:solidFill>
                <a:effectLst/>
                <a:latin typeface="IBM Plex Sans Light" panose="020B0503050203000203" pitchFamily="34" charset="0"/>
                <a:ea typeface="IBM Plex Sans Light"/>
                <a:cs typeface="IBM Plex Sans Light"/>
              </a:rPr>
              <a:t>Basic Authentication</a:t>
            </a:r>
          </a:p>
          <a:p>
            <a:pPr marL="171450" indent="-171450">
              <a:buFont typeface="Arial" panose="020B0604020202020204" pitchFamily="34" charset="0"/>
              <a:buChar char="•"/>
            </a:pPr>
            <a:r>
              <a:rPr lang="en-GB" sz="1200" b="0" i="0" kern="1200" dirty="0">
                <a:solidFill>
                  <a:schemeClr val="bg1"/>
                </a:solidFill>
                <a:effectLst/>
                <a:latin typeface="IBM Plex Sans Light" panose="020B0503050203000203" pitchFamily="34" charset="0"/>
                <a:ea typeface="IBM Plex Sans Light"/>
                <a:cs typeface="IBM Plex Sans Light"/>
              </a:rPr>
              <a:t>Key-Value Pairs</a:t>
            </a:r>
          </a:p>
          <a:p>
            <a:pPr marL="171450" indent="-171450">
              <a:buFont typeface="Arial" panose="020B0604020202020204" pitchFamily="34" charset="0"/>
              <a:buChar char="•"/>
            </a:pPr>
            <a:r>
              <a:rPr lang="en-GB" sz="1200" b="0" i="0" kern="1200" dirty="0">
                <a:solidFill>
                  <a:schemeClr val="bg1"/>
                </a:solidFill>
                <a:effectLst/>
                <a:latin typeface="IBM Plex Sans Light" panose="020B0503050203000203" pitchFamily="34" charset="0"/>
                <a:ea typeface="IBM Plex Sans Light"/>
                <a:cs typeface="IBM Plex Sans Light"/>
              </a:rPr>
              <a:t>Bearer Tokens</a:t>
            </a:r>
          </a:p>
          <a:p>
            <a:pPr marL="171450" indent="-171450">
              <a:buFont typeface="Arial" panose="020B0604020202020204" pitchFamily="34" charset="0"/>
              <a:buChar char="•"/>
            </a:pPr>
            <a:r>
              <a:rPr lang="en-GB" sz="1200" b="0" i="0" kern="1200" dirty="0">
                <a:solidFill>
                  <a:schemeClr val="bg1"/>
                </a:solidFill>
                <a:effectLst/>
                <a:latin typeface="IBM Plex Sans Light" panose="020B0503050203000203" pitchFamily="34" charset="0"/>
                <a:ea typeface="IBM Plex Sans Light"/>
                <a:cs typeface="IBM Plex Sans Light"/>
              </a:rPr>
              <a:t>OAuth</a:t>
            </a:r>
          </a:p>
          <a:p>
            <a:endParaRPr lang="en-GB" sz="1200" b="0" i="0" kern="1200" dirty="0">
              <a:solidFill>
                <a:schemeClr val="bg1"/>
              </a:solidFill>
              <a:effectLst/>
              <a:latin typeface="IBM Plex Sans Light" panose="020B0503050203000203" pitchFamily="34" charset="0"/>
              <a:ea typeface="IBM Plex Sans Light"/>
              <a:cs typeface="IBM Plex Sans Light"/>
            </a:endParaRPr>
          </a:p>
          <a:p>
            <a:r>
              <a:rPr lang="en-GB" sz="1200" b="0" i="0" kern="1200" dirty="0">
                <a:solidFill>
                  <a:schemeClr val="bg1"/>
                </a:solidFill>
                <a:effectLst/>
                <a:latin typeface="IBM Plex Sans Light" panose="020B0503050203000203" pitchFamily="34" charset="0"/>
                <a:ea typeface="IBM Plex Sans Light"/>
                <a:cs typeface="IBM Plex Sans Light"/>
              </a:rPr>
              <a:t>These connection methods help maintain data integrity and security while enabling seamless tool usage. </a:t>
            </a:r>
          </a:p>
          <a:p>
            <a:pPr marL="0" indent="0">
              <a:buFont typeface="Arial" panose="020B0604020202020204" pitchFamily="34" charset="0"/>
              <a:buNone/>
            </a:pPr>
            <a:endParaRPr lang="en-GB" sz="1200" b="0" i="0" kern="1200" dirty="0">
              <a:solidFill>
                <a:schemeClr val="bg1"/>
              </a:solidFill>
              <a:effectLst/>
              <a:latin typeface="IBM Plex Sans Light" panose="020B0503050203000203" pitchFamily="34" charset="0"/>
              <a:ea typeface="IBM Plex Sans Light"/>
              <a:cs typeface="IBM Plex Sans Light"/>
            </a:endParaRPr>
          </a:p>
          <a:p>
            <a:endParaRPr lang="en-GB" sz="1200" b="0" i="0" kern="1200" dirty="0">
              <a:solidFill>
                <a:schemeClr val="bg1"/>
              </a:solidFill>
              <a:effectLst/>
              <a:latin typeface="IBM Plex Sans Light" panose="020B0503050203000203" pitchFamily="34" charset="0"/>
              <a:ea typeface="IBM Plex Sans Light"/>
              <a:cs typeface="IBM Plex Sans Light"/>
            </a:endParaRPr>
          </a:p>
        </p:txBody>
      </p:sp>
      <p:sp>
        <p:nvSpPr>
          <p:cNvPr id="4" name="Slide Number Placeholder 3">
            <a:extLst>
              <a:ext uri="{FF2B5EF4-FFF2-40B4-BE49-F238E27FC236}">
                <a16:creationId xmlns:a16="http://schemas.microsoft.com/office/drawing/2014/main" id="{0CF42398-2FBD-32A0-78D8-19DBD743973C}"/>
              </a:ext>
            </a:extLst>
          </p:cNvPr>
          <p:cNvSpPr>
            <a:spLocks noGrp="1"/>
          </p:cNvSpPr>
          <p:nvPr>
            <p:ph type="sldNum" sz="quarter" idx="5"/>
          </p:nvPr>
        </p:nvSpPr>
        <p:spPr/>
        <p:txBody>
          <a:bodyPr/>
          <a:lstStyle/>
          <a:p>
            <a:fld id="{6E2E38B8-B0B4-AD41-AC6E-B781F46A9FD3}" type="slidenum">
              <a:rPr lang="en-US" smtClean="0"/>
              <a:pPr/>
              <a:t>12</a:t>
            </a:fld>
            <a:endParaRPr lang="en-US" dirty="0"/>
          </a:p>
        </p:txBody>
      </p:sp>
    </p:spTree>
    <p:extLst>
      <p:ext uri="{BB962C8B-B14F-4D97-AF65-F5344CB8AC3E}">
        <p14:creationId xmlns:p14="http://schemas.microsoft.com/office/powerpoint/2010/main" val="6784161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13</a:t>
            </a:fld>
            <a:endParaRPr lang="en-US" dirty="0"/>
          </a:p>
        </p:txBody>
      </p:sp>
    </p:spTree>
    <p:extLst>
      <p:ext uri="{BB962C8B-B14F-4D97-AF65-F5344CB8AC3E}">
        <p14:creationId xmlns:p14="http://schemas.microsoft.com/office/powerpoint/2010/main" val="36924636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pPr>
              <a:buNone/>
            </a:pPr>
            <a:r>
              <a:rPr lang="en-GB" sz="1200" kern="100" dirty="0">
                <a:effectLst/>
                <a:latin typeface="IBM Plex Sans"/>
                <a:ea typeface="IBM Plex Sans" panose="020B0004020202020204" pitchFamily="34" charset="0"/>
                <a:cs typeface="IBM Plex Sans" panose="02020603050405020304" pitchFamily="18" charset="0"/>
              </a:rPr>
              <a:t>Ultimately the agent framework used by watsonx Orchestrate is used to produce agents that can be deployed to a runtime. This slide describes the architecture of the agent runtime, highlighting the key components and their interactions during task execution.</a:t>
            </a:r>
          </a:p>
          <a:p>
            <a:pPr>
              <a:buNone/>
            </a:pPr>
            <a:endParaRPr lang="en-GB" sz="1200" kern="100" dirty="0">
              <a:effectLst/>
              <a:latin typeface="IBM Plex Sans"/>
              <a:ea typeface="IBM Plex Sans" panose="020B0004020202020204" pitchFamily="34" charset="0"/>
              <a:cs typeface="IBM Plex Sans" panose="02020603050405020304" pitchFamily="18" charset="0"/>
            </a:endParaRPr>
          </a:p>
          <a:p>
            <a:pPr>
              <a:buNone/>
            </a:pPr>
            <a:r>
              <a:rPr lang="en-GB" sz="1200" kern="100" dirty="0">
                <a:effectLst/>
                <a:latin typeface="IBM Plex Sans"/>
                <a:ea typeface="IBM Plex Sans" panose="020B0004020202020204" pitchFamily="34" charset="0"/>
                <a:cs typeface="IBM Plex Sans" panose="02020603050405020304" pitchFamily="18" charset="0"/>
              </a:rPr>
              <a:t>The core responsibilities of the agent runtime are to provide:</a:t>
            </a:r>
          </a:p>
          <a:p>
            <a:pPr marL="171450" indent="-171450">
              <a:buFont typeface="Arial" panose="020B0604020202020204" pitchFamily="34" charset="0"/>
              <a:buChar char="•"/>
            </a:pPr>
            <a:r>
              <a:rPr lang="en-GB" sz="1200" kern="100" dirty="0">
                <a:effectLst/>
                <a:latin typeface="IBM Plex Sans"/>
                <a:ea typeface="IBM Plex Sans" panose="020B0004020202020204" pitchFamily="34" charset="0"/>
                <a:cs typeface="IBM Plex Sans" panose="02020603050405020304" pitchFamily="18" charset="0"/>
              </a:rPr>
              <a:t>Agent orchestration: Coordinating the flow of interactions into agents and managing task execution.</a:t>
            </a:r>
          </a:p>
          <a:p>
            <a:pPr marL="171450" indent="-171450">
              <a:buFont typeface="Arial" panose="020B0604020202020204" pitchFamily="34" charset="0"/>
              <a:buChar char="•"/>
            </a:pPr>
            <a:r>
              <a:rPr lang="en-GB" sz="1200" kern="100" dirty="0">
                <a:effectLst/>
                <a:latin typeface="IBM Plex Sans"/>
                <a:ea typeface="IBM Plex Sans" panose="020B0004020202020204" pitchFamily="34" charset="0"/>
                <a:cs typeface="IBM Plex Sans" panose="02020603050405020304" pitchFamily="18" charset="0"/>
              </a:rPr>
              <a:t>Agent state: Maintaining context and memory across interactions.</a:t>
            </a:r>
          </a:p>
          <a:p>
            <a:pPr marL="171450" indent="-171450">
              <a:buFont typeface="Arial" panose="020B0604020202020204" pitchFamily="34" charset="0"/>
              <a:buChar char="•"/>
            </a:pPr>
            <a:r>
              <a:rPr lang="en-GB" sz="1200" kern="100" dirty="0">
                <a:effectLst/>
                <a:latin typeface="IBM Plex Sans"/>
                <a:ea typeface="IBM Plex Sans" panose="020B0004020202020204" pitchFamily="34" charset="0"/>
                <a:cs typeface="IBM Plex Sans" panose="02020603050405020304" pitchFamily="18" charset="0"/>
              </a:rPr>
              <a:t>Gathering trace data: Capturing logs and telemetry for observability.</a:t>
            </a:r>
          </a:p>
          <a:p>
            <a:pPr marL="171450" indent="-171450">
              <a:buFont typeface="Arial" panose="020B0604020202020204" pitchFamily="34" charset="0"/>
              <a:buChar char="•"/>
            </a:pPr>
            <a:r>
              <a:rPr lang="en-GB" sz="1200" kern="100" dirty="0">
                <a:effectLst/>
                <a:latin typeface="IBM Plex Sans"/>
                <a:ea typeface="IBM Plex Sans" panose="020B0004020202020204" pitchFamily="34" charset="0"/>
                <a:cs typeface="IBM Plex Sans" panose="02020603050405020304" pitchFamily="18" charset="0"/>
              </a:rPr>
              <a:t>Calling external apps: Integrating with third-party systems and APIs.</a:t>
            </a:r>
          </a:p>
          <a:p>
            <a:pPr marL="171450" indent="-171450">
              <a:buFont typeface="Arial" panose="020B0604020202020204" pitchFamily="34" charset="0"/>
              <a:buChar char="•"/>
            </a:pPr>
            <a:r>
              <a:rPr lang="en-GB" sz="1200" kern="100" dirty="0">
                <a:effectLst/>
                <a:latin typeface="IBM Plex Sans"/>
                <a:ea typeface="IBM Plex Sans" panose="020B0004020202020204" pitchFamily="34" charset="0"/>
                <a:cs typeface="IBM Plex Sans" panose="02020603050405020304" pitchFamily="18" charset="0"/>
              </a:rPr>
              <a:t>Calling external agents: Enabling collaboration between agents running in watsonx Orchestrate, and agents running externally.</a:t>
            </a:r>
          </a:p>
          <a:p>
            <a:pPr marL="171450" indent="-171450">
              <a:buFont typeface="Arial" panose="020B0604020202020204" pitchFamily="34" charset="0"/>
              <a:buChar char="•"/>
            </a:pPr>
            <a:r>
              <a:rPr lang="en-GB" sz="1200" kern="100" dirty="0">
                <a:effectLst/>
                <a:latin typeface="IBM Plex Sans"/>
                <a:ea typeface="IBM Plex Sans" panose="020B0004020202020204" pitchFamily="34" charset="0"/>
                <a:cs typeface="IBM Plex Sans" panose="02020603050405020304" pitchFamily="18" charset="0"/>
              </a:rPr>
              <a:t>Invoking LLMs: Leveraging large language models for reasoning and generation that are hosted by IBM or provided by third party providers.</a:t>
            </a:r>
          </a:p>
          <a:p>
            <a:pPr>
              <a:buNone/>
            </a:pPr>
            <a:endParaRPr lang="en-GB" sz="1200" kern="100" dirty="0">
              <a:effectLst/>
              <a:latin typeface="IBM Plex Sans"/>
              <a:ea typeface="IBM Plex Sans" panose="020B0004020202020204" pitchFamily="34" charset="0"/>
              <a:cs typeface="IBM Plex Sans" panose="02020603050405020304" pitchFamily="18" charset="0"/>
            </a:endParaRPr>
          </a:p>
          <a:p>
            <a:pPr>
              <a:buNone/>
            </a:pPr>
            <a:r>
              <a:rPr lang="en-GB" sz="1200" kern="100" dirty="0">
                <a:effectLst/>
                <a:latin typeface="IBM Plex Sans"/>
                <a:ea typeface="IBM Plex Sans" panose="020B0004020202020204" pitchFamily="34" charset="0"/>
                <a:cs typeface="IBM Plex Sans" panose="02020603050405020304" pitchFamily="18" charset="0"/>
              </a:rPr>
              <a:t>The Chat API serves as the entry point for user interactions coming from Web, Slack, Teams or voice channels using Orchestrates streaming API. These requests are routed through to the API Server, which acts as the central hub for chat interactions that are forwarded to agents deployed on the platform. Enterprise apps and business processes can interact directly with the API server if they don’t require a streaming interface. The API server provides these apps with a simpler chat-completions API for interacting with agents when streaming isn’t required.</a:t>
            </a:r>
          </a:p>
          <a:p>
            <a:pPr>
              <a:buNone/>
            </a:pPr>
            <a:endParaRPr lang="en-GB" sz="1200" kern="100" dirty="0">
              <a:effectLst/>
              <a:latin typeface="IBM Plex Sans"/>
              <a:ea typeface="IBM Plex Sans" panose="020B0004020202020204" pitchFamily="34" charset="0"/>
              <a:cs typeface="IBM Plex Sans" panose="02020603050405020304" pitchFamily="18" charset="0"/>
            </a:endParaRPr>
          </a:p>
          <a:p>
            <a:pPr>
              <a:buNone/>
            </a:pPr>
            <a:r>
              <a:rPr lang="en-GB" sz="1200" kern="100" dirty="0">
                <a:effectLst/>
                <a:latin typeface="IBM Plex Sans"/>
                <a:ea typeface="IBM Plex Sans" panose="020B0004020202020204" pitchFamily="34" charset="0"/>
                <a:cs typeface="IBM Plex Sans" panose="02020603050405020304" pitchFamily="18" charset="0"/>
              </a:rPr>
              <a:t>Agents use the AI-model gateway, which handles communication with language models, and the Task Runtime Manager, which oversees the execution of tasks.</a:t>
            </a:r>
          </a:p>
          <a:p>
            <a:pPr>
              <a:buNone/>
            </a:pPr>
            <a:r>
              <a:rPr lang="en-GB" sz="1200" kern="100" dirty="0">
                <a:effectLst/>
                <a:latin typeface="IBM Plex Sans"/>
                <a:ea typeface="IBM Plex Sans" panose="020B0004020202020204" pitchFamily="34" charset="0"/>
                <a:cs typeface="IBM Plex Sans" panose="02020603050405020304" pitchFamily="18" charset="0"/>
              </a:rPr>
              <a:t>Tasks are executed within Task Runtimes, which manage memory and runtimes in isolated environments. The Credentials Manager ensures secure access to external systems, while the Observe Collector gathers telemetry data for monitoring and debugging. The Agent Gateway facilitates communication with external applications, indices, and other agents, enabling a rich ecosystem of integrations.</a:t>
            </a:r>
          </a:p>
          <a:p>
            <a:pPr>
              <a:buNone/>
            </a:pPr>
            <a:endParaRPr lang="en-GB" sz="1200" kern="100" dirty="0">
              <a:effectLst/>
              <a:latin typeface="IBM Plex Sans"/>
              <a:ea typeface="IBM Plex Sans" panose="020B0004020202020204" pitchFamily="34" charset="0"/>
              <a:cs typeface="IBM Plex Sans" panose="02020603050405020304" pitchFamily="18" charset="0"/>
            </a:endParaRPr>
          </a:p>
          <a:p>
            <a:pPr>
              <a:buNone/>
            </a:pPr>
            <a:r>
              <a:rPr lang="en-GB" sz="1200" kern="100" dirty="0">
                <a:effectLst/>
                <a:latin typeface="IBM Plex Sans"/>
                <a:ea typeface="IBM Plex Sans" panose="020B0004020202020204" pitchFamily="34" charset="0"/>
                <a:cs typeface="IBM Plex Sans" panose="02020603050405020304" pitchFamily="18" charset="0"/>
              </a:rPr>
              <a:t>In the subsequent slides we will explain the role of these components and how they work together.</a:t>
            </a:r>
          </a:p>
        </p:txBody>
      </p:sp>
      <p:sp>
        <p:nvSpPr>
          <p:cNvPr id="4" name="Slide Number Placeholder 3"/>
          <p:cNvSpPr>
            <a:spLocks noGrp="1"/>
          </p:cNvSpPr>
          <p:nvPr>
            <p:ph type="sldNum" sz="quarter" idx="5"/>
          </p:nvPr>
        </p:nvSpPr>
        <p:spPr/>
        <p:txBody>
          <a:bodyPr/>
          <a:lstStyle/>
          <a:p>
            <a:fld id="{6E2E38B8-B0B4-AD41-AC6E-B781F46A9FD3}" type="slidenum">
              <a:rPr lang="en-US" smtClean="0"/>
              <a:pPr/>
              <a:t>14</a:t>
            </a:fld>
            <a:endParaRPr lang="en-US" dirty="0"/>
          </a:p>
        </p:txBody>
      </p:sp>
    </p:spTree>
    <p:extLst>
      <p:ext uri="{BB962C8B-B14F-4D97-AF65-F5344CB8AC3E}">
        <p14:creationId xmlns:p14="http://schemas.microsoft.com/office/powerpoint/2010/main" val="30074871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GB" sz="1200" b="0" i="0" kern="1200" dirty="0">
                <a:solidFill>
                  <a:schemeClr val="bg1"/>
                </a:solidFill>
                <a:effectLst/>
                <a:latin typeface="IBM Plex Sans Light" panose="020B0503050203000203" pitchFamily="34" charset="0"/>
                <a:ea typeface="IBM Plex Sans Light"/>
                <a:cs typeface="IBM Plex Sans Light"/>
              </a:rPr>
              <a:t>This slide describes the API Server and Orchestrate agents that are deployed on the platform.</a:t>
            </a:r>
          </a:p>
          <a:p>
            <a:endParaRPr lang="en-GB" sz="1200" b="0" i="0" kern="1200" dirty="0">
              <a:solidFill>
                <a:schemeClr val="bg1"/>
              </a:solidFill>
              <a:effectLst/>
              <a:latin typeface="IBM Plex Sans Light" panose="020B0503050203000203" pitchFamily="34" charset="0"/>
            </a:endParaRPr>
          </a:p>
          <a:p>
            <a:r>
              <a:rPr lang="en-GB" sz="1200" b="0" i="0" kern="1200" dirty="0">
                <a:solidFill>
                  <a:schemeClr val="bg1"/>
                </a:solidFill>
                <a:effectLst/>
                <a:latin typeface="IBM Plex Sans Light" panose="020B0503050203000203" pitchFamily="34" charset="0"/>
                <a:ea typeface="IBM Plex Sans Light"/>
                <a:cs typeface="IBM Plex Sans Light"/>
              </a:rPr>
              <a:t>On the left, we have the API Server, which plays a foundational role in the orchestration framework:</a:t>
            </a:r>
          </a:p>
          <a:p>
            <a:pPr marL="171450" indent="-171450">
              <a:buFont typeface="Arial" panose="020B0604020202020204" pitchFamily="34" charset="0"/>
              <a:buChar char="•"/>
            </a:pPr>
            <a:r>
              <a:rPr lang="en-GB" sz="1200" b="0" i="0" kern="1200" dirty="0">
                <a:solidFill>
                  <a:schemeClr val="bg1"/>
                </a:solidFill>
                <a:effectLst/>
                <a:latin typeface="IBM Plex Sans Light" panose="020B0503050203000203" pitchFamily="34" charset="0"/>
                <a:ea typeface="IBM Plex Sans Light"/>
                <a:cs typeface="IBM Plex Sans Light"/>
              </a:rPr>
              <a:t>It hosts HTTP endpoints that expose APIs for managing key entities such as agents, tools, and external agents.</a:t>
            </a:r>
          </a:p>
          <a:p>
            <a:pPr marL="171450" indent="-171450">
              <a:buFont typeface="Arial" panose="020B0604020202020204" pitchFamily="34" charset="0"/>
              <a:buChar char="•"/>
            </a:pPr>
            <a:r>
              <a:rPr lang="en-GB" sz="1200" b="0" i="0" kern="1200" dirty="0">
                <a:solidFill>
                  <a:schemeClr val="bg1"/>
                </a:solidFill>
                <a:effectLst/>
                <a:latin typeface="IBM Plex Sans Light" panose="020B0503050203000203" pitchFamily="34" charset="0"/>
                <a:ea typeface="IBM Plex Sans Light"/>
                <a:cs typeface="IBM Plex Sans Light"/>
              </a:rPr>
              <a:t>These APIs allow users to create, update, and delete these entities, and it supports APIs for managing releases</a:t>
            </a:r>
          </a:p>
          <a:p>
            <a:pPr marL="171450" indent="-171450">
              <a:buFont typeface="Arial" panose="020B0604020202020204" pitchFamily="34" charset="0"/>
              <a:buChar char="•"/>
            </a:pPr>
            <a:r>
              <a:rPr lang="en-GB" sz="1200" b="0" i="0" kern="1200" dirty="0">
                <a:solidFill>
                  <a:schemeClr val="bg1"/>
                </a:solidFill>
                <a:effectLst/>
                <a:latin typeface="IBM Plex Sans Light" panose="020B0503050203000203" pitchFamily="34" charset="0"/>
                <a:ea typeface="IBM Plex Sans Light"/>
                <a:cs typeface="IBM Plex Sans Light"/>
              </a:rPr>
              <a:t>The API server provides direct interaction with agents using OpenAPI</a:t>
            </a:r>
          </a:p>
          <a:p>
            <a:pPr marL="171450" indent="-171450">
              <a:buFont typeface="Arial" panose="020B0604020202020204" pitchFamily="34" charset="0"/>
              <a:buChar char="•"/>
            </a:pPr>
            <a:endParaRPr lang="en-GB" sz="1200" b="0" i="0" kern="1200" dirty="0">
              <a:solidFill>
                <a:schemeClr val="bg1"/>
              </a:solidFill>
              <a:effectLst/>
              <a:latin typeface="IBM Plex Sans Light" panose="020B0503050203000203" pitchFamily="34" charset="0"/>
              <a:ea typeface="IBM Plex Sans Light"/>
              <a:cs typeface="IBM Plex Sans Light"/>
            </a:endParaRPr>
          </a:p>
          <a:p>
            <a:r>
              <a:rPr lang="en-GB" sz="1200" b="0" i="0" kern="1200" dirty="0">
                <a:solidFill>
                  <a:schemeClr val="bg1"/>
                </a:solidFill>
                <a:effectLst/>
                <a:latin typeface="IBM Plex Sans Light" panose="020B0503050203000203" pitchFamily="34" charset="0"/>
                <a:ea typeface="IBM Plex Sans Light"/>
                <a:cs typeface="IBM Plex Sans Light"/>
              </a:rPr>
              <a:t>On the right, we have an Orchestrator Agent, which acts as an AI assistant. It interprets user queries and executes tasks by leveraging available tools and collaborators. Collaborators can be either native agents running in Orchestrate or external agents running outside of Orchestrate, depending on the task requirements.</a:t>
            </a:r>
          </a:p>
          <a:p>
            <a:endParaRPr lang="en-GB" sz="1200" b="0" i="0" kern="1200" dirty="0">
              <a:solidFill>
                <a:schemeClr val="bg1"/>
              </a:solidFill>
              <a:effectLst/>
              <a:latin typeface="IBM Plex Sans Light" panose="020B0503050203000203" pitchFamily="34" charset="0"/>
              <a:ea typeface="IBM Plex Sans Light"/>
              <a:cs typeface="IBM Plex Sans Light"/>
            </a:endParaRPr>
          </a:p>
          <a:p>
            <a:r>
              <a:rPr lang="en-GB" sz="1200" b="0" i="0" kern="1200" dirty="0">
                <a:solidFill>
                  <a:schemeClr val="bg1"/>
                </a:solidFill>
                <a:effectLst/>
                <a:latin typeface="IBM Plex Sans Light" panose="020B0503050203000203" pitchFamily="34" charset="0"/>
                <a:ea typeface="IBM Plex Sans Light"/>
                <a:cs typeface="IBM Plex Sans Light"/>
              </a:rPr>
              <a:t>Native agents operate in one of three styles:</a:t>
            </a:r>
          </a:p>
          <a:p>
            <a:pPr marL="171450" indent="-171450">
              <a:buFont typeface="Arial" panose="020B0604020202020204" pitchFamily="34" charset="0"/>
              <a:buChar char="•"/>
            </a:pPr>
            <a:r>
              <a:rPr lang="en-GB" sz="1200" b="0" i="0" kern="1200" dirty="0">
                <a:solidFill>
                  <a:schemeClr val="bg1"/>
                </a:solidFill>
                <a:effectLst/>
                <a:latin typeface="IBM Plex Sans Light" panose="020B0503050203000203" pitchFamily="34" charset="0"/>
                <a:ea typeface="IBM Plex Sans Light"/>
                <a:cs typeface="IBM Plex Sans Light"/>
              </a:rPr>
              <a:t>Default – Automatically selects the most appropriate tools or collaborators for the task.</a:t>
            </a:r>
          </a:p>
          <a:p>
            <a:pPr marL="171450" indent="-171450">
              <a:buFont typeface="Arial" panose="020B0604020202020204" pitchFamily="34" charset="0"/>
              <a:buChar char="•"/>
            </a:pPr>
            <a:r>
              <a:rPr lang="en-GB" sz="1200" b="0" i="0" kern="1200" dirty="0">
                <a:solidFill>
                  <a:schemeClr val="bg1"/>
                </a:solidFill>
                <a:effectLst/>
                <a:latin typeface="IBM Plex Sans Light" panose="020B0503050203000203" pitchFamily="34" charset="0"/>
                <a:ea typeface="IBM Plex Sans Light"/>
                <a:cs typeface="IBM Plex Sans Light"/>
              </a:rPr>
              <a:t>ReAct – Uses a dynamic loop of 'think, act, observe' to adapt its actions step-by-step.</a:t>
            </a:r>
          </a:p>
          <a:p>
            <a:pPr marL="171450" indent="-171450">
              <a:buFont typeface="Arial" panose="020B0604020202020204" pitchFamily="34" charset="0"/>
              <a:buChar char="•"/>
            </a:pPr>
            <a:r>
              <a:rPr lang="en-GB" sz="1200" b="0" i="0" kern="1200" dirty="0">
                <a:solidFill>
                  <a:schemeClr val="bg1"/>
                </a:solidFill>
                <a:effectLst/>
                <a:latin typeface="IBM Plex Sans Light" panose="020B0503050203000203" pitchFamily="34" charset="0"/>
                <a:ea typeface="IBM Plex Sans Light"/>
                <a:cs typeface="IBM Plex Sans Light"/>
              </a:rPr>
              <a:t>Plan-Act – Builds a complete execution plan upfront and then follows it sequentially.</a:t>
            </a:r>
          </a:p>
          <a:p>
            <a:endParaRPr lang="en-GB" sz="1200" b="0" i="0" kern="1200" dirty="0">
              <a:solidFill>
                <a:schemeClr val="bg1"/>
              </a:solidFill>
              <a:effectLst/>
              <a:latin typeface="IBM Plex Sans Light" panose="020B0503050203000203" pitchFamily="34" charset="0"/>
              <a:ea typeface="IBM Plex Sans Light"/>
              <a:cs typeface="IBM Plex Sans Light"/>
            </a:endParaRPr>
          </a:p>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15</a:t>
            </a:fld>
            <a:endParaRPr lang="en-US" dirty="0"/>
          </a:p>
        </p:txBody>
      </p:sp>
    </p:spTree>
    <p:extLst>
      <p:ext uri="{BB962C8B-B14F-4D97-AF65-F5344CB8AC3E}">
        <p14:creationId xmlns:p14="http://schemas.microsoft.com/office/powerpoint/2010/main" val="11047766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GB" sz="1200" b="0" i="0" kern="1200" dirty="0">
                <a:solidFill>
                  <a:schemeClr val="bg1"/>
                </a:solidFill>
                <a:effectLst/>
                <a:latin typeface="IBM Plex Sans Light" panose="020B0503050203000203" pitchFamily="34" charset="0"/>
                <a:ea typeface="IBM Plex Sans Light"/>
                <a:cs typeface="IBM Plex Sans Light"/>
              </a:rPr>
              <a:t>This slide describes the Task Runtime Manager and the Flow Engine.</a:t>
            </a:r>
          </a:p>
          <a:p>
            <a:endParaRPr lang="en-GB" sz="1200" b="0" i="0" kern="1200" dirty="0">
              <a:solidFill>
                <a:schemeClr val="bg1"/>
              </a:solidFill>
              <a:effectLst/>
              <a:latin typeface="IBM Plex Sans Light" panose="020B0503050203000203" pitchFamily="34" charset="0"/>
            </a:endParaRPr>
          </a:p>
          <a:p>
            <a:r>
              <a:rPr lang="en-GB" sz="1200" b="0" i="0" kern="1200" dirty="0">
                <a:solidFill>
                  <a:schemeClr val="bg1"/>
                </a:solidFill>
                <a:effectLst/>
                <a:latin typeface="IBM Plex Sans Light" panose="020B0503050203000203" pitchFamily="34" charset="0"/>
                <a:ea typeface="IBM Plex Sans Light"/>
                <a:cs typeface="IBM Plex Sans Light"/>
              </a:rPr>
              <a:t>On the left, we have the Task Runtime Manager, which is responsible for running tools within Orchestrate. It supports four main types of tools:</a:t>
            </a:r>
          </a:p>
          <a:p>
            <a:pPr marL="171450" indent="-171450">
              <a:buFont typeface="Arial" panose="020B0604020202020204" pitchFamily="34" charset="0"/>
              <a:buChar char="•"/>
            </a:pPr>
            <a:r>
              <a:rPr lang="en-GB" sz="1200" b="0" i="0" kern="1200" dirty="0">
                <a:solidFill>
                  <a:schemeClr val="bg1"/>
                </a:solidFill>
                <a:effectLst/>
                <a:latin typeface="IBM Plex Sans Light" panose="020B0503050203000203" pitchFamily="34" charset="0"/>
                <a:ea typeface="IBM Plex Sans Light"/>
                <a:cs typeface="IBM Plex Sans Light"/>
              </a:rPr>
              <a:t>OpenAPI</a:t>
            </a:r>
          </a:p>
          <a:p>
            <a:pPr marL="171450" indent="-171450">
              <a:buFont typeface="Arial" panose="020B0604020202020204" pitchFamily="34" charset="0"/>
              <a:buChar char="•"/>
            </a:pPr>
            <a:r>
              <a:rPr lang="en-GB" sz="1200" b="0" i="0" kern="1200" dirty="0">
                <a:solidFill>
                  <a:schemeClr val="bg1"/>
                </a:solidFill>
                <a:effectLst/>
                <a:latin typeface="IBM Plex Sans Light" panose="020B0503050203000203" pitchFamily="34" charset="0"/>
                <a:ea typeface="IBM Plex Sans Light"/>
                <a:cs typeface="IBM Plex Sans Light"/>
              </a:rPr>
              <a:t>Python</a:t>
            </a:r>
          </a:p>
          <a:p>
            <a:pPr marL="171450" indent="-171450">
              <a:buFont typeface="Arial" panose="020B0604020202020204" pitchFamily="34" charset="0"/>
              <a:buChar char="•"/>
            </a:pPr>
            <a:r>
              <a:rPr lang="en-GB" sz="1200" b="0" i="0" kern="1200" dirty="0">
                <a:solidFill>
                  <a:schemeClr val="bg1"/>
                </a:solidFill>
                <a:effectLst/>
                <a:latin typeface="IBM Plex Sans Light" panose="020B0503050203000203" pitchFamily="34" charset="0"/>
                <a:ea typeface="IBM Plex Sans Light"/>
                <a:cs typeface="IBM Plex Sans Light"/>
              </a:rPr>
              <a:t>Knowledge Base (KB)</a:t>
            </a:r>
          </a:p>
          <a:p>
            <a:pPr marL="171450" indent="-171450">
              <a:buFont typeface="Arial" panose="020B0604020202020204" pitchFamily="34" charset="0"/>
              <a:buChar char="•"/>
            </a:pPr>
            <a:r>
              <a:rPr lang="en-GB" sz="1200" b="0" i="0" kern="1200" dirty="0">
                <a:solidFill>
                  <a:schemeClr val="bg1"/>
                </a:solidFill>
                <a:effectLst/>
                <a:latin typeface="IBM Plex Sans Light" panose="020B0503050203000203" pitchFamily="34" charset="0"/>
                <a:ea typeface="IBM Plex Sans Light"/>
                <a:cs typeface="IBM Plex Sans Light"/>
              </a:rPr>
              <a:t>Model Context Protocol (MCP)</a:t>
            </a:r>
          </a:p>
          <a:p>
            <a:pPr marL="0" indent="0">
              <a:buFont typeface="Arial" panose="020B0604020202020204" pitchFamily="34" charset="0"/>
              <a:buNone/>
            </a:pPr>
            <a:endParaRPr lang="en-GB" sz="1200" b="0" i="0" kern="1200" dirty="0">
              <a:solidFill>
                <a:schemeClr val="bg1"/>
              </a:solidFill>
              <a:effectLst/>
              <a:latin typeface="IBM Plex Sans Light" panose="020B0503050203000203" pitchFamily="34" charset="0"/>
              <a:ea typeface="IBM Plex Sans Light"/>
              <a:cs typeface="IBM Plex Sans Light"/>
            </a:endParaRPr>
          </a:p>
          <a:p>
            <a:r>
              <a:rPr lang="en-GB" sz="1200" b="0" i="0" kern="1200" dirty="0">
                <a:solidFill>
                  <a:schemeClr val="bg1"/>
                </a:solidFill>
                <a:effectLst/>
                <a:latin typeface="IBM Plex Sans Light" panose="020B0503050203000203" pitchFamily="34" charset="0"/>
                <a:ea typeface="IBM Plex Sans Light"/>
                <a:cs typeface="IBM Plex Sans Light"/>
              </a:rPr>
              <a:t>For OpenAPI tools, the task runtime manager calls them directly. However, for Python, KB, and MCP tools, it spins up dedicated containers to ensure isolation and secure execution. This containerization approach helps maintain performance and security across diverse tool types.</a:t>
            </a:r>
          </a:p>
          <a:p>
            <a:endParaRPr lang="en-GB" sz="1200" b="0" i="0" kern="1200" dirty="0">
              <a:solidFill>
                <a:schemeClr val="bg1"/>
              </a:solidFill>
              <a:effectLst/>
              <a:latin typeface="IBM Plex Sans Light" panose="020B0503050203000203" pitchFamily="34" charset="0"/>
              <a:ea typeface="IBM Plex Sans Light"/>
              <a:cs typeface="IBM Plex Sans Light"/>
            </a:endParaRPr>
          </a:p>
          <a:p>
            <a:r>
              <a:rPr lang="en-GB" sz="1200" b="0" i="0" kern="1200" dirty="0">
                <a:solidFill>
                  <a:schemeClr val="bg1"/>
                </a:solidFill>
                <a:effectLst/>
                <a:latin typeface="IBM Plex Sans Light" panose="020B0503050203000203" pitchFamily="34" charset="0"/>
                <a:ea typeface="IBM Plex Sans Light"/>
                <a:cs typeface="IBM Plex Sans Light"/>
              </a:rPr>
              <a:t>On the right, is the Flow Engine, which handles asynchronous, event-driven workflows. It provides fine-grained control over task execution by coordinating between tools and agents. Unlike autonomous agents, flows are predictable and deterministic, making them ideal for orchestrating complex operations where consistency is key.</a:t>
            </a:r>
          </a:p>
          <a:p>
            <a:endParaRPr lang="en-GB" sz="1200" b="0" i="0" kern="1200" dirty="0">
              <a:solidFill>
                <a:schemeClr val="bg1"/>
              </a:solidFill>
              <a:effectLst/>
              <a:latin typeface="IBM Plex Sans Light" panose="020B0503050203000203" pitchFamily="34" charset="0"/>
              <a:ea typeface="IBM Plex Sans Light"/>
              <a:cs typeface="IBM Plex Sans Light"/>
            </a:endParaRPr>
          </a:p>
          <a:p>
            <a:r>
              <a:rPr lang="en-GB" sz="1200" b="0" i="0" kern="1200" dirty="0">
                <a:solidFill>
                  <a:schemeClr val="bg1"/>
                </a:solidFill>
                <a:effectLst/>
                <a:latin typeface="IBM Plex Sans Light" panose="020B0503050203000203" pitchFamily="34" charset="0"/>
                <a:ea typeface="IBM Plex Sans Light"/>
                <a:cs typeface="IBM Plex Sans Light"/>
              </a:rPr>
              <a:t>Flows can execute a wide range of tasks, including:</a:t>
            </a:r>
          </a:p>
          <a:p>
            <a:pPr marL="171450" indent="-171450">
              <a:buFont typeface="Arial" panose="020B0604020202020204" pitchFamily="34" charset="0"/>
              <a:buChar char="•"/>
            </a:pPr>
            <a:r>
              <a:rPr lang="en-GB" sz="1200" b="0" i="0" kern="1200" dirty="0">
                <a:solidFill>
                  <a:schemeClr val="bg1"/>
                </a:solidFill>
                <a:effectLst/>
                <a:latin typeface="IBM Plex Sans Light" panose="020B0503050203000203" pitchFamily="34" charset="0"/>
                <a:ea typeface="IBM Plex Sans Light"/>
                <a:cs typeface="IBM Plex Sans Light"/>
              </a:rPr>
              <a:t>User Activities</a:t>
            </a:r>
          </a:p>
          <a:p>
            <a:pPr marL="171450" indent="-171450">
              <a:buFont typeface="Arial" panose="020B0604020202020204" pitchFamily="34" charset="0"/>
              <a:buChar char="•"/>
            </a:pPr>
            <a:r>
              <a:rPr lang="en-GB" sz="1200" b="0" i="0" kern="1200" dirty="0">
                <a:solidFill>
                  <a:schemeClr val="bg1"/>
                </a:solidFill>
                <a:effectLst/>
                <a:latin typeface="IBM Plex Sans Light" panose="020B0503050203000203" pitchFamily="34" charset="0"/>
                <a:ea typeface="IBM Plex Sans Light"/>
                <a:cs typeface="IBM Plex Sans Light"/>
              </a:rPr>
              <a:t>Generative AI prompts</a:t>
            </a:r>
          </a:p>
          <a:p>
            <a:pPr marL="171450" indent="-171450">
              <a:buFont typeface="Arial" panose="020B0604020202020204" pitchFamily="34" charset="0"/>
              <a:buChar char="•"/>
            </a:pPr>
            <a:r>
              <a:rPr lang="en-GB" sz="1200" b="0" i="0" kern="1200" dirty="0">
                <a:solidFill>
                  <a:schemeClr val="bg1"/>
                </a:solidFill>
                <a:effectLst/>
                <a:latin typeface="IBM Plex Sans Light" panose="020B0503050203000203" pitchFamily="34" charset="0"/>
                <a:ea typeface="IBM Plex Sans Light"/>
                <a:cs typeface="IBM Plex Sans Light"/>
              </a:rPr>
              <a:t>Decision Tables</a:t>
            </a:r>
          </a:p>
          <a:p>
            <a:pPr marL="171450" indent="-171450">
              <a:buFont typeface="Arial" panose="020B0604020202020204" pitchFamily="34" charset="0"/>
              <a:buChar char="•"/>
            </a:pPr>
            <a:r>
              <a:rPr lang="en-GB" sz="1200" b="0" i="0" kern="1200" dirty="0">
                <a:solidFill>
                  <a:schemeClr val="bg1"/>
                </a:solidFill>
                <a:effectLst/>
                <a:latin typeface="IBM Plex Sans Light" panose="020B0503050203000203" pitchFamily="34" charset="0"/>
                <a:ea typeface="IBM Plex Sans Light"/>
                <a:cs typeface="IBM Plex Sans Light"/>
              </a:rPr>
              <a:t>Document Classifiers</a:t>
            </a:r>
          </a:p>
          <a:p>
            <a:pPr marL="171450" indent="-171450">
              <a:buFont typeface="Arial" panose="020B0604020202020204" pitchFamily="34" charset="0"/>
              <a:buChar char="•"/>
            </a:pPr>
            <a:r>
              <a:rPr lang="en-GB" sz="1200" b="0" i="0" kern="1200" dirty="0">
                <a:solidFill>
                  <a:schemeClr val="bg1"/>
                </a:solidFill>
                <a:effectLst/>
                <a:latin typeface="IBM Plex Sans Light" panose="020B0503050203000203" pitchFamily="34" charset="0"/>
                <a:ea typeface="IBM Plex Sans Light"/>
                <a:cs typeface="IBM Plex Sans Light"/>
              </a:rPr>
              <a:t>Document Processors</a:t>
            </a:r>
          </a:p>
          <a:p>
            <a:endParaRPr lang="en-GB" sz="1200" b="0" i="0" kern="1200" dirty="0">
              <a:solidFill>
                <a:schemeClr val="bg1"/>
              </a:solidFill>
              <a:effectLst/>
              <a:latin typeface="IBM Plex Sans Light" panose="020B0503050203000203" pitchFamily="34" charset="0"/>
              <a:ea typeface="IBM Plex Sans Light"/>
              <a:cs typeface="IBM Plex Sans Light"/>
            </a:endParaRPr>
          </a:p>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16</a:t>
            </a:fld>
            <a:endParaRPr lang="en-US" dirty="0"/>
          </a:p>
        </p:txBody>
      </p:sp>
    </p:spTree>
    <p:extLst>
      <p:ext uri="{BB962C8B-B14F-4D97-AF65-F5344CB8AC3E}">
        <p14:creationId xmlns:p14="http://schemas.microsoft.com/office/powerpoint/2010/main" val="30056587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GB" sz="1200" b="0" i="0" kern="1200" dirty="0">
                <a:solidFill>
                  <a:schemeClr val="bg1"/>
                </a:solidFill>
                <a:effectLst/>
                <a:latin typeface="IBM Plex Sans Light" panose="020B0503050203000203" pitchFamily="34" charset="0"/>
                <a:ea typeface="IBM Plex Sans Light"/>
                <a:cs typeface="IBM Plex Sans Light"/>
              </a:rPr>
              <a:t>This slide describes the AI Model Gateway and the Agent Gateway. These gateways enable communication with language models and external agents.</a:t>
            </a:r>
          </a:p>
          <a:p>
            <a:endParaRPr lang="en-GB" sz="1200" b="0" i="0" kern="1200" dirty="0">
              <a:solidFill>
                <a:schemeClr val="bg1"/>
              </a:solidFill>
              <a:effectLst/>
              <a:latin typeface="IBM Plex Sans Light" panose="020B0503050203000203" pitchFamily="34" charset="0"/>
            </a:endParaRPr>
          </a:p>
          <a:p>
            <a:r>
              <a:rPr lang="en-GB" sz="1200" b="0" i="0" kern="1200" dirty="0">
                <a:solidFill>
                  <a:schemeClr val="bg1"/>
                </a:solidFill>
                <a:effectLst/>
                <a:latin typeface="IBM Plex Sans Light" panose="020B0503050203000203" pitchFamily="34" charset="0"/>
                <a:ea typeface="IBM Plex Sans Light"/>
                <a:cs typeface="IBM Plex Sans Light"/>
              </a:rPr>
              <a:t>On the left, we have the </a:t>
            </a:r>
            <a:r>
              <a:rPr lang="en-GB" sz="1200" b="1" i="0" kern="1200" dirty="0">
                <a:solidFill>
                  <a:schemeClr val="bg1"/>
                </a:solidFill>
                <a:effectLst/>
                <a:latin typeface="IBM Plex Sans Light" panose="020B0503050203000203" pitchFamily="34" charset="0"/>
                <a:ea typeface="IBM Plex Sans Light"/>
                <a:cs typeface="IBM Plex Sans Light"/>
              </a:rPr>
              <a:t>AI Model Gateway</a:t>
            </a:r>
            <a:r>
              <a:rPr lang="en-GB" sz="1200" b="0" i="0" kern="1200" dirty="0">
                <a:solidFill>
                  <a:schemeClr val="bg1"/>
                </a:solidFill>
                <a:effectLst/>
                <a:latin typeface="IBM Plex Sans Light" panose="020B0503050203000203" pitchFamily="34" charset="0"/>
                <a:ea typeface="IBM Plex Sans Light"/>
                <a:cs typeface="IBM Plex Sans Light"/>
              </a:rPr>
              <a:t>, which handles interactions with large language models (LLMs). It supports:</a:t>
            </a:r>
          </a:p>
          <a:p>
            <a:pPr marL="171450" indent="-171450">
              <a:buFont typeface="Arial" panose="020B0604020202020204" pitchFamily="34" charset="0"/>
              <a:buChar char="•"/>
            </a:pPr>
            <a:r>
              <a:rPr lang="en-GB" sz="1200" b="0" i="0" kern="1200" dirty="0">
                <a:solidFill>
                  <a:schemeClr val="bg1"/>
                </a:solidFill>
                <a:effectLst/>
                <a:latin typeface="IBM Plex Sans Light" panose="020B0503050203000203" pitchFamily="34" charset="0"/>
                <a:ea typeface="IBM Plex Sans Light"/>
                <a:cs typeface="IBM Plex Sans Light"/>
              </a:rPr>
              <a:t>Chat completions and embeddings from various providers, including watsonx.ai, Anthropic, and OpenAI.</a:t>
            </a:r>
          </a:p>
          <a:p>
            <a:pPr marL="171450" indent="-171450">
              <a:buFont typeface="Arial" panose="020B0604020202020204" pitchFamily="34" charset="0"/>
              <a:buChar char="•"/>
            </a:pPr>
            <a:r>
              <a:rPr lang="en-GB" sz="1200" b="0" i="0" kern="1200" dirty="0">
                <a:solidFill>
                  <a:schemeClr val="bg1"/>
                </a:solidFill>
                <a:effectLst/>
                <a:latin typeface="IBM Plex Sans Light" panose="020B0503050203000203" pitchFamily="34" charset="0"/>
                <a:ea typeface="IBM Plex Sans Light"/>
                <a:cs typeface="IBM Plex Sans Light"/>
              </a:rPr>
              <a:t>Orchestrate agents and the flow runtime rely on this gateway for generating responses and reasoning.</a:t>
            </a:r>
          </a:p>
          <a:p>
            <a:pPr marL="171450" indent="-171450">
              <a:buFont typeface="Arial" panose="020B0604020202020204" pitchFamily="34" charset="0"/>
              <a:buChar char="•"/>
            </a:pPr>
            <a:r>
              <a:rPr lang="en-GB" sz="1200" b="0" i="0" kern="1200" dirty="0">
                <a:solidFill>
                  <a:schemeClr val="bg1"/>
                </a:solidFill>
                <a:effectLst/>
                <a:latin typeface="IBM Plex Sans Light" panose="020B0503050203000203" pitchFamily="34" charset="0"/>
                <a:ea typeface="IBM Plex Sans Light"/>
                <a:cs typeface="IBM Plex Sans Light"/>
              </a:rPr>
              <a:t>Additionally, it supports knowledge-based search by generating embeddings that power Retrieval Augmented Generation (RAG).</a:t>
            </a:r>
          </a:p>
          <a:p>
            <a:pPr marL="0" indent="0">
              <a:buFont typeface="Arial" panose="020B0604020202020204" pitchFamily="34" charset="0"/>
              <a:buNone/>
            </a:pPr>
            <a:endParaRPr lang="en-GB" sz="1200" b="0" i="0" kern="1200" dirty="0">
              <a:solidFill>
                <a:schemeClr val="bg1"/>
              </a:solidFill>
              <a:effectLst/>
              <a:latin typeface="IBM Plex Sans Light" panose="020B0503050203000203" pitchFamily="34" charset="0"/>
            </a:endParaRPr>
          </a:p>
          <a:p>
            <a:r>
              <a:rPr lang="en-GB" sz="1200" b="0" i="0" kern="1200" dirty="0">
                <a:solidFill>
                  <a:schemeClr val="bg1"/>
                </a:solidFill>
                <a:effectLst/>
                <a:latin typeface="IBM Plex Sans Light" panose="020B0503050203000203" pitchFamily="34" charset="0"/>
                <a:ea typeface="IBM Plex Sans Light"/>
                <a:cs typeface="IBM Plex Sans Light"/>
              </a:rPr>
              <a:t>On the right, we have the Agent Gateway, which enables communication with external agents using the Agent2Agent (A2A) protocol—an open standard introduced by Google. When an external agent is registered as a collaborator with a native agent in watsonx Orchestrate, the native agent acts as an orchestrator. If the native agent determines that a task is better suited for the external agent, it will route the user query accordingly.</a:t>
            </a:r>
          </a:p>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17</a:t>
            </a:fld>
            <a:endParaRPr lang="en-US" dirty="0"/>
          </a:p>
        </p:txBody>
      </p:sp>
    </p:spTree>
    <p:extLst>
      <p:ext uri="{BB962C8B-B14F-4D97-AF65-F5344CB8AC3E}">
        <p14:creationId xmlns:p14="http://schemas.microsoft.com/office/powerpoint/2010/main" val="16028273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18</a:t>
            </a:fld>
            <a:endParaRPr lang="en-US" dirty="0"/>
          </a:p>
        </p:txBody>
      </p:sp>
    </p:spTree>
    <p:extLst>
      <p:ext uri="{BB962C8B-B14F-4D97-AF65-F5344CB8AC3E}">
        <p14:creationId xmlns:p14="http://schemas.microsoft.com/office/powerpoint/2010/main" val="41507200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US" dirty="0"/>
              <a:t>Agent builder provides a simple framework to build, deploy and manage agents without coding.  </a:t>
            </a:r>
          </a:p>
          <a:p>
            <a:endParaRPr lang="en-US" dirty="0"/>
          </a:p>
          <a:p>
            <a:r>
              <a:rPr lang="en-US" dirty="0"/>
              <a:t>Agents can be grounded in business knowledge by uploading documents describing product features or procedure guides.</a:t>
            </a:r>
          </a:p>
          <a:p>
            <a:endParaRPr lang="en-US" dirty="0"/>
          </a:p>
          <a:p>
            <a:r>
              <a:rPr lang="en-US" dirty="0"/>
              <a:t>Tools, agents and collaborating agents can be configured, and agent behavior can be defined with detailed instructions for the agent to follow.</a:t>
            </a:r>
          </a:p>
          <a:p>
            <a:endParaRPr lang="en-US" dirty="0"/>
          </a:p>
          <a:p>
            <a:r>
              <a:rPr lang="en-US" dirty="0"/>
              <a:t>Agents can be built, previewed and deployed within Agent Builder without extensive technical knowledge.</a:t>
            </a:r>
          </a:p>
          <a:p>
            <a:endParaRPr lang="en-US" dirty="0"/>
          </a:p>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19</a:t>
            </a:fld>
            <a:endParaRPr lang="en-US" dirty="0"/>
          </a:p>
        </p:txBody>
      </p:sp>
    </p:spTree>
    <p:extLst>
      <p:ext uri="{BB962C8B-B14F-4D97-AF65-F5344CB8AC3E}">
        <p14:creationId xmlns:p14="http://schemas.microsoft.com/office/powerpoint/2010/main" val="1474640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E9C57-516F-9D12-14E2-1CBBEE1072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925DB7-AA6F-1115-AE22-13D11AC529BE}"/>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64AD2DCC-9BC1-8D91-5A08-3AE811AC7615}"/>
              </a:ext>
            </a:extLst>
          </p:cNvPr>
          <p:cNvSpPr>
            <a:spLocks noGrp="1"/>
          </p:cNvSpPr>
          <p:nvPr>
            <p:ph type="body" idx="1"/>
          </p:nvPr>
        </p:nvSpPr>
        <p:spPr/>
        <p:txBody>
          <a:bodyPr/>
          <a:lstStyle/>
          <a:p>
            <a:r>
              <a:rPr lang="en-US" dirty="0"/>
              <a:t>Agents can be built from scratch or use a pre-defined template. </a:t>
            </a:r>
          </a:p>
          <a:p>
            <a:endParaRPr lang="en-US" dirty="0"/>
          </a:p>
          <a:p>
            <a:r>
              <a:rPr lang="en-US" dirty="0"/>
              <a:t>Here we see the profile of a new agent created from scratch.</a:t>
            </a:r>
          </a:p>
          <a:p>
            <a:endParaRPr lang="en-US" dirty="0"/>
          </a:p>
          <a:p>
            <a:r>
              <a:rPr lang="en-US" dirty="0"/>
              <a:t>This is where you provide the agent's name and description, and choose the agent style. The agent description is more than just an explanation of what the agent does, it’s used to describe its capabilities to other agents to enable agent to agent collaboration.</a:t>
            </a:r>
          </a:p>
          <a:p>
            <a:endParaRPr lang="en-US" dirty="0"/>
          </a:p>
          <a:p>
            <a:r>
              <a:rPr lang="en-US" dirty="0"/>
              <a:t>The agentic best practice presentation in this learning will detail the importance of a good and detailed agent description at this </a:t>
            </a:r>
            <a:r>
              <a:rPr lang="en-US" dirty="0" err="1"/>
              <a:t>leveL</a:t>
            </a:r>
            <a:endParaRPr lang="en-US" dirty="0"/>
          </a:p>
        </p:txBody>
      </p:sp>
      <p:sp>
        <p:nvSpPr>
          <p:cNvPr id="4" name="Slide Number Placeholder 3">
            <a:extLst>
              <a:ext uri="{FF2B5EF4-FFF2-40B4-BE49-F238E27FC236}">
                <a16:creationId xmlns:a16="http://schemas.microsoft.com/office/drawing/2014/main" id="{CCD6A0FC-D80F-B234-0B12-3603A56A9DFD}"/>
              </a:ext>
            </a:extLst>
          </p:cNvPr>
          <p:cNvSpPr>
            <a:spLocks noGrp="1"/>
          </p:cNvSpPr>
          <p:nvPr>
            <p:ph type="sldNum" sz="quarter" idx="5"/>
          </p:nvPr>
        </p:nvSpPr>
        <p:spPr/>
        <p:txBody>
          <a:bodyPr/>
          <a:lstStyle/>
          <a:p>
            <a:fld id="{6E2E38B8-B0B4-AD41-AC6E-B781F46A9FD3}" type="slidenum">
              <a:rPr lang="en-US" smtClean="0"/>
              <a:pPr/>
              <a:t>20</a:t>
            </a:fld>
            <a:endParaRPr lang="en-US" dirty="0"/>
          </a:p>
        </p:txBody>
      </p:sp>
    </p:spTree>
    <p:extLst>
      <p:ext uri="{BB962C8B-B14F-4D97-AF65-F5344CB8AC3E}">
        <p14:creationId xmlns:p14="http://schemas.microsoft.com/office/powerpoint/2010/main" val="1265129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8C710-062B-21D3-FF45-5FDD483583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8268C7-A894-34DB-7F03-B81F748A9BBB}"/>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37FAAA98-C335-4EFB-D2D1-8B014F2E3F4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Next you'll work on the agent’s knowledge.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This is a way to rapidly upskill your agent so it can have a conversation and answer specific questions pertinent to your use case. You can add to your agent’s knowledge by adding documents directly or connecting to vector databases.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Knowledge is typically created using procedure guides, instruction manuals and product information.</a:t>
            </a:r>
          </a:p>
        </p:txBody>
      </p:sp>
      <p:sp>
        <p:nvSpPr>
          <p:cNvPr id="4" name="Slide Number Placeholder 3">
            <a:extLst>
              <a:ext uri="{FF2B5EF4-FFF2-40B4-BE49-F238E27FC236}">
                <a16:creationId xmlns:a16="http://schemas.microsoft.com/office/drawing/2014/main" id="{F04FF923-63BD-B5D1-E9B2-97B53FE1ACBB}"/>
              </a:ext>
            </a:extLst>
          </p:cNvPr>
          <p:cNvSpPr>
            <a:spLocks noGrp="1"/>
          </p:cNvSpPr>
          <p:nvPr>
            <p:ph type="sldNum" sz="quarter" idx="5"/>
          </p:nvPr>
        </p:nvSpPr>
        <p:spPr/>
        <p:txBody>
          <a:bodyPr/>
          <a:lstStyle/>
          <a:p>
            <a:fld id="{6E2E38B8-B0B4-AD41-AC6E-B781F46A9FD3}" type="slidenum">
              <a:rPr lang="en-US" smtClean="0"/>
              <a:pPr/>
              <a:t>21</a:t>
            </a:fld>
            <a:endParaRPr lang="en-US" dirty="0"/>
          </a:p>
        </p:txBody>
      </p:sp>
    </p:spTree>
    <p:extLst>
      <p:ext uri="{BB962C8B-B14F-4D97-AF65-F5344CB8AC3E}">
        <p14:creationId xmlns:p14="http://schemas.microsoft.com/office/powerpoint/2010/main" val="20708730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8E2DB-75BE-8DA1-E623-39E7126674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81CDCA-A325-C649-C982-2357CC9FBD02}"/>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7D8D8EDC-ECAE-0C15-7080-2EC91D13034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Next is your agent's toolset.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The toolset is comprised of tools, things like open API specifications, Python scripts, flows, and other agents. Plugging in other collaborator agents can rapidly expand your agent's toolset and create a working agent in minutes.</a:t>
            </a:r>
          </a:p>
        </p:txBody>
      </p:sp>
      <p:sp>
        <p:nvSpPr>
          <p:cNvPr id="4" name="Slide Number Placeholder 3">
            <a:extLst>
              <a:ext uri="{FF2B5EF4-FFF2-40B4-BE49-F238E27FC236}">
                <a16:creationId xmlns:a16="http://schemas.microsoft.com/office/drawing/2014/main" id="{1CBFF0F2-3678-5A24-0AD4-8974BD5A5A14}"/>
              </a:ext>
            </a:extLst>
          </p:cNvPr>
          <p:cNvSpPr>
            <a:spLocks noGrp="1"/>
          </p:cNvSpPr>
          <p:nvPr>
            <p:ph type="sldNum" sz="quarter" idx="5"/>
          </p:nvPr>
        </p:nvSpPr>
        <p:spPr/>
        <p:txBody>
          <a:bodyPr/>
          <a:lstStyle/>
          <a:p>
            <a:fld id="{6E2E38B8-B0B4-AD41-AC6E-B781F46A9FD3}" type="slidenum">
              <a:rPr lang="en-US" smtClean="0"/>
              <a:pPr/>
              <a:t>22</a:t>
            </a:fld>
            <a:endParaRPr lang="en-US" dirty="0"/>
          </a:p>
        </p:txBody>
      </p:sp>
    </p:spTree>
    <p:extLst>
      <p:ext uri="{BB962C8B-B14F-4D97-AF65-F5344CB8AC3E}">
        <p14:creationId xmlns:p14="http://schemas.microsoft.com/office/powerpoint/2010/main" val="37493864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12CF3-566B-4931-3750-AA54C3CB64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6A79CC-6052-64B1-C511-4CC9CCDA2140}"/>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EE49C1D9-656E-D164-4E60-02E47998B733}"/>
              </a:ext>
            </a:extLst>
          </p:cNvPr>
          <p:cNvSpPr>
            <a:spLocks noGrp="1"/>
          </p:cNvSpPr>
          <p:nvPr>
            <p:ph type="body" idx="1"/>
          </p:nvPr>
        </p:nvSpPr>
        <p:spPr/>
        <p:txBody>
          <a:bodyPr/>
          <a:lstStyle/>
          <a:p>
            <a:pPr marL="0" marR="0" lvl="0" indent="0" algn="l" defTabSz="2438522" rtl="0" eaLnBrk="1" fontAlgn="auto" latinLnBrk="0" hangingPunct="1">
              <a:lnSpc>
                <a:spcPct val="110000"/>
              </a:lnSpc>
              <a:spcBef>
                <a:spcPts val="0"/>
              </a:spcBef>
              <a:spcAft>
                <a:spcPts val="0"/>
              </a:spcAft>
              <a:buClrTx/>
              <a:buSzTx/>
              <a:buFontTx/>
              <a:buNone/>
              <a:tabLst/>
              <a:defRPr/>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Flows enable the creation of custom tools using deterministic, fixed-flows for combining tools and agents. </a:t>
            </a:r>
          </a:p>
          <a:p>
            <a:pPr marL="0" marR="0" lvl="0" indent="0" algn="l" defTabSz="2438522" rtl="0" eaLnBrk="1" fontAlgn="auto" latinLnBrk="0" hangingPunct="1">
              <a:lnSpc>
                <a:spcPct val="110000"/>
              </a:lnSpc>
              <a:spcBef>
                <a:spcPts val="0"/>
              </a:spcBef>
              <a:spcAft>
                <a:spcPts val="0"/>
              </a:spcAft>
              <a:buClrTx/>
              <a:buSzTx/>
              <a:buFontTx/>
              <a:buNone/>
              <a:tabLst/>
              <a:defRPr/>
            </a:pP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2438522" rtl="0" eaLnBrk="1" fontAlgn="auto" latinLnBrk="0" hangingPunct="1">
              <a:lnSpc>
                <a:spcPct val="110000"/>
              </a:lnSpc>
              <a:spcBef>
                <a:spcPts val="0"/>
              </a:spcBef>
              <a:spcAft>
                <a:spcPts val="0"/>
              </a:spcAft>
              <a:buClrTx/>
              <a:buSzTx/>
              <a:buFontTx/>
              <a:buNone/>
              <a:tabLst/>
              <a:defRPr/>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It allows for precise control over how certain actions will be performed and replaces agentic reasoning with pre-defined branching and looping for improved consistency and performance for scenarios where these qualities are more important than agentic creativity and problem solving.</a:t>
            </a:r>
          </a:p>
        </p:txBody>
      </p:sp>
      <p:sp>
        <p:nvSpPr>
          <p:cNvPr id="4" name="Slide Number Placeholder 3">
            <a:extLst>
              <a:ext uri="{FF2B5EF4-FFF2-40B4-BE49-F238E27FC236}">
                <a16:creationId xmlns:a16="http://schemas.microsoft.com/office/drawing/2014/main" id="{B722DBD6-04AC-E686-7E02-9820AAAC7D5E}"/>
              </a:ext>
            </a:extLst>
          </p:cNvPr>
          <p:cNvSpPr>
            <a:spLocks noGrp="1"/>
          </p:cNvSpPr>
          <p:nvPr>
            <p:ph type="sldNum" sz="quarter" idx="5"/>
          </p:nvPr>
        </p:nvSpPr>
        <p:spPr/>
        <p:txBody>
          <a:bodyPr/>
          <a:lstStyle/>
          <a:p>
            <a:fld id="{6E2E38B8-B0B4-AD41-AC6E-B781F46A9FD3}" type="slidenum">
              <a:rPr lang="en-US" smtClean="0"/>
              <a:pPr/>
              <a:t>23</a:t>
            </a:fld>
            <a:endParaRPr lang="en-US" dirty="0"/>
          </a:p>
        </p:txBody>
      </p:sp>
    </p:spTree>
    <p:extLst>
      <p:ext uri="{BB962C8B-B14F-4D97-AF65-F5344CB8AC3E}">
        <p14:creationId xmlns:p14="http://schemas.microsoft.com/office/powerpoint/2010/main" val="24349803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C0EE7-E8F5-B5F8-59E7-FC316C6958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68D755-7B46-816F-7A98-7805400168C7}"/>
              </a:ext>
            </a:extLst>
          </p:cNvPr>
          <p:cNvSpPr>
            <a:spLocks noGrp="1" noRot="1" noChangeAspect="1"/>
          </p:cNvSpPr>
          <p:nvPr>
            <p:ph type="sldImg"/>
          </p:nvPr>
        </p:nvSpPr>
        <p:spPr>
          <a:xfrm>
            <a:off x="206375" y="228600"/>
            <a:ext cx="6419850" cy="3611563"/>
          </a:xfrm>
        </p:spPr>
      </p:sp>
      <p:sp>
        <p:nvSpPr>
          <p:cNvPr id="3" name="Notes Placeholder 2">
            <a:extLst>
              <a:ext uri="{FF2B5EF4-FFF2-40B4-BE49-F238E27FC236}">
                <a16:creationId xmlns:a16="http://schemas.microsoft.com/office/drawing/2014/main" id="{B756D2E2-031A-2777-A601-775F89C5BBE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Behavior controls how the agent operates.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00" dirty="0">
                <a:effectLst/>
                <a:latin typeface="Aptos" panose="020B0004020202020204" pitchFamily="34" charset="0"/>
                <a:ea typeface="Aptos" panose="020B0004020202020204" pitchFamily="34" charset="0"/>
                <a:cs typeface="Times New Roman" panose="02020603050405020304" pitchFamily="18" charset="0"/>
              </a:rPr>
              <a:t>Natural language is used to define the agents' instructions, providing the agent with guidance to complete the task, information for using tools, and the kind of tone it should adopt when talking to users.</a:t>
            </a:r>
          </a:p>
        </p:txBody>
      </p:sp>
      <p:sp>
        <p:nvSpPr>
          <p:cNvPr id="4" name="Slide Number Placeholder 3">
            <a:extLst>
              <a:ext uri="{FF2B5EF4-FFF2-40B4-BE49-F238E27FC236}">
                <a16:creationId xmlns:a16="http://schemas.microsoft.com/office/drawing/2014/main" id="{A28AF726-8DCD-70FF-2904-38847C26F096}"/>
              </a:ext>
            </a:extLst>
          </p:cNvPr>
          <p:cNvSpPr>
            <a:spLocks noGrp="1"/>
          </p:cNvSpPr>
          <p:nvPr>
            <p:ph type="sldNum" sz="quarter" idx="5"/>
          </p:nvPr>
        </p:nvSpPr>
        <p:spPr/>
        <p:txBody>
          <a:bodyPr/>
          <a:lstStyle/>
          <a:p>
            <a:fld id="{6E2E38B8-B0B4-AD41-AC6E-B781F46A9FD3}" type="slidenum">
              <a:rPr lang="en-US" smtClean="0"/>
              <a:pPr/>
              <a:t>24</a:t>
            </a:fld>
            <a:endParaRPr lang="en-US" dirty="0"/>
          </a:p>
        </p:txBody>
      </p:sp>
    </p:spTree>
    <p:extLst>
      <p:ext uri="{BB962C8B-B14F-4D97-AF65-F5344CB8AC3E}">
        <p14:creationId xmlns:p14="http://schemas.microsoft.com/office/powerpoint/2010/main" val="42872439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GB" sz="1200" b="0" i="0" kern="1200" dirty="0">
                <a:solidFill>
                  <a:schemeClr val="bg1"/>
                </a:solidFill>
                <a:effectLst/>
                <a:latin typeface="IBM Plex Sans Light" panose="020B0503050203000203" pitchFamily="34" charset="0"/>
                <a:ea typeface="IBM Plex Sans Light"/>
                <a:cs typeface="IBM Plex Sans Light"/>
              </a:rPr>
              <a:t>In addition to the agent builder, the Agent Development Kit, or ADK, provides additional developer tools for building and deploying agents on the watsonx Orchestrate platform.</a:t>
            </a:r>
          </a:p>
          <a:p>
            <a:endParaRPr lang="en-GB" sz="1200" b="0" i="0" kern="1200" dirty="0">
              <a:solidFill>
                <a:schemeClr val="bg1"/>
              </a:solidFill>
              <a:effectLst/>
              <a:latin typeface="IBM Plex Sans Light" panose="020B0503050203000203" pitchFamily="34" charset="0"/>
            </a:endParaRPr>
          </a:p>
          <a:p>
            <a:r>
              <a:rPr lang="en-GB" sz="1200" b="0" i="0" kern="1200" dirty="0">
                <a:solidFill>
                  <a:schemeClr val="bg1"/>
                </a:solidFill>
                <a:effectLst/>
                <a:latin typeface="IBM Plex Sans Light" panose="020B0503050203000203" pitchFamily="34" charset="0"/>
                <a:ea typeface="IBM Plex Sans Light"/>
                <a:cs typeface="IBM Plex Sans Light"/>
              </a:rPr>
              <a:t>The ADK is designed to simplify the agent development process. It offers a comprehensive set of tools that help developers create agents that can interact with users, perform tasks, and integrate with enterprise systems.</a:t>
            </a:r>
          </a:p>
          <a:p>
            <a:endParaRPr lang="en-GB" sz="1200" b="0" i="0" kern="1200" dirty="0">
              <a:solidFill>
                <a:schemeClr val="bg1"/>
              </a:solidFill>
              <a:effectLst/>
              <a:latin typeface="IBM Plex Sans Light" panose="020B0503050203000203" pitchFamily="34" charset="0"/>
            </a:endParaRPr>
          </a:p>
          <a:p>
            <a:r>
              <a:rPr lang="en-GB" sz="1200" b="0" i="0" kern="1200" dirty="0">
                <a:solidFill>
                  <a:schemeClr val="bg1"/>
                </a:solidFill>
                <a:effectLst/>
                <a:latin typeface="IBM Plex Sans Light" panose="020B0503050203000203" pitchFamily="34" charset="0"/>
                <a:ea typeface="IBM Plex Sans Light"/>
                <a:cs typeface="IBM Plex Sans Light"/>
              </a:rPr>
              <a:t>The ADK is packaged as a Python library and a command-line tool, making it familiar for developers with experience with Python. These tools allow builders to configure agents and tools that contain Python code, something that can’t be done within the low-code agent builder. A VSCode plugin simplifies agent development and provides improved visibility of agents deployed locally and in remote environments.</a:t>
            </a:r>
          </a:p>
          <a:p>
            <a:endParaRPr lang="en-GB" sz="1200" b="0" i="0" kern="1200" dirty="0">
              <a:solidFill>
                <a:schemeClr val="bg1"/>
              </a:solidFill>
              <a:effectLst/>
              <a:latin typeface="IBM Plex Sans Light" panose="020B0503050203000203" pitchFamily="34" charset="0"/>
              <a:ea typeface="IBM Plex Sans Light"/>
              <a:cs typeface="IBM Plex Sans Light"/>
            </a:endParaRPr>
          </a:p>
          <a:p>
            <a:r>
              <a:rPr lang="en-GB" sz="1200" b="0" i="0" kern="1200" dirty="0">
                <a:solidFill>
                  <a:schemeClr val="bg1"/>
                </a:solidFill>
                <a:effectLst/>
                <a:latin typeface="IBM Plex Sans Light" panose="020B0503050203000203" pitchFamily="34" charset="0"/>
                <a:ea typeface="IBM Plex Sans Light"/>
                <a:cs typeface="IBM Plex Sans Light"/>
              </a:rPr>
              <a:t>It supports multiple environments including on-premises, IBM Cloud, AWS, and a local Developer Edition. The Developer Edition is particularly useful for local testing and prototyping; this requires a container manager that supports Docker and Docker Compose to run the local environment.</a:t>
            </a:r>
          </a:p>
          <a:p>
            <a:endParaRPr lang="en-GB" sz="1200" b="0" i="0" kern="1200" dirty="0">
              <a:solidFill>
                <a:schemeClr val="bg1"/>
              </a:solidFill>
              <a:effectLst/>
              <a:latin typeface="IBM Plex Sans Light" panose="020B0503050203000203" pitchFamily="34" charset="0"/>
              <a:ea typeface="IBM Plex Sans Light"/>
              <a:cs typeface="IBM Plex Sans Light"/>
            </a:endParaRPr>
          </a:p>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25</a:t>
            </a:fld>
            <a:endParaRPr lang="en-US" dirty="0"/>
          </a:p>
        </p:txBody>
      </p:sp>
    </p:spTree>
    <p:extLst>
      <p:ext uri="{BB962C8B-B14F-4D97-AF65-F5344CB8AC3E}">
        <p14:creationId xmlns:p14="http://schemas.microsoft.com/office/powerpoint/2010/main" val="5520487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US" sz="1200" b="0" i="0" kern="1200" noProof="0" dirty="0">
                <a:solidFill>
                  <a:schemeClr val="bg1"/>
                </a:solidFill>
                <a:effectLst/>
                <a:latin typeface="IBM Plex Sans Light" panose="020B0503050203000203" pitchFamily="34" charset="0"/>
                <a:ea typeface="IBM Plex Sans Light"/>
                <a:cs typeface="IBM Plex Sans Light"/>
              </a:rPr>
              <a:t>This slide describes the key features of the Agent Developer Kit.</a:t>
            </a:r>
          </a:p>
          <a:p>
            <a:endParaRPr lang="en-US" sz="1200" b="0" i="0" kern="1200" noProof="0" dirty="0">
              <a:solidFill>
                <a:schemeClr val="bg1"/>
              </a:solidFill>
              <a:effectLst/>
              <a:latin typeface="IBM Plex Sans Light" panose="020B0503050203000203" pitchFamily="34" charset="0"/>
            </a:endParaRPr>
          </a:p>
          <a:p>
            <a:r>
              <a:rPr lang="en-US" sz="1200" b="0" i="0" kern="1200" noProof="0" dirty="0">
                <a:solidFill>
                  <a:schemeClr val="bg1"/>
                </a:solidFill>
                <a:effectLst/>
                <a:latin typeface="IBM Plex Sans Light" panose="020B0503050203000203" pitchFamily="34" charset="0"/>
                <a:ea typeface="IBM Plex Sans Light"/>
                <a:cs typeface="IBM Plex Sans Light"/>
              </a:rPr>
              <a:t>The ADK offers enhanced configuration options to create agents with fine-grained control, including access to advanced features like context variables, which help agents maintain state and personalize interactions.</a:t>
            </a:r>
          </a:p>
          <a:p>
            <a:endParaRPr lang="en-US" sz="1200" b="0" i="0" kern="1200" noProof="0" dirty="0">
              <a:solidFill>
                <a:schemeClr val="bg1"/>
              </a:solidFill>
              <a:effectLst/>
              <a:latin typeface="IBM Plex Sans Light" panose="020B0503050203000203" pitchFamily="34" charset="0"/>
            </a:endParaRPr>
          </a:p>
          <a:p>
            <a:r>
              <a:rPr lang="en-US" sz="1200" b="0" i="0" kern="1200" noProof="0" dirty="0">
                <a:solidFill>
                  <a:schemeClr val="bg1"/>
                </a:solidFill>
                <a:effectLst/>
                <a:latin typeface="IBM Plex Sans Light" panose="020B0503050203000203" pitchFamily="34" charset="0"/>
                <a:ea typeface="IBM Plex Sans Light"/>
                <a:cs typeface="IBM Plex Sans Light"/>
              </a:rPr>
              <a:t>Developers can build tools using Python that accept and return files. Additionally, tools can be created from OpenAPI specifications or using the Model Context Protocol (MCP), offering flexibility for agents connecting with external systems.</a:t>
            </a:r>
          </a:p>
          <a:p>
            <a:endParaRPr lang="en-US" sz="1200" b="0" i="0" kern="1200" noProof="0" dirty="0">
              <a:solidFill>
                <a:schemeClr val="bg1"/>
              </a:solidFill>
              <a:effectLst/>
              <a:latin typeface="IBM Plex Sans Light" panose="020B0503050203000203" pitchFamily="34" charset="0"/>
            </a:endParaRPr>
          </a:p>
          <a:p>
            <a:r>
              <a:rPr lang="en-US" sz="1200" b="0" i="0" kern="1200" noProof="0" dirty="0">
                <a:solidFill>
                  <a:schemeClr val="bg1"/>
                </a:solidFill>
                <a:effectLst/>
                <a:latin typeface="IBM Plex Sans Light" panose="020B0503050203000203" pitchFamily="34" charset="0"/>
                <a:ea typeface="IBM Plex Sans Light"/>
                <a:cs typeface="IBM Plex Sans Light"/>
              </a:rPr>
              <a:t>The ADK allows you to create, import, list, update, and delete knowledge bases. This provides full control over how agents access and manage information, enabling tailored responses and improved contextual awareness.</a:t>
            </a:r>
          </a:p>
          <a:p>
            <a:endParaRPr lang="en-US" sz="1200" b="0" i="0" kern="1200" noProof="0" dirty="0">
              <a:solidFill>
                <a:schemeClr val="bg1"/>
              </a:solidFill>
              <a:effectLst/>
              <a:latin typeface="IBM Plex Sans Light" panose="020B0503050203000203" pitchFamily="34" charset="0"/>
            </a:endParaRPr>
          </a:p>
          <a:p>
            <a:r>
              <a:rPr lang="en-US" sz="1200" b="0" i="0" kern="1200" noProof="0" dirty="0">
                <a:solidFill>
                  <a:schemeClr val="bg1"/>
                </a:solidFill>
                <a:effectLst/>
                <a:latin typeface="IBM Plex Sans Light" panose="020B0503050203000203" pitchFamily="34" charset="0"/>
                <a:ea typeface="IBM Plex Sans Light"/>
                <a:cs typeface="IBM Plex Sans Light"/>
              </a:rPr>
              <a:t>The ADK supports integration with third-party models via the AI Gateway. Developers can define routing policies to manage multiple models—useful for scenarios like load balancing or fallback when a primary model is unavailable.</a:t>
            </a:r>
          </a:p>
          <a:p>
            <a:endParaRPr lang="en-US" sz="1200" b="0" i="0" kern="1200" noProof="0" dirty="0">
              <a:solidFill>
                <a:schemeClr val="bg1"/>
              </a:solidFill>
              <a:effectLst/>
              <a:latin typeface="IBM Plex Sans Light" panose="020B0503050203000203" pitchFamily="34" charset="0"/>
            </a:endParaRPr>
          </a:p>
          <a:p>
            <a:r>
              <a:rPr lang="en-US" sz="1200" b="0" i="0" kern="1200" noProof="0" dirty="0">
                <a:solidFill>
                  <a:schemeClr val="bg1"/>
                </a:solidFill>
                <a:effectLst/>
                <a:latin typeface="IBM Plex Sans Light" panose="020B0503050203000203" pitchFamily="34" charset="0"/>
                <a:ea typeface="IBM Plex Sans Light"/>
                <a:cs typeface="IBM Plex Sans Light"/>
              </a:rPr>
              <a:t>Connections are essential for integrating with external services. The ADK allows you to manage these connections and securely provide credentials for tools built using OpenAPI or Python, ensuring seamless and secure interoperability.</a:t>
            </a:r>
          </a:p>
          <a:p>
            <a:endParaRPr lang="en-US" sz="1200" b="0" i="0" kern="1200" noProof="0" dirty="0">
              <a:solidFill>
                <a:schemeClr val="bg1"/>
              </a:solidFill>
              <a:effectLst/>
              <a:latin typeface="IBM Plex Sans Light" panose="020B0503050203000203" pitchFamily="34" charset="0"/>
            </a:endParaRPr>
          </a:p>
          <a:p>
            <a:r>
              <a:rPr lang="en-US" sz="1200" b="0" i="0" kern="1200" noProof="0" dirty="0">
                <a:solidFill>
                  <a:schemeClr val="bg1"/>
                </a:solidFill>
                <a:effectLst/>
                <a:latin typeface="IBM Plex Sans Light" panose="020B0503050203000203" pitchFamily="34" charset="0"/>
                <a:ea typeface="IBM Plex Sans Light"/>
                <a:cs typeface="IBM Plex Sans Light"/>
              </a:rPr>
              <a:t>Finally, Evaluations are supported through user stories. These stories define conversation context, goals, and expected outcomes, allowing developers to test and validate agent behavior in realistic scenarios.</a:t>
            </a:r>
            <a:endParaRPr lang="en-US" b="0" noProof="0"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26</a:t>
            </a:fld>
            <a:endParaRPr lang="en-US" dirty="0"/>
          </a:p>
        </p:txBody>
      </p:sp>
    </p:spTree>
    <p:extLst>
      <p:ext uri="{BB962C8B-B14F-4D97-AF65-F5344CB8AC3E}">
        <p14:creationId xmlns:p14="http://schemas.microsoft.com/office/powerpoint/2010/main" val="32830575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US" sz="1200" b="0" i="0" kern="1200" noProof="0" dirty="0">
                <a:solidFill>
                  <a:schemeClr val="bg1"/>
                </a:solidFill>
                <a:effectLst/>
                <a:latin typeface="IBM Plex Sans Light" panose="020B0503050203000203" pitchFamily="34" charset="0"/>
                <a:ea typeface="IBM Plex Sans Light"/>
                <a:cs typeface="IBM Plex Sans Light"/>
              </a:rPr>
              <a:t>This slide outlines the command line interface provided by the Agent Developer Kit.</a:t>
            </a:r>
          </a:p>
          <a:p>
            <a:endParaRPr lang="en-US" sz="1200" b="0" i="0" kern="1200" noProof="0" dirty="0">
              <a:solidFill>
                <a:schemeClr val="bg1"/>
              </a:solidFill>
              <a:effectLst/>
              <a:latin typeface="IBM Plex Sans Light" panose="020B0503050203000203" pitchFamily="34" charset="0"/>
            </a:endParaRPr>
          </a:p>
          <a:p>
            <a:r>
              <a:rPr lang="en-US" sz="1200" b="0" i="0" kern="1200" noProof="0" dirty="0">
                <a:solidFill>
                  <a:schemeClr val="bg1"/>
                </a:solidFill>
                <a:effectLst/>
                <a:latin typeface="IBM Plex Sans Light" panose="020B0503050203000203" pitchFamily="34" charset="0"/>
                <a:ea typeface="IBM Plex Sans Light"/>
                <a:cs typeface="IBM Plex Sans Light"/>
              </a:rPr>
              <a:t>At the top, we see general options that enhance usability, then a list of available commands grouped by functionality:</a:t>
            </a:r>
          </a:p>
          <a:p>
            <a:endParaRPr lang="en-US" sz="1200" b="0" i="0" kern="1200" noProof="0" dirty="0">
              <a:solidFill>
                <a:schemeClr val="bg1"/>
              </a:solidFill>
              <a:effectLst/>
              <a:latin typeface="IBM Plex Sans Light" panose="020B0503050203000203" pitchFamily="34" charset="0"/>
              <a:ea typeface="IBM Plex Sans Light"/>
              <a:cs typeface="IBM Plex Sans Light"/>
            </a:endParaRPr>
          </a:p>
          <a:p>
            <a:pPr marL="171450" indent="-171450">
              <a:buFont typeface="Arial" panose="020B0604020202020204" pitchFamily="34" charset="0"/>
              <a:buChar char="•"/>
            </a:pPr>
            <a:r>
              <a:rPr lang="en-US" sz="1200" b="0" i="0" kern="1200" noProof="0" dirty="0">
                <a:solidFill>
                  <a:schemeClr val="bg1"/>
                </a:solidFill>
                <a:effectLst/>
                <a:latin typeface="IBM Plex Sans Light" panose="020B0503050203000203" pitchFamily="34" charset="0"/>
                <a:ea typeface="IBM Plex Sans Light"/>
                <a:cs typeface="IBM Plex Sans Light"/>
              </a:rPr>
              <a:t>env: Manage environments—whether local or production—by adding, removing, or selecting the active one.</a:t>
            </a:r>
          </a:p>
          <a:p>
            <a:pPr marL="171450" indent="-171450">
              <a:buFont typeface="Arial" panose="020B0604020202020204" pitchFamily="34" charset="0"/>
              <a:buChar char="•"/>
            </a:pPr>
            <a:r>
              <a:rPr lang="en-US" sz="1200" b="0" i="0" kern="1200" noProof="0" dirty="0">
                <a:solidFill>
                  <a:schemeClr val="bg1"/>
                </a:solidFill>
                <a:effectLst/>
                <a:latin typeface="IBM Plex Sans Light" panose="020B0503050203000203" pitchFamily="34" charset="0"/>
                <a:ea typeface="IBM Plex Sans Light"/>
                <a:cs typeface="IBM Plex Sans Light"/>
              </a:rPr>
              <a:t>agents: Create and configure agents, including advanced features like context variables.</a:t>
            </a:r>
          </a:p>
          <a:p>
            <a:pPr marL="171450" indent="-171450">
              <a:buFont typeface="Arial" panose="020B0604020202020204" pitchFamily="34" charset="0"/>
              <a:buChar char="•"/>
            </a:pPr>
            <a:r>
              <a:rPr lang="en-US" sz="1200" b="0" i="0" kern="1200" noProof="0" dirty="0">
                <a:solidFill>
                  <a:schemeClr val="bg1"/>
                </a:solidFill>
                <a:effectLst/>
                <a:latin typeface="IBM Plex Sans Light" panose="020B0503050203000203" pitchFamily="34" charset="0"/>
                <a:ea typeface="IBM Plex Sans Light"/>
                <a:cs typeface="IBM Plex Sans Light"/>
              </a:rPr>
              <a:t>tools and toolkits: Build and manage tools that agents can use, supporting Python, OpenAPI, and MCP formats.</a:t>
            </a:r>
          </a:p>
          <a:p>
            <a:pPr marL="171450" indent="-171450">
              <a:buFont typeface="Arial" panose="020B0604020202020204" pitchFamily="34" charset="0"/>
              <a:buChar char="•"/>
            </a:pPr>
            <a:r>
              <a:rPr lang="en-US" sz="1200" b="0" i="0" kern="1200" noProof="0" dirty="0">
                <a:solidFill>
                  <a:schemeClr val="bg1"/>
                </a:solidFill>
                <a:effectLst/>
                <a:latin typeface="IBM Plex Sans Light" panose="020B0503050203000203" pitchFamily="34" charset="0"/>
                <a:ea typeface="IBM Plex Sans Light"/>
                <a:cs typeface="IBM Plex Sans Light"/>
              </a:rPr>
              <a:t>knowledge-bases: Upload and manage searchable knowledge sources for agents.</a:t>
            </a:r>
          </a:p>
          <a:p>
            <a:pPr marL="171450" indent="-171450">
              <a:buFont typeface="Arial" panose="020B0604020202020204" pitchFamily="34" charset="0"/>
              <a:buChar char="•"/>
            </a:pPr>
            <a:r>
              <a:rPr lang="en-US" sz="1200" b="0" i="0" kern="1200" noProof="0" dirty="0">
                <a:solidFill>
                  <a:schemeClr val="bg1"/>
                </a:solidFill>
                <a:effectLst/>
                <a:latin typeface="IBM Plex Sans Light" panose="020B0503050203000203" pitchFamily="34" charset="0"/>
                <a:ea typeface="IBM Plex Sans Light"/>
                <a:cs typeface="IBM Plex Sans Light"/>
              </a:rPr>
              <a:t>connections: Configure secure connections to external services and tools.</a:t>
            </a:r>
          </a:p>
          <a:p>
            <a:pPr marL="171450" indent="-171450">
              <a:buFont typeface="Arial" panose="020B0604020202020204" pitchFamily="34" charset="0"/>
              <a:buChar char="•"/>
            </a:pPr>
            <a:r>
              <a:rPr lang="en-US" sz="1200" b="0" i="0" kern="1200" noProof="0" dirty="0">
                <a:solidFill>
                  <a:schemeClr val="bg1"/>
                </a:solidFill>
                <a:effectLst/>
                <a:latin typeface="IBM Plex Sans Light" panose="020B0503050203000203" pitchFamily="34" charset="0"/>
                <a:ea typeface="IBM Plex Sans Light"/>
                <a:cs typeface="IBM Plex Sans Light"/>
              </a:rPr>
              <a:t>server: Control and interact with the local Developer Edition server.</a:t>
            </a:r>
          </a:p>
          <a:p>
            <a:pPr marL="171450" indent="-171450">
              <a:buFont typeface="Arial" panose="020B0604020202020204" pitchFamily="34" charset="0"/>
              <a:buChar char="•"/>
            </a:pPr>
            <a:r>
              <a:rPr lang="en-US" sz="1200" b="0" i="0" kern="1200" noProof="0" dirty="0">
                <a:solidFill>
                  <a:schemeClr val="bg1"/>
                </a:solidFill>
                <a:effectLst/>
                <a:latin typeface="IBM Plex Sans Light" panose="020B0503050203000203" pitchFamily="34" charset="0"/>
                <a:ea typeface="IBM Plex Sans Light"/>
                <a:cs typeface="IBM Plex Sans Light"/>
              </a:rPr>
              <a:t>chat: Launch the chat UI for your local development server.</a:t>
            </a:r>
          </a:p>
          <a:p>
            <a:pPr marL="171450" indent="-171450">
              <a:buFont typeface="Arial" panose="020B0604020202020204" pitchFamily="34" charset="0"/>
              <a:buChar char="•"/>
            </a:pPr>
            <a:r>
              <a:rPr lang="en-US" sz="1200" b="0" i="0" kern="1200" noProof="0" dirty="0">
                <a:solidFill>
                  <a:schemeClr val="bg1"/>
                </a:solidFill>
                <a:effectLst/>
                <a:latin typeface="IBM Plex Sans Light" panose="020B0503050203000203" pitchFamily="34" charset="0"/>
                <a:ea typeface="IBM Plex Sans Light"/>
                <a:cs typeface="IBM Plex Sans Light"/>
              </a:rPr>
              <a:t>models: List and manage available LLMs for agent use.</a:t>
            </a:r>
          </a:p>
          <a:p>
            <a:pPr marL="171450" indent="-171450">
              <a:buFont typeface="Arial" panose="020B0604020202020204" pitchFamily="34" charset="0"/>
              <a:buChar char="•"/>
            </a:pPr>
            <a:r>
              <a:rPr lang="en-US" sz="1200" b="0" i="0" kern="1200" noProof="0" dirty="0">
                <a:solidFill>
                  <a:schemeClr val="bg1"/>
                </a:solidFill>
                <a:effectLst/>
                <a:latin typeface="IBM Plex Sans Light" panose="020B0503050203000203" pitchFamily="34" charset="0"/>
                <a:ea typeface="IBM Plex Sans Light"/>
                <a:cs typeface="IBM Plex Sans Light"/>
              </a:rPr>
              <a:t>channels: Define where agents can be deployed, such as embedded webchat.</a:t>
            </a:r>
          </a:p>
          <a:p>
            <a:pPr marL="171450" indent="-171450">
              <a:buFont typeface="Arial" panose="020B0604020202020204" pitchFamily="34" charset="0"/>
              <a:buChar char="•"/>
            </a:pPr>
            <a:r>
              <a:rPr lang="en-US" sz="1200" b="0" i="0" kern="1200" noProof="0" dirty="0">
                <a:solidFill>
                  <a:schemeClr val="bg1"/>
                </a:solidFill>
                <a:effectLst/>
                <a:latin typeface="IBM Plex Sans Light" panose="020B0503050203000203" pitchFamily="34" charset="0"/>
                <a:ea typeface="IBM Plex Sans Light"/>
                <a:cs typeface="IBM Plex Sans Light"/>
              </a:rPr>
              <a:t>evaluations: Test agent behavior using user stories that simulate real-world interactions.</a:t>
            </a:r>
          </a:p>
          <a:p>
            <a:pPr marL="171450" indent="-171450">
              <a:buFont typeface="Arial" panose="020B0604020202020204" pitchFamily="34" charset="0"/>
              <a:buChar char="•"/>
            </a:pPr>
            <a:r>
              <a:rPr lang="en-US" sz="1200" b="0" i="0" kern="1200" noProof="0" dirty="0">
                <a:solidFill>
                  <a:schemeClr val="bg1"/>
                </a:solidFill>
                <a:effectLst/>
                <a:latin typeface="IBM Plex Sans Light" panose="020B0503050203000203" pitchFamily="34" charset="0"/>
                <a:ea typeface="IBM Plex Sans Light"/>
                <a:cs typeface="IBM Plex Sans Light"/>
              </a:rPr>
              <a:t>settings: Configure environment-specific settings.</a:t>
            </a:r>
          </a:p>
          <a:p>
            <a:pPr marL="171450" indent="-171450">
              <a:buFont typeface="Arial" panose="020B0604020202020204" pitchFamily="34" charset="0"/>
              <a:buChar char="•"/>
            </a:pPr>
            <a:endParaRPr lang="en-US" sz="1200" b="0" i="0" kern="1200" noProof="0" dirty="0">
              <a:solidFill>
                <a:schemeClr val="bg1"/>
              </a:solidFill>
              <a:effectLst/>
              <a:latin typeface="IBM Plex Sans Light" panose="020B0503050203000203" pitchFamily="34" charset="0"/>
              <a:ea typeface="IBM Plex Sans Light"/>
              <a:cs typeface="IBM Plex Sans Light"/>
            </a:endParaRPr>
          </a:p>
          <a:p>
            <a:pPr marL="0" indent="0">
              <a:buFont typeface="Arial" panose="020B0604020202020204" pitchFamily="34" charset="0"/>
              <a:buNone/>
            </a:pPr>
            <a:r>
              <a:rPr lang="en-US" sz="1200" b="0" i="0" kern="1200" noProof="0" dirty="0">
                <a:solidFill>
                  <a:schemeClr val="bg1"/>
                </a:solidFill>
                <a:effectLst/>
                <a:latin typeface="IBM Plex Sans Light" panose="020B0503050203000203" pitchFamily="34" charset="0"/>
                <a:ea typeface="IBM Plex Sans Light"/>
                <a:cs typeface="IBM Plex Sans Light"/>
              </a:rPr>
              <a:t>Numerous ADK related labs will teach you how to use these different commands in this learning plan. This concludes this wxO Architecture overview presentation.</a:t>
            </a:r>
          </a:p>
          <a:p>
            <a:endParaRPr lang="en-GB" sz="1200" b="0" i="0" kern="1200" dirty="0">
              <a:solidFill>
                <a:schemeClr val="bg1"/>
              </a:solidFill>
              <a:effectLst/>
              <a:latin typeface="IBM Plex Sans Light" panose="020B0503050203000203" pitchFamily="34" charset="0"/>
              <a:ea typeface="IBM Plex Sans Light"/>
              <a:cs typeface="IBM Plex Sans Light"/>
            </a:endParaRPr>
          </a:p>
          <a:p>
            <a:endParaRPr lang="en-US" dirty="0"/>
          </a:p>
        </p:txBody>
      </p:sp>
      <p:sp>
        <p:nvSpPr>
          <p:cNvPr id="4" name="Slide Number Placeholder 3"/>
          <p:cNvSpPr>
            <a:spLocks noGrp="1"/>
          </p:cNvSpPr>
          <p:nvPr>
            <p:ph type="sldNum" sz="quarter" idx="5"/>
          </p:nvPr>
        </p:nvSpPr>
        <p:spPr/>
        <p:txBody>
          <a:bodyPr/>
          <a:lstStyle/>
          <a:p>
            <a:fld id="{6E2E38B8-B0B4-AD41-AC6E-B781F46A9FD3}" type="slidenum">
              <a:rPr lang="en-US" smtClean="0"/>
              <a:pPr/>
              <a:t>27</a:t>
            </a:fld>
            <a:endParaRPr lang="en-US" dirty="0"/>
          </a:p>
        </p:txBody>
      </p:sp>
    </p:spTree>
    <p:extLst>
      <p:ext uri="{BB962C8B-B14F-4D97-AF65-F5344CB8AC3E}">
        <p14:creationId xmlns:p14="http://schemas.microsoft.com/office/powerpoint/2010/main" val="29720286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75" y="228600"/>
            <a:ext cx="6419850" cy="3611563"/>
          </a:xfrm>
        </p:spPr>
      </p:sp>
      <p:sp>
        <p:nvSpPr>
          <p:cNvPr id="3" name="Notes Placeholder 2"/>
          <p:cNvSpPr>
            <a:spLocks noGrp="1"/>
          </p:cNvSpPr>
          <p:nvPr>
            <p:ph type="body" idx="1"/>
          </p:nvPr>
        </p:nvSpPr>
        <p:spPr/>
        <p:txBody>
          <a:bodyPr/>
          <a:lstStyle/>
          <a:p>
            <a:r>
              <a:rPr lang="en-US" kern="0">
                <a:latin typeface="IBM Plex Sans"/>
              </a:rPr>
              <a:t>This slide is self explanatory and requires no speaker notes.</a:t>
            </a:r>
          </a:p>
        </p:txBody>
      </p:sp>
      <p:sp>
        <p:nvSpPr>
          <p:cNvPr id="4" name="Slide Number Placeholder 3"/>
          <p:cNvSpPr>
            <a:spLocks noGrp="1"/>
          </p:cNvSpPr>
          <p:nvPr>
            <p:ph type="sldNum" sz="quarter" idx="5"/>
          </p:nvPr>
        </p:nvSpPr>
        <p:spPr/>
        <p:txBody>
          <a:bodyPr/>
          <a:lstStyle/>
          <a:p>
            <a:fld id="{6E2E38B8-B0B4-AD41-AC6E-B781F46A9FD3}" type="slidenum">
              <a:rPr lang="en-US" smtClean="0"/>
              <a:pPr/>
              <a:t>28</a:t>
            </a:fld>
            <a:endParaRPr lang="en-US" dirty="0"/>
          </a:p>
        </p:txBody>
      </p:sp>
    </p:spTree>
    <p:extLst>
      <p:ext uri="{BB962C8B-B14F-4D97-AF65-F5344CB8AC3E}">
        <p14:creationId xmlns:p14="http://schemas.microsoft.com/office/powerpoint/2010/main" val="466916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imagery">
    <p:spTree>
      <p:nvGrpSpPr>
        <p:cNvPr id="1" name=""/>
        <p:cNvGrpSpPr/>
        <p:nvPr/>
      </p:nvGrpSpPr>
      <p:grpSpPr>
        <a:xfrm>
          <a:off x="0" y="0"/>
          <a:ext cx="0" cy="0"/>
          <a:chOff x="0" y="0"/>
          <a:chExt cx="0" cy="0"/>
        </a:xfrm>
      </p:grpSpPr>
      <p:sp>
        <p:nvSpPr>
          <p:cNvPr id="5" name="Picture Placeholder 4" descr="Place imagery here">
            <a:extLst>
              <a:ext uri="{FF2B5EF4-FFF2-40B4-BE49-F238E27FC236}">
                <a16:creationId xmlns:a16="http://schemas.microsoft.com/office/drawing/2014/main" id="{EA7055A2-0B5C-73F2-C2DB-FC7245A7AB38}"/>
              </a:ext>
            </a:extLst>
          </p:cNvPr>
          <p:cNvSpPr>
            <a:spLocks noGrp="1"/>
          </p:cNvSpPr>
          <p:nvPr>
            <p:ph type="pic" sz="quarter" idx="11" hasCustomPrompt="1"/>
          </p:nvPr>
        </p:nvSpPr>
        <p:spPr>
          <a:xfrm>
            <a:off x="-1" y="0"/>
            <a:ext cx="24387175" cy="12195175"/>
          </a:xfrm>
          <a:solidFill>
            <a:srgbClr val="E0E0E0"/>
          </a:solidFill>
        </p:spPr>
        <p:txBody>
          <a:bodyPr anchor="ctr"/>
          <a:lstStyle>
            <a:lvl1pPr algn="ctr">
              <a:defRPr>
                <a:solidFill>
                  <a:schemeClr val="accent5"/>
                </a:solidFill>
              </a:defRPr>
            </a:lvl1pPr>
          </a:lstStyle>
          <a:p>
            <a:r>
              <a:rPr lang="en-US" dirty="0"/>
              <a:t>Place imagery here</a:t>
            </a:r>
          </a:p>
        </p:txBody>
      </p:sp>
      <p:sp>
        <p:nvSpPr>
          <p:cNvPr id="7" name="Text Placeholder 6">
            <a:extLst>
              <a:ext uri="{FF2B5EF4-FFF2-40B4-BE49-F238E27FC236}">
                <a16:creationId xmlns:a16="http://schemas.microsoft.com/office/drawing/2014/main" id="{D404A9AD-5866-6BA4-C928-31A5F88EF1E5}"/>
              </a:ext>
            </a:extLst>
          </p:cNvPr>
          <p:cNvSpPr>
            <a:spLocks noGrp="1"/>
          </p:cNvSpPr>
          <p:nvPr>
            <p:ph type="body" sz="quarter" idx="12"/>
          </p:nvPr>
        </p:nvSpPr>
        <p:spPr>
          <a:xfrm>
            <a:off x="576000" y="12166599"/>
            <a:ext cx="4942455" cy="1074293"/>
          </a:xfrm>
        </p:spPr>
        <p:txBody>
          <a:bodyPr anchor="b"/>
          <a:lstStyle>
            <a:lvl1pPr>
              <a:lnSpc>
                <a:spcPct val="110000"/>
              </a:lnSpc>
              <a:spcBef>
                <a:spcPts val="0"/>
              </a:spcBef>
              <a:defRPr sz="3600">
                <a:solidFill>
                  <a:schemeClr val="tx1"/>
                </a:solidFill>
              </a:defRPr>
            </a:lvl1pPr>
            <a:lvl2pPr marL="327600" indent="-327600">
              <a:lnSpc>
                <a:spcPct val="100000"/>
              </a:lnSpc>
              <a:spcBef>
                <a:spcPts val="0"/>
              </a:spcBef>
              <a:defRPr sz="3600">
                <a:solidFill>
                  <a:schemeClr val="tx1"/>
                </a:solidFill>
              </a:defRPr>
            </a:lvl2pPr>
            <a:lvl3pPr marL="658800" indent="-327600">
              <a:lnSpc>
                <a:spcPct val="100000"/>
              </a:lnSpc>
              <a:spcBef>
                <a:spcPts val="0"/>
              </a:spcBef>
              <a:defRPr sz="3600">
                <a:solidFill>
                  <a:schemeClr val="tx1"/>
                </a:solidFill>
              </a:defRPr>
            </a:lvl3pPr>
            <a:lvl4pPr marL="986400" indent="-327600">
              <a:lnSpc>
                <a:spcPct val="100000"/>
              </a:lnSpc>
              <a:spcBef>
                <a:spcPts val="0"/>
              </a:spcBef>
              <a:defRPr sz="36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Text Placeholder 5">
            <a:extLst>
              <a:ext uri="{FF2B5EF4-FFF2-40B4-BE49-F238E27FC236}">
                <a16:creationId xmlns:a16="http://schemas.microsoft.com/office/drawing/2014/main" id="{7D4A8A02-E5FB-018D-1574-2015680C3A07}"/>
              </a:ext>
            </a:extLst>
          </p:cNvPr>
          <p:cNvSpPr>
            <a:spLocks noGrp="1"/>
          </p:cNvSpPr>
          <p:nvPr>
            <p:ph type="body" sz="quarter" idx="13"/>
          </p:nvPr>
        </p:nvSpPr>
        <p:spPr>
          <a:xfrm>
            <a:off x="6671501" y="12166600"/>
            <a:ext cx="4947412" cy="1077014"/>
          </a:xfrm>
        </p:spPr>
        <p:txBody>
          <a:bodyPr anchor="b"/>
          <a:lstStyle>
            <a:lvl1pPr>
              <a:lnSpc>
                <a:spcPct val="110000"/>
              </a:lnSpc>
              <a:spcBef>
                <a:spcPts val="0"/>
              </a:spcBef>
              <a:defRPr sz="3600">
                <a:solidFill>
                  <a:schemeClr val="tx1"/>
                </a:solidFill>
              </a:defRPr>
            </a:lvl1pPr>
            <a:lvl2pPr marL="327600" indent="-327600">
              <a:lnSpc>
                <a:spcPct val="100000"/>
              </a:lnSpc>
              <a:spcBef>
                <a:spcPts val="0"/>
              </a:spcBef>
              <a:defRPr sz="3600">
                <a:solidFill>
                  <a:schemeClr val="tx1"/>
                </a:solidFill>
              </a:defRPr>
            </a:lvl2pPr>
            <a:lvl3pPr marL="658800" indent="-327600">
              <a:lnSpc>
                <a:spcPct val="100000"/>
              </a:lnSpc>
              <a:spcBef>
                <a:spcPts val="0"/>
              </a:spcBef>
              <a:defRPr sz="3600">
                <a:solidFill>
                  <a:schemeClr val="tx1"/>
                </a:solidFill>
              </a:defRPr>
            </a:lvl3pPr>
            <a:lvl4pPr marL="986400" indent="-327600">
              <a:lnSpc>
                <a:spcPct val="100000"/>
              </a:lnSpc>
              <a:spcBef>
                <a:spcPts val="0"/>
              </a:spcBef>
              <a:defRPr sz="36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pic>
        <p:nvPicPr>
          <p:cNvPr id="4" name="Picture 3" descr="IBM 8-bar logo">
            <a:extLst>
              <a:ext uri="{FF2B5EF4-FFF2-40B4-BE49-F238E27FC236}">
                <a16:creationId xmlns:a16="http://schemas.microsoft.com/office/drawing/2014/main" id="{09935B61-CCB4-2F0F-6720-2DE3FDE1A05B}"/>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10" name="Title 1">
            <a:extLst>
              <a:ext uri="{FF2B5EF4-FFF2-40B4-BE49-F238E27FC236}">
                <a16:creationId xmlns:a16="http://schemas.microsoft.com/office/drawing/2014/main" id="{3F3BE6BB-D7C0-3C9B-44F9-5D564E48D8B6}"/>
              </a:ext>
            </a:extLst>
          </p:cNvPr>
          <p:cNvSpPr>
            <a:spLocks noGrp="1"/>
          </p:cNvSpPr>
          <p:nvPr>
            <p:ph type="title"/>
          </p:nvPr>
        </p:nvSpPr>
        <p:spPr>
          <a:xfrm>
            <a:off x="576000" y="576000"/>
            <a:ext cx="10101072" cy="7308850"/>
          </a:xfrm>
        </p:spPr>
        <p:txBody>
          <a:bodyPr/>
          <a:lstStyle>
            <a:lvl1pPr>
              <a:lnSpc>
                <a:spcPct val="100000"/>
              </a:lnSpc>
              <a:defRPr sz="8400">
                <a:solidFill>
                  <a:schemeClr val="tx2"/>
                </a:solidFill>
              </a:defRPr>
            </a:lvl1pPr>
          </a:lstStyle>
          <a:p>
            <a:r>
              <a:rPr lang="en-US" dirty="0"/>
              <a:t>Click to edit Master title style</a:t>
            </a:r>
          </a:p>
        </p:txBody>
      </p:sp>
    </p:spTree>
    <p:extLst>
      <p:ext uri="{BB962C8B-B14F-4D97-AF65-F5344CB8AC3E}">
        <p14:creationId xmlns:p14="http://schemas.microsoft.com/office/powerpoint/2010/main" val="4196795180"/>
      </p:ext>
    </p:extLst>
  </p:cSld>
  <p:clrMapOvr>
    <a:masterClrMapping/>
  </p:clrMapOvr>
  <p:transition spd="med"/>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cyan">
    <p:spTree>
      <p:nvGrpSpPr>
        <p:cNvPr id="1" name=""/>
        <p:cNvGrpSpPr/>
        <p:nvPr/>
      </p:nvGrpSpPr>
      <p:grpSpPr>
        <a:xfrm>
          <a:off x="0" y="0"/>
          <a:ext cx="0" cy="0"/>
          <a:chOff x="0" y="0"/>
          <a:chExt cx="0" cy="0"/>
        </a:xfrm>
      </p:grpSpPr>
      <p:sp>
        <p:nvSpPr>
          <p:cNvPr id="3" name="Rectangle 2" descr="Blue 10 full slide background ">
            <a:extLst>
              <a:ext uri="{FF2B5EF4-FFF2-40B4-BE49-F238E27FC236}">
                <a16:creationId xmlns:a16="http://schemas.microsoft.com/office/drawing/2014/main" id="{8D23798D-A03E-2BC6-136A-14C1E387E723}"/>
              </a:ext>
            </a:extLst>
          </p:cNvPr>
          <p:cNvSpPr/>
          <p:nvPr userDrawn="1"/>
        </p:nvSpPr>
        <p:spPr bwMode="auto">
          <a:xfrm>
            <a:off x="0" y="-1"/>
            <a:ext cx="24387175" cy="12195175"/>
          </a:xfrm>
          <a:prstGeom prst="rect">
            <a:avLst/>
          </a:prstGeom>
          <a:solidFill>
            <a:srgbClr val="E5F6FF"/>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1400" b="0" i="0" u="none" strike="noStrike" cap="none" normalizeH="0" baseline="0" dirty="0">
              <a:ln>
                <a:noFill/>
              </a:ln>
              <a:solidFill>
                <a:schemeClr val="bg1"/>
              </a:solidFill>
              <a:effectLst/>
              <a:latin typeface="IBM Plex Sans Light"/>
            </a:endParaRPr>
          </a:p>
        </p:txBody>
      </p:sp>
      <p:pic>
        <p:nvPicPr>
          <p:cNvPr id="7" name="Picture 6" descr="IBM 8-bar logo">
            <a:extLst>
              <a:ext uri="{FF2B5EF4-FFF2-40B4-BE49-F238E27FC236}">
                <a16:creationId xmlns:a16="http://schemas.microsoft.com/office/drawing/2014/main" id="{B4B109D8-FCAE-74D0-0B39-85BF626C84C5}"/>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8" name="Text Placeholder 6">
            <a:extLst>
              <a:ext uri="{FF2B5EF4-FFF2-40B4-BE49-F238E27FC236}">
                <a16:creationId xmlns:a16="http://schemas.microsoft.com/office/drawing/2014/main" id="{A9FACBA3-656A-1C9D-A350-7759736DCC4B}"/>
              </a:ext>
            </a:extLst>
          </p:cNvPr>
          <p:cNvSpPr>
            <a:spLocks noGrp="1"/>
          </p:cNvSpPr>
          <p:nvPr>
            <p:ph type="body" sz="quarter" idx="12"/>
          </p:nvPr>
        </p:nvSpPr>
        <p:spPr>
          <a:xfrm>
            <a:off x="576000" y="12166599"/>
            <a:ext cx="4942455" cy="1074293"/>
          </a:xfrm>
        </p:spPr>
        <p:txBody>
          <a:bodyPr anchor="b"/>
          <a:lstStyle>
            <a:lvl1pPr>
              <a:lnSpc>
                <a:spcPct val="110000"/>
              </a:lnSpc>
              <a:spcBef>
                <a:spcPts val="0"/>
              </a:spcBef>
              <a:defRPr sz="3600">
                <a:solidFill>
                  <a:schemeClr val="tx1"/>
                </a:solidFill>
              </a:defRPr>
            </a:lvl1pPr>
            <a:lvl2pPr marL="327600" indent="-327600">
              <a:lnSpc>
                <a:spcPct val="100000"/>
              </a:lnSpc>
              <a:spcBef>
                <a:spcPts val="0"/>
              </a:spcBef>
              <a:defRPr sz="3600">
                <a:solidFill>
                  <a:schemeClr val="tx1"/>
                </a:solidFill>
              </a:defRPr>
            </a:lvl2pPr>
            <a:lvl3pPr marL="658800" indent="-327600">
              <a:lnSpc>
                <a:spcPct val="100000"/>
              </a:lnSpc>
              <a:spcBef>
                <a:spcPts val="0"/>
              </a:spcBef>
              <a:defRPr sz="3600">
                <a:solidFill>
                  <a:schemeClr val="tx1"/>
                </a:solidFill>
              </a:defRPr>
            </a:lvl3pPr>
            <a:lvl4pPr marL="986400" indent="-327600">
              <a:lnSpc>
                <a:spcPct val="100000"/>
              </a:lnSpc>
              <a:spcBef>
                <a:spcPts val="0"/>
              </a:spcBef>
              <a:defRPr sz="36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5">
            <a:extLst>
              <a:ext uri="{FF2B5EF4-FFF2-40B4-BE49-F238E27FC236}">
                <a16:creationId xmlns:a16="http://schemas.microsoft.com/office/drawing/2014/main" id="{FA47F09F-F9D8-7B01-E53E-EE9451C6A6EB}"/>
              </a:ext>
            </a:extLst>
          </p:cNvPr>
          <p:cNvSpPr>
            <a:spLocks noGrp="1"/>
          </p:cNvSpPr>
          <p:nvPr>
            <p:ph type="body" sz="quarter" idx="13"/>
          </p:nvPr>
        </p:nvSpPr>
        <p:spPr>
          <a:xfrm>
            <a:off x="6671501" y="12166600"/>
            <a:ext cx="4947412" cy="1077014"/>
          </a:xfrm>
        </p:spPr>
        <p:txBody>
          <a:bodyPr anchor="b"/>
          <a:lstStyle>
            <a:lvl1pPr>
              <a:lnSpc>
                <a:spcPct val="110000"/>
              </a:lnSpc>
              <a:spcBef>
                <a:spcPts val="0"/>
              </a:spcBef>
              <a:defRPr sz="3600">
                <a:solidFill>
                  <a:schemeClr val="tx1"/>
                </a:solidFill>
              </a:defRPr>
            </a:lvl1pPr>
            <a:lvl2pPr marL="327600" indent="-327600">
              <a:lnSpc>
                <a:spcPct val="100000"/>
              </a:lnSpc>
              <a:spcBef>
                <a:spcPts val="0"/>
              </a:spcBef>
              <a:defRPr sz="3600">
                <a:solidFill>
                  <a:schemeClr val="tx1"/>
                </a:solidFill>
              </a:defRPr>
            </a:lvl2pPr>
            <a:lvl3pPr marL="658800" indent="-327600">
              <a:lnSpc>
                <a:spcPct val="100000"/>
              </a:lnSpc>
              <a:spcBef>
                <a:spcPts val="0"/>
              </a:spcBef>
              <a:defRPr sz="3600">
                <a:solidFill>
                  <a:schemeClr val="tx1"/>
                </a:solidFill>
              </a:defRPr>
            </a:lvl3pPr>
            <a:lvl4pPr marL="986400" indent="-327600">
              <a:lnSpc>
                <a:spcPct val="100000"/>
              </a:lnSpc>
              <a:spcBef>
                <a:spcPts val="0"/>
              </a:spcBef>
              <a:defRPr sz="36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Title 1">
            <a:extLst>
              <a:ext uri="{FF2B5EF4-FFF2-40B4-BE49-F238E27FC236}">
                <a16:creationId xmlns:a16="http://schemas.microsoft.com/office/drawing/2014/main" id="{B8FFB679-F0FF-1DD1-8243-9D4ADEF3889F}"/>
              </a:ext>
            </a:extLst>
          </p:cNvPr>
          <p:cNvSpPr>
            <a:spLocks noGrp="1"/>
          </p:cNvSpPr>
          <p:nvPr>
            <p:ph type="title"/>
          </p:nvPr>
        </p:nvSpPr>
        <p:spPr>
          <a:xfrm>
            <a:off x="576000" y="576000"/>
            <a:ext cx="10101072" cy="7308850"/>
          </a:xfrm>
        </p:spPr>
        <p:txBody>
          <a:bodyPr/>
          <a:lstStyle>
            <a:lvl1pPr>
              <a:lnSpc>
                <a:spcPct val="100000"/>
              </a:lnSpc>
              <a:defRPr sz="8400">
                <a:solidFill>
                  <a:schemeClr val="tx2"/>
                </a:solidFill>
              </a:defRPr>
            </a:lvl1pPr>
          </a:lstStyle>
          <a:p>
            <a:r>
              <a:rPr lang="en-US" dirty="0"/>
              <a:t>Click to edit Master title style</a:t>
            </a:r>
          </a:p>
        </p:txBody>
      </p:sp>
    </p:spTree>
    <p:extLst>
      <p:ext uri="{BB962C8B-B14F-4D97-AF65-F5344CB8AC3E}">
        <p14:creationId xmlns:p14="http://schemas.microsoft.com/office/powerpoint/2010/main" val="1698670438"/>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plain">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E4F73B63-FCC7-DAFC-5E97-E0D29B2DBF2C}"/>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8" name="Title 1">
            <a:extLst>
              <a:ext uri="{FF2B5EF4-FFF2-40B4-BE49-F238E27FC236}">
                <a16:creationId xmlns:a16="http://schemas.microsoft.com/office/drawing/2014/main" id="{31EEBBCD-6628-78CD-1209-20B2834A647D}"/>
              </a:ext>
            </a:extLst>
          </p:cNvPr>
          <p:cNvSpPr>
            <a:spLocks noGrp="1"/>
          </p:cNvSpPr>
          <p:nvPr>
            <p:ph type="title"/>
          </p:nvPr>
        </p:nvSpPr>
        <p:spPr>
          <a:xfrm>
            <a:off x="576000" y="576000"/>
            <a:ext cx="10101072" cy="10356850"/>
          </a:xfrm>
        </p:spPr>
        <p:txBody>
          <a:bodyPr/>
          <a:lstStyle>
            <a:lvl1pPr>
              <a:lnSpc>
                <a:spcPct val="100000"/>
              </a:lnSpc>
              <a:defRPr sz="8400">
                <a:solidFill>
                  <a:schemeClr val="tx2"/>
                </a:solidFill>
              </a:defRPr>
            </a:lvl1pPr>
          </a:lstStyle>
          <a:p>
            <a:r>
              <a:rPr lang="en-US" dirty="0"/>
              <a:t>Click to edit Master title style</a:t>
            </a:r>
          </a:p>
        </p:txBody>
      </p:sp>
    </p:spTree>
    <p:extLst>
      <p:ext uri="{BB962C8B-B14F-4D97-AF65-F5344CB8AC3E}">
        <p14:creationId xmlns:p14="http://schemas.microsoft.com/office/powerpoint/2010/main" val="222487865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plain,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3A2629C-3C99-5809-3D6C-46ACEB922F7C}"/>
              </a:ext>
            </a:extLst>
          </p:cNvPr>
          <p:cNvSpPr>
            <a:spLocks noGrp="1"/>
          </p:cNvSpPr>
          <p:nvPr>
            <p:ph type="body" sz="quarter" idx="10"/>
          </p:nvPr>
        </p:nvSpPr>
        <p:spPr>
          <a:xfrm>
            <a:off x="576000" y="12479147"/>
            <a:ext cx="11038445" cy="762000"/>
          </a:xfrm>
        </p:spPr>
        <p:txBody>
          <a:bodyPr anchor="b"/>
          <a:lstStyle>
            <a:lvl1pPr>
              <a:lnSpc>
                <a:spcPct val="110000"/>
              </a:lnSpc>
              <a:spcBef>
                <a:spcPts val="0"/>
              </a:spcBef>
              <a:defRPr sz="2800">
                <a:solidFill>
                  <a:schemeClr val="tx1"/>
                </a:solidFill>
              </a:defRPr>
            </a:lvl1pPr>
          </a:lstStyle>
          <a:p>
            <a:pPr lvl="0"/>
            <a:r>
              <a:rPr lang="en-US"/>
              <a:t>Click to edit Master text styles</a:t>
            </a:r>
          </a:p>
        </p:txBody>
      </p:sp>
      <p:pic>
        <p:nvPicPr>
          <p:cNvPr id="4" name="Picture 3" descr="IBM 8-bar logo">
            <a:extLst>
              <a:ext uri="{FF2B5EF4-FFF2-40B4-BE49-F238E27FC236}">
                <a16:creationId xmlns:a16="http://schemas.microsoft.com/office/drawing/2014/main" id="{81A5AEF9-6465-6773-9724-1305F8245375}"/>
              </a:ext>
            </a:extLst>
          </p:cNvPr>
          <p:cNvPicPr>
            <a:picLocks noChangeAspect="1"/>
          </p:cNvPicPr>
          <p:nvPr userDrawn="1"/>
        </p:nvPicPr>
        <p:blipFill>
          <a:blip r:embed="rId2"/>
          <a:stretch>
            <a:fillRect/>
          </a:stretch>
        </p:blipFill>
        <p:spPr>
          <a:xfrm>
            <a:off x="22373802" y="12577763"/>
            <a:ext cx="1538325" cy="572400"/>
          </a:xfrm>
          <a:prstGeom prst="rect">
            <a:avLst/>
          </a:prstGeom>
        </p:spPr>
      </p:pic>
      <p:sp>
        <p:nvSpPr>
          <p:cNvPr id="10" name="Title 1">
            <a:extLst>
              <a:ext uri="{FF2B5EF4-FFF2-40B4-BE49-F238E27FC236}">
                <a16:creationId xmlns:a16="http://schemas.microsoft.com/office/drawing/2014/main" id="{D0F40089-D6C5-B905-B7FE-24BFF3580F12}"/>
              </a:ext>
            </a:extLst>
          </p:cNvPr>
          <p:cNvSpPr>
            <a:spLocks noGrp="1"/>
          </p:cNvSpPr>
          <p:nvPr>
            <p:ph type="title"/>
          </p:nvPr>
        </p:nvSpPr>
        <p:spPr>
          <a:xfrm>
            <a:off x="576000" y="576000"/>
            <a:ext cx="10101072" cy="10356850"/>
          </a:xfrm>
        </p:spPr>
        <p:txBody>
          <a:bodyPr/>
          <a:lstStyle>
            <a:lvl1pPr>
              <a:lnSpc>
                <a:spcPct val="100000"/>
              </a:lnSpc>
              <a:defRPr sz="8400">
                <a:solidFill>
                  <a:schemeClr val="tx2"/>
                </a:solidFill>
              </a:defRPr>
            </a:lvl1pPr>
          </a:lstStyle>
          <a:p>
            <a:r>
              <a:rPr lang="en-US" dirty="0"/>
              <a:t>Click to edit Master title style</a:t>
            </a:r>
          </a:p>
        </p:txBody>
      </p:sp>
    </p:spTree>
    <p:extLst>
      <p:ext uri="{BB962C8B-B14F-4D97-AF65-F5344CB8AC3E}">
        <p14:creationId xmlns:p14="http://schemas.microsoft.com/office/powerpoint/2010/main" val="817174950"/>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imagery, half ">
    <p:bg>
      <p:bgPr>
        <a:solidFill>
          <a:schemeClr val="bg1"/>
        </a:solidFill>
        <a:effectLst/>
      </p:bgPr>
    </p:bg>
    <p:spTree>
      <p:nvGrpSpPr>
        <p:cNvPr id="1" name=""/>
        <p:cNvGrpSpPr/>
        <p:nvPr/>
      </p:nvGrpSpPr>
      <p:grpSpPr>
        <a:xfrm>
          <a:off x="0" y="0"/>
          <a:ext cx="0" cy="0"/>
          <a:chOff x="0" y="0"/>
          <a:chExt cx="0" cy="0"/>
        </a:xfrm>
      </p:grpSpPr>
      <p:sp>
        <p:nvSpPr>
          <p:cNvPr id="7" name="Picture Placeholder 6" descr="Place imagery here">
            <a:extLst>
              <a:ext uri="{FF2B5EF4-FFF2-40B4-BE49-F238E27FC236}">
                <a16:creationId xmlns:a16="http://schemas.microsoft.com/office/drawing/2014/main" id="{9CD5B627-E439-376E-A00C-87BAFF059FD8}"/>
              </a:ext>
            </a:extLst>
          </p:cNvPr>
          <p:cNvSpPr>
            <a:spLocks noGrp="1"/>
          </p:cNvSpPr>
          <p:nvPr>
            <p:ph type="pic" sz="quarter" idx="12" hasCustomPrompt="1"/>
          </p:nvPr>
        </p:nvSpPr>
        <p:spPr>
          <a:xfrm>
            <a:off x="12763499" y="571499"/>
            <a:ext cx="11043132" cy="12578663"/>
          </a:xfrm>
          <a:solidFill>
            <a:srgbClr val="E0E0E0"/>
          </a:solidFill>
        </p:spPr>
        <p:txBody>
          <a:bodyPr anchor="ctr"/>
          <a:lstStyle>
            <a:lvl1pPr algn="ctr">
              <a:defRPr>
                <a:solidFill>
                  <a:schemeClr val="accent5"/>
                </a:solidFill>
              </a:defRPr>
            </a:lvl1pPr>
          </a:lstStyle>
          <a:p>
            <a:r>
              <a:rPr lang="en-US" dirty="0"/>
              <a:t>Place imagery here</a:t>
            </a:r>
          </a:p>
        </p:txBody>
      </p:sp>
      <p:pic>
        <p:nvPicPr>
          <p:cNvPr id="3" name="Picture 2" descr="IBM 8-bar logo">
            <a:extLst>
              <a:ext uri="{FF2B5EF4-FFF2-40B4-BE49-F238E27FC236}">
                <a16:creationId xmlns:a16="http://schemas.microsoft.com/office/drawing/2014/main" id="{5C99EA1F-50F2-8D44-9784-4C9D55555354}"/>
              </a:ext>
            </a:extLst>
          </p:cNvPr>
          <p:cNvPicPr>
            <a:picLocks noChangeAspect="1"/>
          </p:cNvPicPr>
          <p:nvPr userDrawn="1"/>
        </p:nvPicPr>
        <p:blipFill>
          <a:blip r:embed="rId2"/>
          <a:stretch>
            <a:fillRect/>
          </a:stretch>
        </p:blipFill>
        <p:spPr>
          <a:xfrm>
            <a:off x="580086" y="12577763"/>
            <a:ext cx="1538325" cy="572400"/>
          </a:xfrm>
          <a:prstGeom prst="rect">
            <a:avLst/>
          </a:prstGeom>
        </p:spPr>
      </p:pic>
      <p:sp>
        <p:nvSpPr>
          <p:cNvPr id="6" name="Title 1">
            <a:extLst>
              <a:ext uri="{FF2B5EF4-FFF2-40B4-BE49-F238E27FC236}">
                <a16:creationId xmlns:a16="http://schemas.microsoft.com/office/drawing/2014/main" id="{EC22CE22-4A72-C394-2534-3F9CEE594205}"/>
              </a:ext>
            </a:extLst>
          </p:cNvPr>
          <p:cNvSpPr>
            <a:spLocks noGrp="1"/>
          </p:cNvSpPr>
          <p:nvPr>
            <p:ph type="title"/>
          </p:nvPr>
        </p:nvSpPr>
        <p:spPr>
          <a:xfrm>
            <a:off x="576000" y="576000"/>
            <a:ext cx="10101072" cy="10356850"/>
          </a:xfrm>
        </p:spPr>
        <p:txBody>
          <a:bodyPr/>
          <a:lstStyle>
            <a:lvl1pPr>
              <a:lnSpc>
                <a:spcPct val="100000"/>
              </a:lnSpc>
              <a:defRPr sz="8400">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4152614004"/>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imagery, half, label">
    <p:bg>
      <p:bgPr>
        <a:solidFill>
          <a:schemeClr val="bg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76E74B7-8F2A-46A5-97C4-76677246CFAF}"/>
              </a:ext>
            </a:extLst>
          </p:cNvPr>
          <p:cNvSpPr>
            <a:spLocks noGrp="1"/>
          </p:cNvSpPr>
          <p:nvPr>
            <p:ph type="body" sz="quarter" idx="11"/>
          </p:nvPr>
        </p:nvSpPr>
        <p:spPr>
          <a:xfrm>
            <a:off x="576000" y="576072"/>
            <a:ext cx="10099675" cy="571500"/>
          </a:xfrm>
        </p:spPr>
        <p:txBody>
          <a:bodyPr/>
          <a:lstStyle>
            <a:lvl1pPr>
              <a:lnSpc>
                <a:spcPct val="100000"/>
              </a:lnSpc>
              <a:spcBef>
                <a:spcPts val="0"/>
              </a:spcBef>
              <a:defRPr sz="2800">
                <a:solidFill>
                  <a:schemeClr val="tx2"/>
                </a:solidFill>
              </a:defRPr>
            </a:lvl1pPr>
            <a:lvl2pPr>
              <a:spcBef>
                <a:spcPts val="0"/>
              </a:spcBef>
              <a:defRPr/>
            </a:lvl2pPr>
            <a:lvl3pPr>
              <a:spcBef>
                <a:spcPts val="0"/>
              </a:spcBef>
              <a:defRPr/>
            </a:lvl3pPr>
            <a:lvl4pPr>
              <a:spcBef>
                <a:spcPts val="0"/>
              </a:spcBef>
              <a:defRPr/>
            </a:lvl4pPr>
            <a:lvl5pPr>
              <a:spcBef>
                <a:spcPts val="0"/>
              </a:spcBef>
              <a:defRPr/>
            </a:lvl5pPr>
          </a:lstStyle>
          <a:p>
            <a:pPr lvl="0"/>
            <a:r>
              <a:rPr lang="en-US" dirty="0"/>
              <a:t>Click to edit Master text styles</a:t>
            </a:r>
          </a:p>
        </p:txBody>
      </p:sp>
      <p:sp>
        <p:nvSpPr>
          <p:cNvPr id="2" name="Title 1">
            <a:extLst>
              <a:ext uri="{FF2B5EF4-FFF2-40B4-BE49-F238E27FC236}">
                <a16:creationId xmlns:a16="http://schemas.microsoft.com/office/drawing/2014/main" id="{413A412C-EE28-6248-612D-41BAAD7F005C}"/>
              </a:ext>
            </a:extLst>
          </p:cNvPr>
          <p:cNvSpPr>
            <a:spLocks noGrp="1"/>
          </p:cNvSpPr>
          <p:nvPr>
            <p:ph type="title"/>
          </p:nvPr>
        </p:nvSpPr>
        <p:spPr>
          <a:xfrm>
            <a:off x="576000" y="1512000"/>
            <a:ext cx="10099675" cy="9147175"/>
          </a:xfrm>
        </p:spPr>
        <p:txBody>
          <a:bodyPr/>
          <a:lstStyle>
            <a:lvl1pPr>
              <a:lnSpc>
                <a:spcPct val="100000"/>
              </a:lnSpc>
              <a:defRPr sz="8400">
                <a:solidFill>
                  <a:schemeClr val="tx2"/>
                </a:solidFill>
              </a:defRPr>
            </a:lvl1pPr>
          </a:lstStyle>
          <a:p>
            <a:r>
              <a:rPr lang="en-US" dirty="0"/>
              <a:t>Click to edit Master title style</a:t>
            </a:r>
          </a:p>
        </p:txBody>
      </p:sp>
      <p:pic>
        <p:nvPicPr>
          <p:cNvPr id="3" name="Picture 2" descr="IBM 8-bar logo">
            <a:extLst>
              <a:ext uri="{FF2B5EF4-FFF2-40B4-BE49-F238E27FC236}">
                <a16:creationId xmlns:a16="http://schemas.microsoft.com/office/drawing/2014/main" id="{0A3BE97F-BB78-DA67-3A9B-B2FBFA0DFC6D}"/>
              </a:ext>
            </a:extLst>
          </p:cNvPr>
          <p:cNvPicPr>
            <a:picLocks noChangeAspect="1"/>
          </p:cNvPicPr>
          <p:nvPr userDrawn="1"/>
        </p:nvPicPr>
        <p:blipFill>
          <a:blip r:embed="rId2"/>
          <a:stretch>
            <a:fillRect/>
          </a:stretch>
        </p:blipFill>
        <p:spPr>
          <a:xfrm>
            <a:off x="580086" y="12577763"/>
            <a:ext cx="1538325" cy="572400"/>
          </a:xfrm>
          <a:prstGeom prst="rect">
            <a:avLst/>
          </a:prstGeom>
        </p:spPr>
      </p:pic>
      <p:sp>
        <p:nvSpPr>
          <p:cNvPr id="6" name="Picture Placeholder 6" descr="Place imagery here">
            <a:extLst>
              <a:ext uri="{FF2B5EF4-FFF2-40B4-BE49-F238E27FC236}">
                <a16:creationId xmlns:a16="http://schemas.microsoft.com/office/drawing/2014/main" id="{54AE768F-E6B1-F789-5E61-E59B3DBA779A}"/>
              </a:ext>
            </a:extLst>
          </p:cNvPr>
          <p:cNvSpPr>
            <a:spLocks noGrp="1"/>
          </p:cNvSpPr>
          <p:nvPr>
            <p:ph type="pic" sz="quarter" idx="12" hasCustomPrompt="1"/>
          </p:nvPr>
        </p:nvSpPr>
        <p:spPr>
          <a:xfrm>
            <a:off x="12763499" y="569913"/>
            <a:ext cx="11043132" cy="12580250"/>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3340209367"/>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576000"/>
            <a:ext cx="4942078" cy="4210050"/>
          </a:xfrm>
        </p:spPr>
        <p:txBody>
          <a:bodyPr/>
          <a:lstStyle>
            <a:lvl1pPr>
              <a:lnSpc>
                <a:spcPct val="100000"/>
              </a:lnSpc>
              <a:defRPr sz="6800">
                <a:solidFill>
                  <a:schemeClr val="tx2"/>
                </a:solidFill>
              </a:defRPr>
            </a:lvl1pPr>
          </a:lstStyle>
          <a:p>
            <a:r>
              <a:rPr lang="en-US" dirty="0"/>
              <a:t>Click to edit Master title style</a:t>
            </a:r>
          </a:p>
        </p:txBody>
      </p:sp>
      <p:sp>
        <p:nvSpPr>
          <p:cNvPr id="7" name="Text Placeholder 6">
            <a:extLst>
              <a:ext uri="{FF2B5EF4-FFF2-40B4-BE49-F238E27FC236}">
                <a16:creationId xmlns:a16="http://schemas.microsoft.com/office/drawing/2014/main" id="{675443B4-0187-FC99-0FDE-8EB191B6CEF4}"/>
              </a:ext>
            </a:extLst>
          </p:cNvPr>
          <p:cNvSpPr>
            <a:spLocks noGrp="1"/>
          </p:cNvSpPr>
          <p:nvPr>
            <p:ph type="body" sz="quarter" idx="10"/>
          </p:nvPr>
        </p:nvSpPr>
        <p:spPr>
          <a:xfrm>
            <a:off x="12766675" y="574675"/>
            <a:ext cx="4953000" cy="11617318"/>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Text Placeholder 9">
            <a:extLst>
              <a:ext uri="{FF2B5EF4-FFF2-40B4-BE49-F238E27FC236}">
                <a16:creationId xmlns:a16="http://schemas.microsoft.com/office/drawing/2014/main" id="{5A647AD3-098B-D1AB-C8D8-463E38402F94}"/>
              </a:ext>
            </a:extLst>
          </p:cNvPr>
          <p:cNvSpPr>
            <a:spLocks noGrp="1"/>
          </p:cNvSpPr>
          <p:nvPr>
            <p:ph type="body" sz="quarter" idx="11"/>
          </p:nvPr>
        </p:nvSpPr>
        <p:spPr>
          <a:xfrm>
            <a:off x="18862676" y="574675"/>
            <a:ext cx="4941888" cy="11620500"/>
          </a:xfrm>
        </p:spPr>
        <p:txBody>
          <a:bodyPr/>
          <a:lstStyle>
            <a:lvl1pPr defTabSz="1161288">
              <a:spcBef>
                <a:spcPts val="0"/>
              </a:spcBef>
              <a:defRPr>
                <a:solidFill>
                  <a:schemeClr val="tx1"/>
                </a:solidFill>
              </a:defRPr>
            </a:lvl1pPr>
            <a:lvl2pPr defTabSz="1161288">
              <a:spcBef>
                <a:spcPts val="0"/>
              </a:spcBef>
              <a:defRPr>
                <a:solidFill>
                  <a:schemeClr val="tx1"/>
                </a:solidFill>
              </a:defRPr>
            </a:lvl2pPr>
            <a:lvl3pPr defTabSz="1161288">
              <a:spcBef>
                <a:spcPts val="0"/>
              </a:spcBef>
              <a:defRPr>
                <a:solidFill>
                  <a:schemeClr val="tx1"/>
                </a:solidFill>
              </a:defRPr>
            </a:lvl3pPr>
            <a:lvl4pPr defTabSz="1161288">
              <a:spcBef>
                <a:spcPts val="0"/>
              </a:spcBef>
              <a:defRPr>
                <a:solidFill>
                  <a:schemeClr val="tx1"/>
                </a:solidFill>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Footer Placeholder 3">
            <a:extLst>
              <a:ext uri="{FF2B5EF4-FFF2-40B4-BE49-F238E27FC236}">
                <a16:creationId xmlns:a16="http://schemas.microsoft.com/office/drawing/2014/main" id="{028AA764-A00C-AFFF-7F3F-49A733DCD474}"/>
              </a:ext>
            </a:extLst>
          </p:cNvPr>
          <p:cNvSpPr>
            <a:spLocks noGrp="1"/>
          </p:cNvSpPr>
          <p:nvPr>
            <p:ph type="ftr" sz="quarter" idx="18"/>
          </p:nvPr>
        </p:nvSpPr>
        <p:spPr>
          <a:xfrm>
            <a:off x="576000" y="12816000"/>
            <a:ext cx="4956176" cy="381000"/>
          </a:xfrm>
        </p:spPr>
        <p:txBody>
          <a:bodyPr/>
          <a:lstStyle/>
          <a:p>
            <a:endParaRPr lang="en-US" dirty="0"/>
          </a:p>
        </p:txBody>
      </p:sp>
      <p:sp>
        <p:nvSpPr>
          <p:cNvPr id="4" name="Slide Number">
            <a:extLst>
              <a:ext uri="{FF2B5EF4-FFF2-40B4-BE49-F238E27FC236}">
                <a16:creationId xmlns:a16="http://schemas.microsoft.com/office/drawing/2014/main" id="{D5D1D2A7-CF30-5698-14FC-F71CB82D5BCC}"/>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314303940"/>
      </p:ext>
    </p:extLst>
  </p:cSld>
  <p:clrMapOvr>
    <a:masterClrMapping/>
  </p:clrMapOvr>
  <p:transition spd="med"/>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576000"/>
            <a:ext cx="11036491" cy="2663825"/>
          </a:xfrm>
        </p:spPr>
        <p:txBody>
          <a:bodyPr rIns="457200"/>
          <a:lstStyle>
            <a:lvl1pPr>
              <a:lnSpc>
                <a:spcPct val="100000"/>
              </a:lnSpc>
              <a:defRPr sz="8400">
                <a:solidFill>
                  <a:schemeClr val="tx2"/>
                </a:solidFill>
              </a:defRPr>
            </a:lvl1pPr>
          </a:lstStyle>
          <a:p>
            <a:r>
              <a:rPr lang="en-US" dirty="0"/>
              <a:t>Click to edit Master title style</a:t>
            </a:r>
          </a:p>
        </p:txBody>
      </p:sp>
      <p:sp>
        <p:nvSpPr>
          <p:cNvPr id="3" name="Footer Placeholder 3">
            <a:extLst>
              <a:ext uri="{FF2B5EF4-FFF2-40B4-BE49-F238E27FC236}">
                <a16:creationId xmlns:a16="http://schemas.microsoft.com/office/drawing/2014/main" id="{42F412B5-726F-373A-86F7-2FBA60F14014}"/>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6E2B1415-A9D9-645B-4DF0-7D16976DF72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572839104"/>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rge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C7EC0-4BFB-A603-5703-0D692C62692D}"/>
              </a:ext>
            </a:extLst>
          </p:cNvPr>
          <p:cNvSpPr>
            <a:spLocks noGrp="1"/>
          </p:cNvSpPr>
          <p:nvPr>
            <p:ph type="title"/>
          </p:nvPr>
        </p:nvSpPr>
        <p:spPr>
          <a:xfrm>
            <a:off x="576000" y="576000"/>
            <a:ext cx="17141825" cy="8832850"/>
          </a:xfrm>
        </p:spPr>
        <p:txBody>
          <a:bodyPr/>
          <a:lstStyle>
            <a:lvl1pPr>
              <a:defRPr sz="16800" b="0" i="0">
                <a:solidFill>
                  <a:schemeClr val="tx2"/>
                </a:solidFill>
                <a:latin typeface="IBM Plex Sans Light" panose="020B0303050203000203" pitchFamily="34" charset="0"/>
              </a:defRPr>
            </a:lvl1pPr>
          </a:lstStyle>
          <a:p>
            <a:r>
              <a:rPr lang="en-US" dirty="0"/>
              <a:t>Click to edit Master title style</a:t>
            </a:r>
          </a:p>
        </p:txBody>
      </p:sp>
      <p:sp>
        <p:nvSpPr>
          <p:cNvPr id="3" name="Footer Placeholder 3">
            <a:extLst>
              <a:ext uri="{FF2B5EF4-FFF2-40B4-BE49-F238E27FC236}">
                <a16:creationId xmlns:a16="http://schemas.microsoft.com/office/drawing/2014/main" id="{B98A3D4B-A3E1-0D38-F80E-1D86FCFA4DAE}"/>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3CF46425-C9F2-46CE-AAEE-89D8A19E0F2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201808370"/>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allout, headlin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36957-63E4-1587-AB6D-C18AE4E04D8D}"/>
              </a:ext>
            </a:extLst>
          </p:cNvPr>
          <p:cNvSpPr>
            <a:spLocks noGrp="1"/>
          </p:cNvSpPr>
          <p:nvPr>
            <p:ph type="title"/>
          </p:nvPr>
        </p:nvSpPr>
        <p:spPr>
          <a:xfrm>
            <a:off x="576000" y="576000"/>
            <a:ext cx="9909175" cy="4209670"/>
          </a:xfrm>
        </p:spPr>
        <p:txBody>
          <a:bodyPr/>
          <a:lstStyle>
            <a:lvl1pPr>
              <a:lnSpc>
                <a:spcPct val="100000"/>
              </a:lnSpc>
              <a:defRPr sz="6800">
                <a:solidFill>
                  <a:schemeClr val="tx2"/>
                </a:solidFill>
              </a:defRPr>
            </a:lvl1pPr>
          </a:lstStyle>
          <a:p>
            <a:r>
              <a:rPr lang="en-US" dirty="0"/>
              <a:t>Click to edit Master title style</a:t>
            </a:r>
          </a:p>
        </p:txBody>
      </p:sp>
      <p:sp>
        <p:nvSpPr>
          <p:cNvPr id="4" name="Text Placeholder 3">
            <a:extLst>
              <a:ext uri="{FF2B5EF4-FFF2-40B4-BE49-F238E27FC236}">
                <a16:creationId xmlns:a16="http://schemas.microsoft.com/office/drawing/2014/main" id="{0354631A-4ED7-F527-1CBC-9AF7BE2CB676}"/>
              </a:ext>
            </a:extLst>
          </p:cNvPr>
          <p:cNvSpPr>
            <a:spLocks noGrp="1"/>
          </p:cNvSpPr>
          <p:nvPr>
            <p:ph type="body" sz="quarter" idx="10"/>
          </p:nvPr>
        </p:nvSpPr>
        <p:spPr>
          <a:xfrm>
            <a:off x="12780000" y="576000"/>
            <a:ext cx="11042073" cy="8778494"/>
          </a:xfrm>
        </p:spPr>
        <p:txBody>
          <a:bodyPr/>
          <a:lstStyle>
            <a:lvl1pPr>
              <a:lnSpc>
                <a:spcPct val="100000"/>
              </a:lnSpc>
              <a:spcBef>
                <a:spcPts val="0"/>
              </a:spcBef>
              <a:defRPr sz="6800">
                <a:solidFill>
                  <a:schemeClr val="tx2"/>
                </a:solidFill>
              </a:defRPr>
            </a:lvl1pPr>
            <a:lvl2pPr marL="327600" indent="-327600">
              <a:lnSpc>
                <a:spcPct val="100000"/>
              </a:lnSpc>
              <a:spcBef>
                <a:spcPts val="0"/>
              </a:spcBef>
              <a:defRPr sz="6800">
                <a:solidFill>
                  <a:schemeClr val="tx2"/>
                </a:solidFill>
              </a:defRPr>
            </a:lvl2pPr>
            <a:lvl3pPr marL="658800" indent="-327600">
              <a:lnSpc>
                <a:spcPct val="100000"/>
              </a:lnSpc>
              <a:spcBef>
                <a:spcPts val="0"/>
              </a:spcBef>
              <a:defRPr sz="6800">
                <a:solidFill>
                  <a:schemeClr val="tx2"/>
                </a:solidFill>
              </a:defRPr>
            </a:lvl3pPr>
            <a:lvl4pPr marL="986400">
              <a:lnSpc>
                <a:spcPct val="100000"/>
              </a:lnSpc>
              <a:spcBef>
                <a:spcPts val="0"/>
              </a:spcBef>
              <a:defRPr sz="6800">
                <a:solidFill>
                  <a:schemeClr val="tx2"/>
                </a:solidFill>
              </a:defRPr>
            </a:lvl4pPr>
            <a:lvl5pPr>
              <a:lnSpc>
                <a:spcPct val="100000"/>
              </a:lnSpc>
              <a:spcBef>
                <a:spcPts val="0"/>
              </a:spcBef>
              <a:defRPr sz="6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 name="Footer Placeholder 3">
            <a:extLst>
              <a:ext uri="{FF2B5EF4-FFF2-40B4-BE49-F238E27FC236}">
                <a16:creationId xmlns:a16="http://schemas.microsoft.com/office/drawing/2014/main" id="{20FC8337-4A61-6950-CEE5-DDB270D10746}"/>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F8F57643-D39B-662E-5D14-6D9BFA200F3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42206079"/>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allout, stand-alone">
    <p:bg>
      <p:bgPr>
        <a:solidFill>
          <a:schemeClr val="bg1"/>
        </a:solidFill>
        <a:effectLst/>
      </p:bgPr>
    </p:bg>
    <p:spTree>
      <p:nvGrpSpPr>
        <p:cNvPr id="1" name=""/>
        <p:cNvGrpSpPr/>
        <p:nvPr/>
      </p:nvGrpSpPr>
      <p:grpSpPr>
        <a:xfrm>
          <a:off x="0" y="0"/>
          <a:ext cx="0" cy="0"/>
          <a:chOff x="0" y="0"/>
          <a:chExt cx="0" cy="0"/>
        </a:xfrm>
      </p:grpSpPr>
      <p:sp>
        <p:nvSpPr>
          <p:cNvPr id="3" name="Footer Placeholder 3">
            <a:extLst>
              <a:ext uri="{FF2B5EF4-FFF2-40B4-BE49-F238E27FC236}">
                <a16:creationId xmlns:a16="http://schemas.microsoft.com/office/drawing/2014/main" id="{949EB6B2-A4A6-F162-D0FE-417694FC70FD}"/>
              </a:ext>
            </a:extLst>
          </p:cNvPr>
          <p:cNvSpPr>
            <a:spLocks noGrp="1"/>
          </p:cNvSpPr>
          <p:nvPr>
            <p:ph type="ftr" sz="quarter" idx="18"/>
          </p:nvPr>
        </p:nvSpPr>
        <p:spPr>
          <a:xfrm>
            <a:off x="576000" y="12816000"/>
            <a:ext cx="4943476" cy="381000"/>
          </a:xfrm>
        </p:spPr>
        <p:txBody>
          <a:bodyPr/>
          <a:lstStyle/>
          <a:p>
            <a:endParaRPr lang="en-US" dirty="0"/>
          </a:p>
        </p:txBody>
      </p:sp>
      <p:sp>
        <p:nvSpPr>
          <p:cNvPr id="6" name="Slide Number">
            <a:extLst>
              <a:ext uri="{FF2B5EF4-FFF2-40B4-BE49-F238E27FC236}">
                <a16:creationId xmlns:a16="http://schemas.microsoft.com/office/drawing/2014/main" id="{4DAC6A96-E5C9-E8BD-2383-92616744093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
        <p:nvSpPr>
          <p:cNvPr id="9" name="Text Placeholder 8">
            <a:extLst>
              <a:ext uri="{FF2B5EF4-FFF2-40B4-BE49-F238E27FC236}">
                <a16:creationId xmlns:a16="http://schemas.microsoft.com/office/drawing/2014/main" id="{E0CC16BE-B09A-0C84-8A0B-5FE3F85FB19B}"/>
              </a:ext>
            </a:extLst>
          </p:cNvPr>
          <p:cNvSpPr>
            <a:spLocks noGrp="1"/>
          </p:cNvSpPr>
          <p:nvPr>
            <p:ph type="body" sz="quarter" idx="19"/>
          </p:nvPr>
        </p:nvSpPr>
        <p:spPr>
          <a:xfrm>
            <a:off x="576000" y="576000"/>
            <a:ext cx="14649450" cy="10356265"/>
          </a:xfrm>
        </p:spPr>
        <p:txBody>
          <a:bodyPr/>
          <a:lstStyle>
            <a:lvl1pPr>
              <a:lnSpc>
                <a:spcPct val="100000"/>
              </a:lnSpc>
              <a:defRPr sz="8400"/>
            </a:lvl1pPr>
          </a:lstStyle>
          <a:p>
            <a:pPr lvl="0"/>
            <a:r>
              <a:rPr lang="en-US" dirty="0"/>
              <a:t>Click to edit Master text styles</a:t>
            </a:r>
          </a:p>
        </p:txBody>
      </p:sp>
    </p:spTree>
    <p:extLst>
      <p:ext uri="{BB962C8B-B14F-4D97-AF65-F5344CB8AC3E}">
        <p14:creationId xmlns:p14="http://schemas.microsoft.com/office/powerpoint/2010/main" val="1471603199"/>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ata, 2 callouts, vertical">
    <p:bg>
      <p:bgPr>
        <a:solidFill>
          <a:schemeClr val="bg1"/>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D5E03B0-C633-E81D-0D42-3FCCAFD64B0F}"/>
              </a:ext>
            </a:extLst>
          </p:cNvPr>
          <p:cNvSpPr>
            <a:spLocks noGrp="1"/>
          </p:cNvSpPr>
          <p:nvPr>
            <p:ph type="body" sz="quarter" idx="12"/>
          </p:nvPr>
        </p:nvSpPr>
        <p:spPr>
          <a:xfrm>
            <a:off x="576000" y="576072"/>
            <a:ext cx="7623175" cy="7043928"/>
          </a:xfrm>
        </p:spPr>
        <p:txBody>
          <a:bodyPr/>
          <a:lstStyle>
            <a:lvl1pPr>
              <a:lnSpc>
                <a:spcPct val="100000"/>
              </a:lnSpc>
              <a:spcBef>
                <a:spcPts val="0"/>
              </a:spcBef>
              <a:defRPr sz="6800">
                <a:solidFill>
                  <a:schemeClr val="tx1"/>
                </a:solidFill>
              </a:defRPr>
            </a:lvl1pPr>
            <a:lvl2pPr marL="327600" indent="-327600">
              <a:lnSpc>
                <a:spcPct val="100000"/>
              </a:lnSpc>
              <a:spcBef>
                <a:spcPts val="0"/>
              </a:spcBef>
              <a:defRPr sz="6800">
                <a:solidFill>
                  <a:schemeClr val="tx1"/>
                </a:solidFill>
              </a:defRPr>
            </a:lvl2pPr>
            <a:lvl3pPr marL="658800" indent="-327600">
              <a:lnSpc>
                <a:spcPct val="100000"/>
              </a:lnSpc>
              <a:spcBef>
                <a:spcPts val="0"/>
              </a:spcBef>
              <a:defRPr sz="6800">
                <a:solidFill>
                  <a:schemeClr val="tx1"/>
                </a:solidFill>
              </a:defRPr>
            </a:lvl3pPr>
            <a:lvl4pPr marL="986400" indent="-327600">
              <a:lnSpc>
                <a:spcPct val="100000"/>
              </a:lnSpc>
              <a:spcBef>
                <a:spcPts val="0"/>
              </a:spcBef>
              <a:defRPr sz="68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Text Placeholder 9">
            <a:extLst>
              <a:ext uri="{FF2B5EF4-FFF2-40B4-BE49-F238E27FC236}">
                <a16:creationId xmlns:a16="http://schemas.microsoft.com/office/drawing/2014/main" id="{DB20D7FD-6784-59C5-938D-4728A153F52B}"/>
              </a:ext>
            </a:extLst>
          </p:cNvPr>
          <p:cNvSpPr>
            <a:spLocks noGrp="1"/>
          </p:cNvSpPr>
          <p:nvPr>
            <p:ph type="body" sz="quarter" idx="13" hasCustomPrompt="1"/>
          </p:nvPr>
        </p:nvSpPr>
        <p:spPr>
          <a:xfrm>
            <a:off x="576000" y="9628222"/>
            <a:ext cx="11050588" cy="3353065"/>
          </a:xfrm>
        </p:spPr>
        <p:txBody>
          <a:bodyPr anchor="b"/>
          <a:lstStyle>
            <a:lvl1pPr>
              <a:lnSpc>
                <a:spcPct val="90000"/>
              </a:lnSpc>
              <a:spcBef>
                <a:spcPts val="0"/>
              </a:spcBef>
              <a:defRPr sz="25200" b="0" i="0">
                <a:solidFill>
                  <a:schemeClr val="accent1"/>
                </a:solidFill>
                <a:latin typeface="IBM Plex Sans Light" panose="020B0303050203000203" pitchFamily="34" charset="0"/>
              </a:defRPr>
            </a:lvl1pPr>
          </a:lstStyle>
          <a:p>
            <a:r>
              <a:rPr lang="en-US" dirty="0"/>
              <a:t>↗︎00M</a:t>
            </a:r>
          </a:p>
        </p:txBody>
      </p:sp>
      <p:cxnSp>
        <p:nvCxnSpPr>
          <p:cNvPr id="9" name="Straight Connector 8" descr="Vertical column divider">
            <a:extLst>
              <a:ext uri="{FF2B5EF4-FFF2-40B4-BE49-F238E27FC236}">
                <a16:creationId xmlns:a16="http://schemas.microsoft.com/office/drawing/2014/main" id="{1C44518A-7FBB-67DA-E35B-8BC0AAFC6062}"/>
              </a:ext>
            </a:extLst>
          </p:cNvPr>
          <p:cNvCxnSpPr>
            <a:cxnSpLocks/>
          </p:cNvCxnSpPr>
          <p:nvPr userDrawn="1"/>
        </p:nvCxnSpPr>
        <p:spPr bwMode="auto">
          <a:xfrm>
            <a:off x="12193587" y="569913"/>
            <a:ext cx="0" cy="1162526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 name="Text Placeholder 5">
            <a:extLst>
              <a:ext uri="{FF2B5EF4-FFF2-40B4-BE49-F238E27FC236}">
                <a16:creationId xmlns:a16="http://schemas.microsoft.com/office/drawing/2014/main" id="{0A7285B0-4A1E-8885-0C0E-77D0ECA9CACD}"/>
              </a:ext>
            </a:extLst>
          </p:cNvPr>
          <p:cNvSpPr>
            <a:spLocks noGrp="1"/>
          </p:cNvSpPr>
          <p:nvPr>
            <p:ph type="body" sz="quarter" idx="11"/>
          </p:nvPr>
        </p:nvSpPr>
        <p:spPr>
          <a:xfrm>
            <a:off x="12780000" y="576072"/>
            <a:ext cx="7624800" cy="7043928"/>
          </a:xfrm>
        </p:spPr>
        <p:txBody>
          <a:bodyPr/>
          <a:lstStyle>
            <a:lvl1pPr>
              <a:lnSpc>
                <a:spcPct val="100000"/>
              </a:lnSpc>
              <a:spcBef>
                <a:spcPts val="0"/>
              </a:spcBef>
              <a:defRPr sz="6800">
                <a:solidFill>
                  <a:schemeClr val="tx1"/>
                </a:solidFill>
              </a:defRPr>
            </a:lvl1pPr>
            <a:lvl2pPr marL="327600" indent="-327600">
              <a:lnSpc>
                <a:spcPct val="100000"/>
              </a:lnSpc>
              <a:spcBef>
                <a:spcPts val="0"/>
              </a:spcBef>
              <a:defRPr sz="6800">
                <a:solidFill>
                  <a:schemeClr val="tx1"/>
                </a:solidFill>
              </a:defRPr>
            </a:lvl2pPr>
            <a:lvl3pPr marL="658800" indent="-327600">
              <a:lnSpc>
                <a:spcPct val="100000"/>
              </a:lnSpc>
              <a:spcBef>
                <a:spcPts val="0"/>
              </a:spcBef>
              <a:defRPr sz="6800">
                <a:solidFill>
                  <a:schemeClr val="tx1"/>
                </a:solidFill>
              </a:defRPr>
            </a:lvl3pPr>
            <a:lvl4pPr marL="986400" indent="-327600">
              <a:lnSpc>
                <a:spcPct val="100000"/>
              </a:lnSpc>
              <a:spcBef>
                <a:spcPts val="0"/>
              </a:spcBef>
              <a:defRPr sz="68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11">
            <a:extLst>
              <a:ext uri="{FF2B5EF4-FFF2-40B4-BE49-F238E27FC236}">
                <a16:creationId xmlns:a16="http://schemas.microsoft.com/office/drawing/2014/main" id="{5F395CBF-E65B-9A42-BAE5-C2B2BD9B7BD2}"/>
              </a:ext>
            </a:extLst>
          </p:cNvPr>
          <p:cNvSpPr>
            <a:spLocks noGrp="1"/>
          </p:cNvSpPr>
          <p:nvPr>
            <p:ph type="body" sz="quarter" idx="14" hasCustomPrompt="1"/>
          </p:nvPr>
        </p:nvSpPr>
        <p:spPr>
          <a:xfrm>
            <a:off x="12780000" y="9628222"/>
            <a:ext cx="11049000" cy="3354293"/>
          </a:xfrm>
        </p:spPr>
        <p:txBody>
          <a:bodyPr anchor="b"/>
          <a:lstStyle>
            <a:lvl1pPr>
              <a:lnSpc>
                <a:spcPct val="90000"/>
              </a:lnSpc>
              <a:spcBef>
                <a:spcPts val="0"/>
              </a:spcBef>
              <a:defRPr sz="25200" b="0" i="0">
                <a:solidFill>
                  <a:schemeClr val="accent1"/>
                </a:solidFill>
                <a:latin typeface="IBM Plex Sans Light" panose="020B0303050203000203" pitchFamily="34" charset="0"/>
              </a:defRPr>
            </a:lvl1pPr>
          </a:lstStyle>
          <a:p>
            <a:r>
              <a:rPr lang="en-US" dirty="0"/>
              <a:t>+00%</a:t>
            </a:r>
          </a:p>
        </p:txBody>
      </p:sp>
      <p:sp>
        <p:nvSpPr>
          <p:cNvPr id="2" name="Footer Placeholder 3">
            <a:extLst>
              <a:ext uri="{FF2B5EF4-FFF2-40B4-BE49-F238E27FC236}">
                <a16:creationId xmlns:a16="http://schemas.microsoft.com/office/drawing/2014/main" id="{21A64AF3-E67B-E80B-A5D3-6B3533C87F91}"/>
              </a:ext>
            </a:extLst>
          </p:cNvPr>
          <p:cNvSpPr>
            <a:spLocks noGrp="1"/>
          </p:cNvSpPr>
          <p:nvPr>
            <p:ph type="ftr" sz="quarter" idx="18"/>
          </p:nvPr>
        </p:nvSpPr>
        <p:spPr>
          <a:xfrm>
            <a:off x="576000" y="12816000"/>
            <a:ext cx="4956176" cy="381000"/>
          </a:xfrm>
        </p:spPr>
        <p:txBody>
          <a:bodyPr/>
          <a:lstStyle/>
          <a:p>
            <a:endParaRPr lang="en-US" dirty="0"/>
          </a:p>
        </p:txBody>
      </p:sp>
      <p:sp>
        <p:nvSpPr>
          <p:cNvPr id="5" name="Slide Number">
            <a:extLst>
              <a:ext uri="{FF2B5EF4-FFF2-40B4-BE49-F238E27FC236}">
                <a16:creationId xmlns:a16="http://schemas.microsoft.com/office/drawing/2014/main" id="{28C4F134-9B5D-407C-F525-B2FC25B7B5CD}"/>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447478196"/>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ata, 3 callouts, vertic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3284728"/>
          </a:xfrm>
        </p:spPr>
        <p:txBody>
          <a:bodyPr/>
          <a:lstStyle>
            <a:lvl1pPr>
              <a:lnSpc>
                <a:spcPct val="100000"/>
              </a:lnSpc>
              <a:defRPr sz="6800">
                <a:solidFill>
                  <a:schemeClr val="tx2"/>
                </a:solidFill>
              </a:defRPr>
            </a:lvl1pPr>
          </a:lstStyle>
          <a:p>
            <a:r>
              <a:rPr lang="en-US" dirty="0"/>
              <a:t>Click to edit Master title style</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576000"/>
            <a:ext cx="4951413" cy="1907912"/>
          </a:xfrm>
        </p:spPr>
        <p:txBody>
          <a:bodyPr/>
          <a:lstStyle>
            <a:lvl1pPr>
              <a:lnSpc>
                <a:spcPct val="90000"/>
              </a:lnSpc>
              <a:defRPr sz="13200">
                <a:solidFill>
                  <a:schemeClr val="accent1"/>
                </a:solidFill>
              </a:defRPr>
            </a:lvl1pPr>
            <a:lvl2pPr marL="0" indent="0">
              <a:buNone/>
              <a:defRPr/>
            </a:lvl2pPr>
          </a:lstStyle>
          <a:p>
            <a:pPr lvl="0"/>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6667500" y="2479413"/>
            <a:ext cx="4951413" cy="9862108"/>
          </a:xfrm>
        </p:spPr>
        <p:txBody>
          <a:bodyPr/>
          <a:lstStyle>
            <a:lvl1pPr>
              <a:lnSpc>
                <a:spcPct val="110000"/>
              </a:lnSpc>
              <a:spcBef>
                <a:spcPts val="0"/>
              </a:spcBef>
              <a:defRPr>
                <a:solidFill>
                  <a:schemeClr val="tx1"/>
                </a:solidFill>
              </a:defRPr>
            </a:lvl1pPr>
            <a:lvl2pPr>
              <a:lnSpc>
                <a:spcPct val="100000"/>
              </a:lnSpc>
              <a:spcBef>
                <a:spcPts val="0"/>
              </a:spcBef>
              <a:defRPr>
                <a:solidFill>
                  <a:schemeClr val="tx1"/>
                </a:solidFill>
              </a:defRPr>
            </a:lvl2pPr>
            <a:lvl3pPr>
              <a:lnSpc>
                <a:spcPct val="100000"/>
              </a:lnSpc>
              <a:spcBef>
                <a:spcPts val="0"/>
              </a:spcBef>
              <a:defRPr>
                <a:solidFill>
                  <a:schemeClr val="tx1"/>
                </a:solidFill>
              </a:defRPr>
            </a:lvl3pPr>
            <a:lvl4pPr>
              <a:lnSpc>
                <a:spcPct val="10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12780000" y="576000"/>
            <a:ext cx="4949825" cy="1906588"/>
          </a:xfrm>
        </p:spPr>
        <p:txBody>
          <a:bodyPr/>
          <a:lstStyle>
            <a:lvl1pPr>
              <a:lnSpc>
                <a:spcPct val="90000"/>
              </a:lnSpc>
              <a:defRPr sz="13200">
                <a:solidFill>
                  <a:schemeClr val="accent1"/>
                </a:solidFill>
              </a:defRPr>
            </a:lvl1pPr>
          </a:lstStyle>
          <a:p>
            <a:pPr lvl="0"/>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80000" y="2479413"/>
            <a:ext cx="4953000" cy="9862108"/>
          </a:xfrm>
        </p:spPr>
        <p:txBody>
          <a:bodyPr/>
          <a:lstStyle>
            <a:lvl1pPr>
              <a:lnSpc>
                <a:spcPct val="110000"/>
              </a:lnSpc>
              <a:spcBef>
                <a:spcPts val="0"/>
              </a:spcBef>
              <a:defRPr>
                <a:solidFill>
                  <a:schemeClr val="tx1"/>
                </a:solidFill>
              </a:defRPr>
            </a:lvl1pPr>
            <a:lvl2pPr>
              <a:lnSpc>
                <a:spcPct val="100000"/>
              </a:lnSpc>
              <a:spcBef>
                <a:spcPts val="0"/>
              </a:spcBef>
              <a:defRPr>
                <a:solidFill>
                  <a:schemeClr val="tx1"/>
                </a:solidFill>
              </a:defRPr>
            </a:lvl2pPr>
            <a:lvl3pPr>
              <a:lnSpc>
                <a:spcPct val="100000"/>
              </a:lnSpc>
              <a:spcBef>
                <a:spcPts val="0"/>
              </a:spcBef>
              <a:defRPr>
                <a:solidFill>
                  <a:schemeClr val="tx1"/>
                </a:solidFill>
              </a:defRPr>
            </a:lvl3pPr>
            <a:lvl4pPr>
              <a:lnSpc>
                <a:spcPct val="10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18859500" y="576000"/>
            <a:ext cx="4949825" cy="1903413"/>
          </a:xfrm>
        </p:spPr>
        <p:txBody>
          <a:bodyPr/>
          <a:lstStyle>
            <a:lvl1pPr>
              <a:lnSpc>
                <a:spcPct val="90000"/>
              </a:lnSpc>
              <a:defRPr sz="13200">
                <a:solidFill>
                  <a:schemeClr val="accent1"/>
                </a:solidFill>
              </a:defRPr>
            </a:lvl1pPr>
          </a:lstStyle>
          <a:p>
            <a:pPr lvl="0"/>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8857912" y="2479413"/>
            <a:ext cx="4953000" cy="9862108"/>
          </a:xfrm>
        </p:spPr>
        <p:txBody>
          <a:bodyPr/>
          <a:lstStyle>
            <a:lvl1pPr>
              <a:lnSpc>
                <a:spcPct val="110000"/>
              </a:lnSpc>
              <a:spcBef>
                <a:spcPts val="0"/>
              </a:spcBef>
              <a:defRPr>
                <a:solidFill>
                  <a:schemeClr val="tx1"/>
                </a:solidFill>
              </a:defRPr>
            </a:lvl1pPr>
            <a:lvl2pPr>
              <a:lnSpc>
                <a:spcPct val="100000"/>
              </a:lnSpc>
              <a:spcBef>
                <a:spcPts val="0"/>
              </a:spcBef>
              <a:defRPr>
                <a:solidFill>
                  <a:schemeClr val="tx1"/>
                </a:solidFill>
              </a:defRPr>
            </a:lvl2pPr>
            <a:lvl3pPr>
              <a:lnSpc>
                <a:spcPct val="100000"/>
              </a:lnSpc>
              <a:spcBef>
                <a:spcPts val="0"/>
              </a:spcBef>
              <a:defRPr>
                <a:solidFill>
                  <a:schemeClr val="tx1"/>
                </a:solidFill>
              </a:defRPr>
            </a:lvl3pPr>
            <a:lvl4pPr>
              <a:lnSpc>
                <a:spcPct val="10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70675" y="12058650"/>
            <a:ext cx="4951413" cy="1143000"/>
          </a:xfrm>
        </p:spPr>
        <p:txBody>
          <a:bodyPr anchor="b"/>
          <a:lstStyle>
            <a:lvl1pPr>
              <a:lnSpc>
                <a:spcPct val="120000"/>
              </a:lnSpc>
              <a:spcBef>
                <a:spcPts val="0"/>
              </a:spcBef>
              <a:defRPr sz="1600" b="0" i="0">
                <a:solidFill>
                  <a:schemeClr val="tx1"/>
                </a:solidFill>
                <a:latin typeface="IBM Plex Sans Light" panose="020B0503050203000203" pitchFamily="34" charset="0"/>
              </a:defRPr>
            </a:lvl1pPr>
            <a:lvl2pPr marL="327600" indent="-327600">
              <a:lnSpc>
                <a:spcPct val="100000"/>
              </a:lnSpc>
              <a:spcBef>
                <a:spcPts val="0"/>
              </a:spcBef>
              <a:defRPr sz="1600" b="0" i="0">
                <a:solidFill>
                  <a:schemeClr val="tx1"/>
                </a:solidFill>
                <a:latin typeface="IBM Plex Sans Light" panose="020B0503050203000203" pitchFamily="34" charset="0"/>
              </a:defRPr>
            </a:lvl2pPr>
            <a:lvl3pPr marL="658800" indent="-327600">
              <a:lnSpc>
                <a:spcPct val="100000"/>
              </a:lnSpc>
              <a:spcBef>
                <a:spcPts val="0"/>
              </a:spcBef>
              <a:defRPr sz="1600" b="0" i="0">
                <a:solidFill>
                  <a:schemeClr val="tx1"/>
                </a:solidFill>
                <a:latin typeface="IBM Plex Sans Light" panose="020B0503050203000203" pitchFamily="34" charset="0"/>
              </a:defRPr>
            </a:lvl3pPr>
            <a:lvl4pPr marL="986400" indent="-327600">
              <a:lnSpc>
                <a:spcPct val="100000"/>
              </a:lnSpc>
              <a:spcBef>
                <a:spcPts val="0"/>
              </a:spcBef>
              <a:defRPr sz="1600" b="0" i="0">
                <a:solidFill>
                  <a:schemeClr val="tx1"/>
                </a:solidFill>
                <a:latin typeface="IBM Plex Sans Light" panose="020B0503050203000203" pitchFamily="34" charset="0"/>
              </a:defRPr>
            </a:lvl4pPr>
            <a:lvl5pPr>
              <a:lnSpc>
                <a:spcPct val="120000"/>
              </a:lnSpc>
              <a:spcBef>
                <a:spcPts val="0"/>
              </a:spcBef>
              <a:defRPr sz="1600" b="0" i="0">
                <a:solidFill>
                  <a:schemeClr val="tx1"/>
                </a:solidFill>
                <a:latin typeface="IBM Plex Sans Light"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Footer Placeholder 3">
            <a:extLst>
              <a:ext uri="{FF2B5EF4-FFF2-40B4-BE49-F238E27FC236}">
                <a16:creationId xmlns:a16="http://schemas.microsoft.com/office/drawing/2014/main" id="{C856FFD0-F317-D3D7-DE9D-AA1F4AB27EEB}"/>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899D670E-69CE-BB86-FB88-291343BDEE2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08336805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ata, 2 callouts, horizontal">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C97FE8A-75E3-6FC8-02DD-50E0A4C8C958}"/>
              </a:ext>
            </a:extLst>
          </p:cNvPr>
          <p:cNvSpPr>
            <a:spLocks noGrp="1"/>
          </p:cNvSpPr>
          <p:nvPr>
            <p:ph type="body" sz="quarter" idx="13"/>
          </p:nvPr>
        </p:nvSpPr>
        <p:spPr>
          <a:xfrm>
            <a:off x="6667200" y="7446910"/>
            <a:ext cx="11045952" cy="5701586"/>
          </a:xfrm>
        </p:spPr>
        <p:txBody>
          <a:bodyPr/>
          <a:lstStyle>
            <a:lvl1pPr>
              <a:lnSpc>
                <a:spcPct val="100000"/>
              </a:lnSpc>
              <a:spcBef>
                <a:spcPts val="0"/>
              </a:spcBef>
              <a:defRPr sz="8400">
                <a:solidFill>
                  <a:schemeClr val="tx1"/>
                </a:solidFill>
              </a:defRPr>
            </a:lvl1pPr>
            <a:lvl2pPr marL="327600" indent="-327600">
              <a:lnSpc>
                <a:spcPct val="100000"/>
              </a:lnSpc>
              <a:spcBef>
                <a:spcPts val="0"/>
              </a:spcBef>
              <a:defRPr sz="8400">
                <a:solidFill>
                  <a:schemeClr val="tx1"/>
                </a:solidFill>
              </a:defRPr>
            </a:lvl2pPr>
            <a:lvl3pPr marL="658800" indent="-327600">
              <a:lnSpc>
                <a:spcPct val="100000"/>
              </a:lnSpc>
              <a:spcBef>
                <a:spcPts val="0"/>
              </a:spcBef>
              <a:defRPr sz="8400">
                <a:solidFill>
                  <a:schemeClr val="tx1"/>
                </a:solidFill>
              </a:defRPr>
            </a:lvl3pPr>
            <a:lvl4pPr marL="986400" indent="-327600">
              <a:lnSpc>
                <a:spcPct val="100000"/>
              </a:lnSpc>
              <a:spcBef>
                <a:spcPts val="0"/>
              </a:spcBef>
              <a:defRPr sz="8400">
                <a:solidFill>
                  <a:schemeClr val="tx1"/>
                </a:solidFill>
              </a:defRPr>
            </a:lvl4pPr>
            <a:lvl5pPr>
              <a:lnSpc>
                <a:spcPct val="100000"/>
              </a:lnSpc>
              <a:spcBef>
                <a:spcPts val="0"/>
              </a:spcBef>
              <a:defRPr sz="8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D4B48808-B77B-7E67-E7EA-BCC945D4D51B}"/>
              </a:ext>
            </a:extLst>
          </p:cNvPr>
          <p:cNvSpPr>
            <a:spLocks noGrp="1"/>
          </p:cNvSpPr>
          <p:nvPr>
            <p:ph type="title" hasCustomPrompt="1"/>
          </p:nvPr>
        </p:nvSpPr>
        <p:spPr>
          <a:xfrm>
            <a:off x="576000" y="576000"/>
            <a:ext cx="4949825" cy="5335586"/>
          </a:xfrm>
        </p:spPr>
        <p:txBody>
          <a:bodyPr/>
          <a:lstStyle>
            <a:lvl1pPr>
              <a:lnSpc>
                <a:spcPct val="100000"/>
              </a:lnSpc>
              <a:defRPr sz="8400">
                <a:solidFill>
                  <a:schemeClr val="accent1"/>
                </a:solidFill>
              </a:defRPr>
            </a:lvl1pPr>
          </a:lstStyle>
          <a:p>
            <a:r>
              <a:rPr lang="en-US" dirty="0"/>
              <a:t>+000%</a:t>
            </a:r>
          </a:p>
        </p:txBody>
      </p:sp>
      <p:sp>
        <p:nvSpPr>
          <p:cNvPr id="5" name="Text Placeholder 4">
            <a:extLst>
              <a:ext uri="{FF2B5EF4-FFF2-40B4-BE49-F238E27FC236}">
                <a16:creationId xmlns:a16="http://schemas.microsoft.com/office/drawing/2014/main" id="{88378CF2-9CD6-2749-A489-08A4608D0BDA}"/>
              </a:ext>
            </a:extLst>
          </p:cNvPr>
          <p:cNvSpPr>
            <a:spLocks noGrp="1"/>
          </p:cNvSpPr>
          <p:nvPr>
            <p:ph type="body" sz="quarter" idx="11"/>
          </p:nvPr>
        </p:nvSpPr>
        <p:spPr>
          <a:xfrm>
            <a:off x="6667500" y="576000"/>
            <a:ext cx="11049000" cy="5335587"/>
          </a:xfrm>
        </p:spPr>
        <p:txBody>
          <a:bodyPr/>
          <a:lstStyle>
            <a:lvl1pPr>
              <a:lnSpc>
                <a:spcPct val="100000"/>
              </a:lnSpc>
              <a:spcBef>
                <a:spcPts val="0"/>
              </a:spcBef>
              <a:defRPr sz="8400">
                <a:solidFill>
                  <a:schemeClr val="tx1"/>
                </a:solidFill>
              </a:defRPr>
            </a:lvl1pPr>
            <a:lvl2pPr marL="327600" indent="-327600">
              <a:lnSpc>
                <a:spcPct val="100000"/>
              </a:lnSpc>
              <a:spcBef>
                <a:spcPts val="0"/>
              </a:spcBef>
              <a:defRPr sz="8400">
                <a:solidFill>
                  <a:schemeClr val="tx1"/>
                </a:solidFill>
              </a:defRPr>
            </a:lvl2pPr>
            <a:lvl3pPr marL="658800" indent="-327600">
              <a:lnSpc>
                <a:spcPct val="100000"/>
              </a:lnSpc>
              <a:spcBef>
                <a:spcPts val="0"/>
              </a:spcBef>
              <a:defRPr sz="8400">
                <a:solidFill>
                  <a:schemeClr val="tx1"/>
                </a:solidFill>
              </a:defRPr>
            </a:lvl3pPr>
            <a:lvl4pPr marL="986400" indent="-327600">
              <a:lnSpc>
                <a:spcPct val="100000"/>
              </a:lnSpc>
              <a:spcBef>
                <a:spcPts val="0"/>
              </a:spcBef>
              <a:defRPr sz="8400">
                <a:solidFill>
                  <a:schemeClr val="tx1"/>
                </a:solidFill>
              </a:defRPr>
            </a:lvl4pPr>
            <a:lvl5pPr>
              <a:lnSpc>
                <a:spcPct val="100000"/>
              </a:lnSpc>
              <a:spcBef>
                <a:spcPts val="0"/>
              </a:spcBef>
              <a:defRPr sz="8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cxnSp>
        <p:nvCxnSpPr>
          <p:cNvPr id="10" name="Straight Connector 9" descr="Horizontal row divider">
            <a:extLst>
              <a:ext uri="{FF2B5EF4-FFF2-40B4-BE49-F238E27FC236}">
                <a16:creationId xmlns:a16="http://schemas.microsoft.com/office/drawing/2014/main" id="{3D81813D-DA09-FCA0-D570-1E2D428C59E9}"/>
              </a:ext>
            </a:extLst>
          </p:cNvPr>
          <p:cNvCxnSpPr>
            <a:cxnSpLocks/>
          </p:cNvCxnSpPr>
          <p:nvPr userDrawn="1"/>
        </p:nvCxnSpPr>
        <p:spPr bwMode="auto">
          <a:xfrm>
            <a:off x="576262" y="6858000"/>
            <a:ext cx="232346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8">
            <a:extLst>
              <a:ext uri="{FF2B5EF4-FFF2-40B4-BE49-F238E27FC236}">
                <a16:creationId xmlns:a16="http://schemas.microsoft.com/office/drawing/2014/main" id="{A16C1F9D-1D2C-5BDA-E821-35CB4A8708F5}"/>
              </a:ext>
            </a:extLst>
          </p:cNvPr>
          <p:cNvSpPr>
            <a:spLocks noGrp="1"/>
          </p:cNvSpPr>
          <p:nvPr>
            <p:ph type="body" sz="quarter" idx="12" hasCustomPrompt="1"/>
          </p:nvPr>
        </p:nvSpPr>
        <p:spPr>
          <a:xfrm>
            <a:off x="576000" y="7445833"/>
            <a:ext cx="4946904" cy="5701586"/>
          </a:xfrm>
        </p:spPr>
        <p:txBody>
          <a:bodyPr/>
          <a:lstStyle>
            <a:lvl1pPr>
              <a:lnSpc>
                <a:spcPct val="100000"/>
              </a:lnSpc>
              <a:defRPr sz="8400">
                <a:solidFill>
                  <a:schemeClr val="accent1"/>
                </a:solidFill>
              </a:defRPr>
            </a:lvl1pPr>
            <a:lvl2pPr>
              <a:lnSpc>
                <a:spcPct val="100000"/>
              </a:lnSpc>
              <a:defRPr sz="8600">
                <a:solidFill>
                  <a:schemeClr val="accent1"/>
                </a:solidFill>
              </a:defRPr>
            </a:lvl2pPr>
            <a:lvl3pPr>
              <a:lnSpc>
                <a:spcPct val="100000"/>
              </a:lnSpc>
              <a:defRPr sz="8600">
                <a:solidFill>
                  <a:schemeClr val="accent1"/>
                </a:solidFill>
              </a:defRPr>
            </a:lvl3pPr>
            <a:lvl4pPr>
              <a:lnSpc>
                <a:spcPct val="100000"/>
              </a:lnSpc>
              <a:defRPr sz="8600">
                <a:solidFill>
                  <a:schemeClr val="accent1"/>
                </a:solidFill>
              </a:defRPr>
            </a:lvl4pPr>
            <a:lvl5pPr>
              <a:lnSpc>
                <a:spcPct val="100000"/>
              </a:lnSpc>
              <a:defRPr sz="8600">
                <a:solidFill>
                  <a:schemeClr val="accent1"/>
                </a:solidFill>
              </a:defRPr>
            </a:lvl5pPr>
          </a:lstStyle>
          <a:p>
            <a:pPr lvl="0"/>
            <a:r>
              <a:rPr lang="en-US" dirty="0"/>
              <a:t>+000M</a:t>
            </a:r>
          </a:p>
        </p:txBody>
      </p:sp>
      <p:sp>
        <p:nvSpPr>
          <p:cNvPr id="4" name="Footer Placeholder 3">
            <a:extLst>
              <a:ext uri="{FF2B5EF4-FFF2-40B4-BE49-F238E27FC236}">
                <a16:creationId xmlns:a16="http://schemas.microsoft.com/office/drawing/2014/main" id="{7B9ABB71-218D-3F6E-E3F7-5348FD395D22}"/>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B77BD92D-3A6C-2396-61D4-51D7CC5B1C0A}"/>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774764434"/>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ata, 3 callouts, horizontal">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D02D-89A9-0455-FACB-7B6D03346E4C}"/>
              </a:ext>
            </a:extLst>
          </p:cNvPr>
          <p:cNvSpPr>
            <a:spLocks noGrp="1"/>
          </p:cNvSpPr>
          <p:nvPr>
            <p:ph type="title"/>
          </p:nvPr>
        </p:nvSpPr>
        <p:spPr>
          <a:xfrm>
            <a:off x="576072" y="576072"/>
            <a:ext cx="4949825" cy="3284728"/>
          </a:xfrm>
        </p:spPr>
        <p:txBody>
          <a:bodyPr/>
          <a:lstStyle>
            <a:lvl1pPr>
              <a:lnSpc>
                <a:spcPct val="100000"/>
              </a:lnSpc>
              <a:defRPr sz="6800">
                <a:solidFill>
                  <a:schemeClr val="tx2"/>
                </a:solidFill>
              </a:defRPr>
            </a:lvl1pPr>
          </a:lstStyle>
          <a:p>
            <a:r>
              <a:rPr lang="en-US" dirty="0"/>
              <a:t>Click to edit Master title style</a:t>
            </a:r>
          </a:p>
        </p:txBody>
      </p:sp>
      <p:sp>
        <p:nvSpPr>
          <p:cNvPr id="16" name="Text Placeholder 15">
            <a:extLst>
              <a:ext uri="{FF2B5EF4-FFF2-40B4-BE49-F238E27FC236}">
                <a16:creationId xmlns:a16="http://schemas.microsoft.com/office/drawing/2014/main" id="{BBB79390-98CC-5F62-D373-F6646F767DD0}"/>
              </a:ext>
            </a:extLst>
          </p:cNvPr>
          <p:cNvSpPr>
            <a:spLocks noGrp="1"/>
          </p:cNvSpPr>
          <p:nvPr>
            <p:ph type="body" sz="quarter" idx="15" hasCustomPrompt="1"/>
          </p:nvPr>
        </p:nvSpPr>
        <p:spPr>
          <a:xfrm>
            <a:off x="6667500" y="576000"/>
            <a:ext cx="4951413" cy="2859087"/>
          </a:xfrm>
        </p:spPr>
        <p:txBody>
          <a:bodyPr/>
          <a:lstStyle>
            <a:lvl1pPr>
              <a:lnSpc>
                <a:spcPct val="90000"/>
              </a:lnSpc>
              <a:defRPr sz="13200">
                <a:solidFill>
                  <a:schemeClr val="accent1"/>
                </a:solidFill>
              </a:defRPr>
            </a:lvl1pPr>
            <a:lvl2pPr marL="0" indent="0">
              <a:buNone/>
              <a:defRPr/>
            </a:lvl2pPr>
          </a:lstStyle>
          <a:p>
            <a:r>
              <a:rPr lang="en-US" dirty="0"/>
              <a:t>00%</a:t>
            </a:r>
          </a:p>
        </p:txBody>
      </p:sp>
      <p:sp>
        <p:nvSpPr>
          <p:cNvPr id="7" name="Text Placeholder 6">
            <a:extLst>
              <a:ext uri="{FF2B5EF4-FFF2-40B4-BE49-F238E27FC236}">
                <a16:creationId xmlns:a16="http://schemas.microsoft.com/office/drawing/2014/main" id="{FDDE7F16-A938-0D17-3BFA-034F142A8082}"/>
              </a:ext>
            </a:extLst>
          </p:cNvPr>
          <p:cNvSpPr>
            <a:spLocks noGrp="1"/>
          </p:cNvSpPr>
          <p:nvPr>
            <p:ph type="body" sz="quarter" idx="12"/>
          </p:nvPr>
        </p:nvSpPr>
        <p:spPr>
          <a:xfrm>
            <a:off x="12763500" y="576000"/>
            <a:ext cx="7620000" cy="2859087"/>
          </a:xfrm>
        </p:spPr>
        <p:txBody>
          <a:bodyPr/>
          <a:lstStyle>
            <a:lvl1pPr>
              <a:lnSpc>
                <a:spcPct val="110000"/>
              </a:lnSpc>
              <a:spcBef>
                <a:spcPts val="0"/>
              </a:spcBef>
              <a:defRPr>
                <a:solidFill>
                  <a:schemeClr val="tx1"/>
                </a:solidFill>
              </a:defRPr>
            </a:lvl1pPr>
            <a:lvl2pPr>
              <a:lnSpc>
                <a:spcPct val="100000"/>
              </a:lnSpc>
              <a:spcBef>
                <a:spcPts val="0"/>
              </a:spcBef>
              <a:defRPr>
                <a:solidFill>
                  <a:schemeClr val="tx1"/>
                </a:solidFill>
              </a:defRPr>
            </a:lvl2pPr>
            <a:lvl3pPr>
              <a:lnSpc>
                <a:spcPct val="100000"/>
              </a:lnSpc>
              <a:spcBef>
                <a:spcPts val="0"/>
              </a:spcBef>
              <a:defRPr>
                <a:solidFill>
                  <a:schemeClr val="tx1"/>
                </a:solidFill>
              </a:defRPr>
            </a:lvl3pPr>
            <a:lvl4pPr>
              <a:lnSpc>
                <a:spcPct val="10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cxnSp>
        <p:nvCxnSpPr>
          <p:cNvPr id="17" name="Straight Connector 16" descr="Horizontal row divider">
            <a:extLst>
              <a:ext uri="{FF2B5EF4-FFF2-40B4-BE49-F238E27FC236}">
                <a16:creationId xmlns:a16="http://schemas.microsoft.com/office/drawing/2014/main" id="{1103109C-6DA9-8F27-B4B1-EE276442E489}"/>
              </a:ext>
            </a:extLst>
          </p:cNvPr>
          <p:cNvCxnSpPr/>
          <p:nvPr userDrawn="1"/>
        </p:nvCxnSpPr>
        <p:spPr bwMode="auto">
          <a:xfrm>
            <a:off x="6667500" y="4575175"/>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8" name="Text Placeholder 17">
            <a:extLst>
              <a:ext uri="{FF2B5EF4-FFF2-40B4-BE49-F238E27FC236}">
                <a16:creationId xmlns:a16="http://schemas.microsoft.com/office/drawing/2014/main" id="{3516E6B1-7020-1EA5-CDD4-B1FC6CE2740C}"/>
              </a:ext>
            </a:extLst>
          </p:cNvPr>
          <p:cNvSpPr>
            <a:spLocks noGrp="1"/>
          </p:cNvSpPr>
          <p:nvPr>
            <p:ph type="body" sz="quarter" idx="16" hasCustomPrompt="1"/>
          </p:nvPr>
        </p:nvSpPr>
        <p:spPr>
          <a:xfrm>
            <a:off x="6667500" y="5126400"/>
            <a:ext cx="4951413" cy="2857506"/>
          </a:xfrm>
        </p:spPr>
        <p:txBody>
          <a:bodyPr/>
          <a:lstStyle>
            <a:lvl1pPr>
              <a:lnSpc>
                <a:spcPct val="90000"/>
              </a:lnSpc>
              <a:defRPr sz="13200">
                <a:solidFill>
                  <a:schemeClr val="accent1"/>
                </a:solidFill>
              </a:defRPr>
            </a:lvl1pPr>
          </a:lstStyle>
          <a:p>
            <a:r>
              <a:rPr lang="en-US" dirty="0"/>
              <a:t>00%</a:t>
            </a:r>
          </a:p>
        </p:txBody>
      </p:sp>
      <p:sp>
        <p:nvSpPr>
          <p:cNvPr id="9" name="Text Placeholder 8">
            <a:extLst>
              <a:ext uri="{FF2B5EF4-FFF2-40B4-BE49-F238E27FC236}">
                <a16:creationId xmlns:a16="http://schemas.microsoft.com/office/drawing/2014/main" id="{3F3FD8FB-143C-CB66-123C-0495EB1C33B7}"/>
              </a:ext>
            </a:extLst>
          </p:cNvPr>
          <p:cNvSpPr>
            <a:spLocks noGrp="1"/>
          </p:cNvSpPr>
          <p:nvPr>
            <p:ph type="body" sz="quarter" idx="13"/>
          </p:nvPr>
        </p:nvSpPr>
        <p:spPr>
          <a:xfrm>
            <a:off x="12763500" y="5125969"/>
            <a:ext cx="7620000" cy="2857500"/>
          </a:xfrm>
        </p:spPr>
        <p:txBody>
          <a:bodyPr/>
          <a:lstStyle>
            <a:lvl1pPr>
              <a:lnSpc>
                <a:spcPct val="110000"/>
              </a:lnSpc>
              <a:spcBef>
                <a:spcPts val="0"/>
              </a:spcBef>
              <a:defRPr>
                <a:solidFill>
                  <a:schemeClr val="tx1"/>
                </a:solidFill>
              </a:defRPr>
            </a:lvl1pPr>
            <a:lvl2pPr>
              <a:lnSpc>
                <a:spcPct val="100000"/>
              </a:lnSpc>
              <a:spcBef>
                <a:spcPts val="0"/>
              </a:spcBef>
              <a:defRPr>
                <a:solidFill>
                  <a:schemeClr val="tx1"/>
                </a:solidFill>
              </a:defRPr>
            </a:lvl2pPr>
            <a:lvl3pPr>
              <a:lnSpc>
                <a:spcPct val="100000"/>
              </a:lnSpc>
              <a:spcBef>
                <a:spcPts val="0"/>
              </a:spcBef>
              <a:defRPr>
                <a:solidFill>
                  <a:schemeClr val="tx1"/>
                </a:solidFill>
              </a:defRPr>
            </a:lvl3pPr>
            <a:lvl4pPr>
              <a:lnSpc>
                <a:spcPct val="10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cxnSp>
        <p:nvCxnSpPr>
          <p:cNvPr id="15" name="Straight Connector 14" descr="Horizontal row divider">
            <a:extLst>
              <a:ext uri="{FF2B5EF4-FFF2-40B4-BE49-F238E27FC236}">
                <a16:creationId xmlns:a16="http://schemas.microsoft.com/office/drawing/2014/main" id="{687931BB-B3EF-829C-B354-B048514D5138}"/>
              </a:ext>
            </a:extLst>
          </p:cNvPr>
          <p:cNvCxnSpPr/>
          <p:nvPr userDrawn="1"/>
        </p:nvCxnSpPr>
        <p:spPr bwMode="auto">
          <a:xfrm>
            <a:off x="6667500" y="9140825"/>
            <a:ext cx="1714500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0" name="Text Placeholder 19">
            <a:extLst>
              <a:ext uri="{FF2B5EF4-FFF2-40B4-BE49-F238E27FC236}">
                <a16:creationId xmlns:a16="http://schemas.microsoft.com/office/drawing/2014/main" id="{AC11D906-6DD0-910D-48BA-0C197C90AA45}"/>
              </a:ext>
            </a:extLst>
          </p:cNvPr>
          <p:cNvSpPr>
            <a:spLocks noGrp="1"/>
          </p:cNvSpPr>
          <p:nvPr>
            <p:ph type="body" sz="quarter" idx="17" hasCustomPrompt="1"/>
          </p:nvPr>
        </p:nvSpPr>
        <p:spPr>
          <a:xfrm>
            <a:off x="6667501" y="9669600"/>
            <a:ext cx="4951411" cy="2668530"/>
          </a:xfrm>
        </p:spPr>
        <p:txBody>
          <a:bodyPr/>
          <a:lstStyle>
            <a:lvl1pPr>
              <a:lnSpc>
                <a:spcPct val="90000"/>
              </a:lnSpc>
              <a:defRPr sz="13200">
                <a:solidFill>
                  <a:schemeClr val="accent1"/>
                </a:solidFill>
              </a:defRPr>
            </a:lvl1pPr>
          </a:lstStyle>
          <a:p>
            <a:r>
              <a:rPr lang="en-US" dirty="0"/>
              <a:t>00%</a:t>
            </a:r>
          </a:p>
        </p:txBody>
      </p:sp>
      <p:sp>
        <p:nvSpPr>
          <p:cNvPr id="11" name="Text Placeholder 10">
            <a:extLst>
              <a:ext uri="{FF2B5EF4-FFF2-40B4-BE49-F238E27FC236}">
                <a16:creationId xmlns:a16="http://schemas.microsoft.com/office/drawing/2014/main" id="{BA1063D1-FD79-491C-791B-87858EA0CB85}"/>
              </a:ext>
            </a:extLst>
          </p:cNvPr>
          <p:cNvSpPr>
            <a:spLocks noGrp="1"/>
          </p:cNvSpPr>
          <p:nvPr>
            <p:ph type="body" sz="quarter" idx="14"/>
          </p:nvPr>
        </p:nvSpPr>
        <p:spPr>
          <a:xfrm>
            <a:off x="12763500" y="9670409"/>
            <a:ext cx="7620000" cy="2524766"/>
          </a:xfrm>
        </p:spPr>
        <p:txBody>
          <a:bodyPr/>
          <a:lstStyle>
            <a:lvl1pPr>
              <a:lnSpc>
                <a:spcPct val="110000"/>
              </a:lnSpc>
              <a:spcBef>
                <a:spcPts val="0"/>
              </a:spcBef>
              <a:defRPr>
                <a:solidFill>
                  <a:schemeClr val="tx1"/>
                </a:solidFill>
              </a:defRPr>
            </a:lvl1pPr>
            <a:lvl2pPr>
              <a:lnSpc>
                <a:spcPct val="100000"/>
              </a:lnSpc>
              <a:spcBef>
                <a:spcPts val="0"/>
              </a:spcBef>
              <a:defRPr>
                <a:solidFill>
                  <a:schemeClr val="tx1"/>
                </a:solidFill>
              </a:defRPr>
            </a:lvl2pPr>
            <a:lvl3pPr>
              <a:lnSpc>
                <a:spcPct val="100000"/>
              </a:lnSpc>
              <a:spcBef>
                <a:spcPts val="0"/>
              </a:spcBef>
              <a:defRPr>
                <a:solidFill>
                  <a:schemeClr val="tx1"/>
                </a:solidFill>
              </a:defRPr>
            </a:lvl3pPr>
            <a:lvl4pPr>
              <a:lnSpc>
                <a:spcPct val="10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4">
            <a:extLst>
              <a:ext uri="{FF2B5EF4-FFF2-40B4-BE49-F238E27FC236}">
                <a16:creationId xmlns:a16="http://schemas.microsoft.com/office/drawing/2014/main" id="{1B7E465D-4B5F-2DAE-57C4-590983308A95}"/>
              </a:ext>
            </a:extLst>
          </p:cNvPr>
          <p:cNvSpPr>
            <a:spLocks noGrp="1"/>
          </p:cNvSpPr>
          <p:nvPr>
            <p:ph type="body" sz="quarter" idx="11"/>
          </p:nvPr>
        </p:nvSpPr>
        <p:spPr>
          <a:xfrm>
            <a:off x="6667500" y="12058650"/>
            <a:ext cx="4951413" cy="1143000"/>
          </a:xfrm>
        </p:spPr>
        <p:txBody>
          <a:bodyPr anchor="b"/>
          <a:lstStyle>
            <a:lvl1pPr>
              <a:lnSpc>
                <a:spcPct val="120000"/>
              </a:lnSpc>
              <a:spcBef>
                <a:spcPts val="0"/>
              </a:spcBef>
              <a:defRPr sz="1600" b="0" i="0">
                <a:solidFill>
                  <a:schemeClr val="tx1"/>
                </a:solidFill>
                <a:latin typeface="IBM Plex Sans Light" panose="020B0503050203000203" pitchFamily="34" charset="0"/>
              </a:defRPr>
            </a:lvl1pPr>
            <a:lvl2pPr>
              <a:lnSpc>
                <a:spcPct val="100000"/>
              </a:lnSpc>
              <a:spcBef>
                <a:spcPts val="0"/>
              </a:spcBef>
              <a:defRPr sz="1600" b="0" i="0">
                <a:solidFill>
                  <a:schemeClr val="tx1"/>
                </a:solidFill>
                <a:latin typeface="IBM Plex Sans Light" panose="020B0503050203000203" pitchFamily="34" charset="0"/>
              </a:defRPr>
            </a:lvl2pPr>
            <a:lvl3pPr>
              <a:lnSpc>
                <a:spcPct val="100000"/>
              </a:lnSpc>
              <a:spcBef>
                <a:spcPts val="0"/>
              </a:spcBef>
              <a:defRPr sz="1600" b="0" i="0">
                <a:solidFill>
                  <a:schemeClr val="tx1"/>
                </a:solidFill>
                <a:latin typeface="IBM Plex Sans Light" panose="020B0503050203000203" pitchFamily="34" charset="0"/>
              </a:defRPr>
            </a:lvl3pPr>
            <a:lvl4pPr>
              <a:lnSpc>
                <a:spcPct val="100000"/>
              </a:lnSpc>
              <a:spcBef>
                <a:spcPts val="0"/>
              </a:spcBef>
              <a:defRPr sz="1600" b="0" i="0">
                <a:solidFill>
                  <a:schemeClr val="tx1"/>
                </a:solidFill>
                <a:latin typeface="IBM Plex Sans Light" panose="020B0503050203000203" pitchFamily="34" charset="0"/>
              </a:defRPr>
            </a:lvl4pPr>
            <a:lvl5pPr>
              <a:lnSpc>
                <a:spcPct val="120000"/>
              </a:lnSpc>
              <a:spcBef>
                <a:spcPts val="0"/>
              </a:spcBef>
              <a:defRPr sz="1600" b="0" i="0">
                <a:latin typeface="IBM Plex Sans Light"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Footer Placeholder 3">
            <a:extLst>
              <a:ext uri="{FF2B5EF4-FFF2-40B4-BE49-F238E27FC236}">
                <a16:creationId xmlns:a16="http://schemas.microsoft.com/office/drawing/2014/main" id="{8495C3AC-E4B9-F837-204B-FF01953D40BE}"/>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22119C11-B0BD-168C-0C07-D70B259D3906}"/>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656111609"/>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4 columns ">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2078" cy="1525588"/>
          </a:xfrm>
        </p:spPr>
        <p:txBody>
          <a:bodyPr/>
          <a:lstStyle>
            <a:lvl1pPr>
              <a:lnSpc>
                <a:spcPct val="100000"/>
              </a:lnSpc>
              <a:defRPr sz="6800">
                <a:solidFill>
                  <a:schemeClr val="tx2"/>
                </a:solidFill>
              </a:defRPr>
            </a:lvl1pPr>
          </a:lstStyle>
          <a:p>
            <a:r>
              <a:rPr lang="en-US" dirty="0"/>
              <a:t>Click to edit Master title style</a:t>
            </a:r>
          </a:p>
        </p:txBody>
      </p:sp>
      <p:sp>
        <p:nvSpPr>
          <p:cNvPr id="5" name="Text Placeholder 4">
            <a:extLst>
              <a:ext uri="{FF2B5EF4-FFF2-40B4-BE49-F238E27FC236}">
                <a16:creationId xmlns:a16="http://schemas.microsoft.com/office/drawing/2014/main" id="{1C17B282-9F6A-839A-442D-69BC9DF3749A}"/>
              </a:ext>
            </a:extLst>
          </p:cNvPr>
          <p:cNvSpPr>
            <a:spLocks noGrp="1"/>
          </p:cNvSpPr>
          <p:nvPr>
            <p:ph type="body" sz="quarter" idx="11"/>
          </p:nvPr>
        </p:nvSpPr>
        <p:spPr>
          <a:xfrm>
            <a:off x="576000" y="3047999"/>
            <a:ext cx="4956175" cy="9153525"/>
          </a:xfrm>
        </p:spPr>
        <p:txBody>
          <a:bodyPr/>
          <a:lstStyle>
            <a:lvl1pPr>
              <a:spcBef>
                <a:spcPts val="0"/>
              </a:spcBef>
              <a:defRPr sz="3600" b="0" i="0">
                <a:solidFill>
                  <a:schemeClr val="tx1"/>
                </a:solidFill>
                <a:latin typeface="IBM Plex Sans Light" panose="020B0503050203000203" pitchFamily="34" charset="0"/>
              </a:defRPr>
            </a:lvl1pPr>
            <a:lvl2pPr marL="327600" indent="-327600">
              <a:spcBef>
                <a:spcPts val="0"/>
              </a:spcBef>
              <a:defRPr sz="3600" b="0" i="0">
                <a:solidFill>
                  <a:schemeClr val="tx1"/>
                </a:solidFill>
                <a:latin typeface="IBM Plex Sans Light" panose="020B0503050203000203" pitchFamily="34" charset="0"/>
              </a:defRPr>
            </a:lvl2pPr>
            <a:lvl3pPr marL="658800" indent="-327600">
              <a:spcBef>
                <a:spcPts val="0"/>
              </a:spcBef>
              <a:defRPr sz="3600" b="0" i="0">
                <a:solidFill>
                  <a:schemeClr val="tx1"/>
                </a:solidFill>
                <a:latin typeface="IBM Plex Sans Light" panose="020B0503050203000203" pitchFamily="34" charset="0"/>
              </a:defRPr>
            </a:lvl3pPr>
            <a:lvl4pPr marL="986400" indent="-327600">
              <a:spcBef>
                <a:spcPts val="0"/>
              </a:spcBef>
              <a:defRPr sz="3600" b="0" i="0">
                <a:solidFill>
                  <a:schemeClr val="tx1"/>
                </a:solidFill>
                <a:latin typeface="IBM Plex Sans Light" panose="020B0503050203000203" pitchFamily="34" charset="0"/>
              </a:defRPr>
            </a:lvl4pPr>
            <a:lvl5pPr>
              <a:spcBef>
                <a:spcPts val="0"/>
              </a:spcBef>
              <a:defRPr sz="2000" b="0" i="0">
                <a:solidFill>
                  <a:schemeClr val="tx1"/>
                </a:solidFill>
                <a:latin typeface="IBM Plex Sans Light"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70675" y="3047999"/>
            <a:ext cx="4951413" cy="9153525"/>
          </a:xfrm>
        </p:spPr>
        <p:txBody>
          <a:bodyPr/>
          <a:lstStyle>
            <a:lvl1pPr>
              <a:spcBef>
                <a:spcPts val="0"/>
              </a:spcBef>
              <a:defRPr sz="3600" b="0" i="0">
                <a:solidFill>
                  <a:schemeClr val="tx1"/>
                </a:solidFill>
                <a:latin typeface="IBM Plex Sans Light" panose="020B0503050203000203" pitchFamily="34" charset="0"/>
              </a:defRPr>
            </a:lvl1pPr>
            <a:lvl2pPr marL="327600" indent="-327600">
              <a:spcBef>
                <a:spcPts val="0"/>
              </a:spcBef>
              <a:defRPr sz="3600" b="0" i="0">
                <a:solidFill>
                  <a:schemeClr val="tx1"/>
                </a:solidFill>
                <a:latin typeface="IBM Plex Sans Light" panose="020B0503050203000203" pitchFamily="34" charset="0"/>
              </a:defRPr>
            </a:lvl2pPr>
            <a:lvl3pPr marL="658800" indent="-327600">
              <a:spcBef>
                <a:spcPts val="0"/>
              </a:spcBef>
              <a:defRPr sz="3600" b="0" i="0">
                <a:solidFill>
                  <a:schemeClr val="tx1"/>
                </a:solidFill>
                <a:latin typeface="IBM Plex Sans Light" panose="020B0503050203000203" pitchFamily="34" charset="0"/>
              </a:defRPr>
            </a:lvl3pPr>
            <a:lvl4pPr marL="986400" indent="-327600">
              <a:spcBef>
                <a:spcPts val="0"/>
              </a:spcBef>
              <a:defRPr sz="3600" b="0" i="0">
                <a:solidFill>
                  <a:schemeClr val="tx1"/>
                </a:solidFill>
                <a:latin typeface="IBM Plex Sans Light" panose="020B0503050203000203" pitchFamily="34" charset="0"/>
              </a:defRPr>
            </a:lvl4pPr>
            <a:lvl5pPr>
              <a:spcBef>
                <a:spcPts val="0"/>
              </a:spcBef>
              <a:defRPr sz="2000" b="0" i="0">
                <a:solidFill>
                  <a:schemeClr val="tx1"/>
                </a:solidFill>
                <a:latin typeface="IBM Plex Sans Light"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7999"/>
            <a:ext cx="4953000" cy="9153525"/>
          </a:xfrm>
        </p:spPr>
        <p:txBody>
          <a:bodyPr/>
          <a:lstStyle>
            <a:lvl1pPr>
              <a:spcBef>
                <a:spcPts val="0"/>
              </a:spcBef>
              <a:defRPr sz="3600" b="0" i="0">
                <a:solidFill>
                  <a:schemeClr val="tx1"/>
                </a:solidFill>
                <a:latin typeface="IBM Plex Sans Light" panose="020B0503050203000203" pitchFamily="34" charset="0"/>
              </a:defRPr>
            </a:lvl1pPr>
            <a:lvl2pPr marL="327600" indent="-327600">
              <a:spcBef>
                <a:spcPts val="0"/>
              </a:spcBef>
              <a:defRPr sz="3600" b="0" i="0">
                <a:solidFill>
                  <a:schemeClr val="tx1"/>
                </a:solidFill>
                <a:latin typeface="IBM Plex Sans Light" panose="020B0503050203000203" pitchFamily="34" charset="0"/>
              </a:defRPr>
            </a:lvl2pPr>
            <a:lvl3pPr marL="658800" indent="-327600">
              <a:spcBef>
                <a:spcPts val="0"/>
              </a:spcBef>
              <a:defRPr sz="3600" b="0" i="0">
                <a:solidFill>
                  <a:schemeClr val="tx1"/>
                </a:solidFill>
                <a:latin typeface="IBM Plex Sans Light" panose="020B0503050203000203" pitchFamily="34" charset="0"/>
              </a:defRPr>
            </a:lvl3pPr>
            <a:lvl4pPr marL="986400" indent="-327600">
              <a:spcBef>
                <a:spcPts val="0"/>
              </a:spcBef>
              <a:defRPr sz="3600" b="0" i="0">
                <a:solidFill>
                  <a:schemeClr val="tx1"/>
                </a:solidFill>
                <a:latin typeface="IBM Plex Sans Light" panose="020B0503050203000203" pitchFamily="34" charset="0"/>
              </a:defRPr>
            </a:lvl4pPr>
            <a:lvl5pPr>
              <a:spcBef>
                <a:spcPts val="0"/>
              </a:spcBef>
              <a:defRPr sz="2000" b="0" i="0">
                <a:solidFill>
                  <a:schemeClr val="tx1"/>
                </a:solidFill>
                <a:latin typeface="IBM Plex Sans Light"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62675" y="3047999"/>
            <a:ext cx="4959350" cy="9153525"/>
          </a:xfrm>
        </p:spPr>
        <p:txBody>
          <a:bodyPr/>
          <a:lstStyle>
            <a:lvl1pPr>
              <a:spcBef>
                <a:spcPts val="0"/>
              </a:spcBef>
              <a:defRPr sz="3600" b="0" i="0">
                <a:solidFill>
                  <a:schemeClr val="tx1"/>
                </a:solidFill>
                <a:latin typeface="IBM Plex Sans Light" panose="020B0503050203000203" pitchFamily="34" charset="0"/>
              </a:defRPr>
            </a:lvl1pPr>
            <a:lvl2pPr marL="327600" indent="-327600">
              <a:spcBef>
                <a:spcPts val="0"/>
              </a:spcBef>
              <a:defRPr sz="3600" b="0" i="0">
                <a:solidFill>
                  <a:schemeClr val="tx1"/>
                </a:solidFill>
                <a:latin typeface="IBM Plex Sans Light" panose="020B0503050203000203" pitchFamily="34" charset="0"/>
              </a:defRPr>
            </a:lvl2pPr>
            <a:lvl3pPr marL="658800" indent="-327600">
              <a:spcBef>
                <a:spcPts val="0"/>
              </a:spcBef>
              <a:defRPr sz="3600" b="0" i="0">
                <a:solidFill>
                  <a:schemeClr val="tx1"/>
                </a:solidFill>
                <a:latin typeface="IBM Plex Sans Light" panose="020B0503050203000203" pitchFamily="34" charset="0"/>
              </a:defRPr>
            </a:lvl3pPr>
            <a:lvl4pPr marL="986400" indent="-327600">
              <a:spcBef>
                <a:spcPts val="0"/>
              </a:spcBef>
              <a:defRPr sz="3600" b="0" i="0">
                <a:solidFill>
                  <a:schemeClr val="tx1"/>
                </a:solidFill>
                <a:latin typeface="IBM Plex Sans Light" panose="020B0503050203000203" pitchFamily="34" charset="0"/>
              </a:defRPr>
            </a:lvl4pPr>
            <a:lvl5pPr>
              <a:spcBef>
                <a:spcPts val="0"/>
              </a:spcBef>
              <a:defRPr sz="2000" b="0" i="0">
                <a:solidFill>
                  <a:schemeClr val="tx1"/>
                </a:solidFill>
                <a:latin typeface="IBM Plex Sans Light"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Footer Placeholder 3">
            <a:extLst>
              <a:ext uri="{FF2B5EF4-FFF2-40B4-BE49-F238E27FC236}">
                <a16:creationId xmlns:a16="http://schemas.microsoft.com/office/drawing/2014/main" id="{2D830AE7-F6A6-A339-0B24-876A9554C9E3}"/>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31A616C3-34A8-1D7A-67C9-8B76F2D30BD0}"/>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261313497"/>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4 columns, short divider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9825" cy="1525588"/>
          </a:xfrm>
        </p:spPr>
        <p:txBody>
          <a:bodyPr/>
          <a:lstStyle>
            <a:lvl1pPr>
              <a:lnSpc>
                <a:spcPct val="100000"/>
              </a:lnSpc>
              <a:defRPr sz="6800">
                <a:solidFill>
                  <a:schemeClr val="tx2"/>
                </a:solidFill>
              </a:defRPr>
            </a:lvl1pPr>
          </a:lstStyle>
          <a:p>
            <a:r>
              <a:rPr lang="en-US" dirty="0"/>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70675" y="576072"/>
            <a:ext cx="4956175" cy="1525587"/>
          </a:xfrm>
        </p:spPr>
        <p:txBody>
          <a:bodyPr/>
          <a:lstStyle>
            <a:lvl1pPr>
              <a:lnSpc>
                <a:spcPct val="110000"/>
              </a:lnSpc>
              <a:spcBef>
                <a:spcPts val="0"/>
              </a:spcBef>
              <a:defRPr sz="2000" b="0" i="0">
                <a:solidFill>
                  <a:schemeClr val="tx1"/>
                </a:solidFill>
                <a:latin typeface="IBM Plex Sans Light" panose="020B0503050203000203" pitchFamily="34" charset="0"/>
              </a:defRPr>
            </a:lvl1pPr>
            <a:lvl2pPr marL="182880" indent="-182880">
              <a:lnSpc>
                <a:spcPct val="110000"/>
              </a:lnSpc>
              <a:spcBef>
                <a:spcPts val="0"/>
              </a:spcBef>
              <a:defRPr sz="2000" b="0" i="0">
                <a:solidFill>
                  <a:schemeClr val="tx1"/>
                </a:solidFill>
                <a:latin typeface="IBM Plex Sans Light" panose="020B0503050203000203" pitchFamily="34" charset="0"/>
              </a:defRPr>
            </a:lvl2pPr>
            <a:lvl3pPr marL="365760" indent="-182880">
              <a:lnSpc>
                <a:spcPct val="110000"/>
              </a:lnSpc>
              <a:spcBef>
                <a:spcPts val="0"/>
              </a:spcBef>
              <a:defRPr sz="2000" b="0" i="0">
                <a:solidFill>
                  <a:schemeClr val="tx1"/>
                </a:solidFill>
                <a:latin typeface="IBM Plex Sans Light" panose="020B0503050203000203" pitchFamily="34" charset="0"/>
              </a:defRPr>
            </a:lvl3pPr>
            <a:lvl4pPr marL="548640" indent="-182880">
              <a:lnSpc>
                <a:spcPct val="110000"/>
              </a:lnSpc>
              <a:spcBef>
                <a:spcPts val="0"/>
              </a:spcBef>
              <a:defRPr sz="2000" b="0" i="0">
                <a:solidFill>
                  <a:schemeClr val="tx1"/>
                </a:solidFill>
                <a:latin typeface="IBM Plex Sans Light" panose="020B0503050203000203" pitchFamily="34" charset="0"/>
              </a:defRPr>
            </a:lvl4pPr>
            <a:lvl5pPr>
              <a:lnSpc>
                <a:spcPct val="110000"/>
              </a:lnSpc>
              <a:spcBef>
                <a:spcPts val="0"/>
              </a:spcBef>
              <a:defRPr sz="2000" b="0" i="0">
                <a:solidFill>
                  <a:schemeClr val="tx1"/>
                </a:solidFill>
                <a:latin typeface="IBM Plex Sans Light"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cxnSp>
        <p:nvCxnSpPr>
          <p:cNvPr id="20" name="Straight Connector 19" descr="Vertical column divider">
            <a:extLst>
              <a:ext uri="{FF2B5EF4-FFF2-40B4-BE49-F238E27FC236}">
                <a16:creationId xmlns:a16="http://schemas.microsoft.com/office/drawing/2014/main" id="{ABAB2974-AD95-0BF2-C41A-265AEF03B4F7}"/>
              </a:ext>
            </a:extLst>
          </p:cNvPr>
          <p:cNvCxnSpPr>
            <a:cxnSpLocks/>
          </p:cNvCxnSpPr>
          <p:nvPr userDrawn="1"/>
        </p:nvCxnSpPr>
        <p:spPr bwMode="auto">
          <a:xfrm>
            <a:off x="6096000" y="3044825"/>
            <a:ext cx="0" cy="91454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descr="Vertical column divider">
            <a:extLst>
              <a:ext uri="{FF2B5EF4-FFF2-40B4-BE49-F238E27FC236}">
                <a16:creationId xmlns:a16="http://schemas.microsoft.com/office/drawing/2014/main" id="{CDB8CB8D-C4DB-E357-4948-59CD6A18A9DC}"/>
              </a:ext>
            </a:extLst>
          </p:cNvPr>
          <p:cNvCxnSpPr/>
          <p:nvPr userDrawn="1"/>
        </p:nvCxnSpPr>
        <p:spPr bwMode="auto">
          <a:xfrm>
            <a:off x="12188952" y="3044825"/>
            <a:ext cx="0" cy="91503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descr="Vertical column divider">
            <a:extLst>
              <a:ext uri="{FF2B5EF4-FFF2-40B4-BE49-F238E27FC236}">
                <a16:creationId xmlns:a16="http://schemas.microsoft.com/office/drawing/2014/main" id="{8B5887E5-28C4-AA99-EBD5-E34B88F46F25}"/>
              </a:ext>
            </a:extLst>
          </p:cNvPr>
          <p:cNvCxnSpPr/>
          <p:nvPr userDrawn="1"/>
        </p:nvCxnSpPr>
        <p:spPr bwMode="auto">
          <a:xfrm>
            <a:off x="18288000" y="3044825"/>
            <a:ext cx="0" cy="915035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 name="Footer Placeholder 3">
            <a:extLst>
              <a:ext uri="{FF2B5EF4-FFF2-40B4-BE49-F238E27FC236}">
                <a16:creationId xmlns:a16="http://schemas.microsoft.com/office/drawing/2014/main" id="{9A5E154F-497D-F356-4526-C17B1B098AC9}"/>
              </a:ext>
            </a:extLst>
          </p:cNvPr>
          <p:cNvSpPr>
            <a:spLocks noGrp="1"/>
          </p:cNvSpPr>
          <p:nvPr userDrawn="1">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A3714515-3CA1-0F75-0503-3208A09DFA76}"/>
              </a:ext>
            </a:extLst>
          </p:cNvPr>
          <p:cNvSpPr txBox="1">
            <a:spLocks noGrp="1"/>
          </p:cNvSpPr>
          <p:nvPr userDrawn="1">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
        <p:nvSpPr>
          <p:cNvPr id="10" name="Text Placeholder 4">
            <a:extLst>
              <a:ext uri="{FF2B5EF4-FFF2-40B4-BE49-F238E27FC236}">
                <a16:creationId xmlns:a16="http://schemas.microsoft.com/office/drawing/2014/main" id="{4B531E36-2064-83A6-3D5A-E40E324F8495}"/>
              </a:ext>
            </a:extLst>
          </p:cNvPr>
          <p:cNvSpPr>
            <a:spLocks noGrp="1"/>
          </p:cNvSpPr>
          <p:nvPr userDrawn="1">
            <p:ph type="body" sz="quarter" idx="11"/>
          </p:nvPr>
        </p:nvSpPr>
        <p:spPr>
          <a:xfrm>
            <a:off x="582422" y="3047999"/>
            <a:ext cx="4956175" cy="9153525"/>
          </a:xfrm>
        </p:spPr>
        <p:txBody>
          <a:bodyPr/>
          <a:lstStyle>
            <a:lvl1pPr>
              <a:spcBef>
                <a:spcPts val="0"/>
              </a:spcBef>
              <a:defRPr sz="3600" b="0" i="0">
                <a:solidFill>
                  <a:schemeClr val="tx1"/>
                </a:solidFill>
                <a:latin typeface="IBM Plex Sans Light" panose="020B0503050203000203" pitchFamily="34" charset="0"/>
              </a:defRPr>
            </a:lvl1pPr>
            <a:lvl2pPr marL="327600" indent="-327600">
              <a:spcBef>
                <a:spcPts val="0"/>
              </a:spcBef>
              <a:defRPr sz="3600" b="0" i="0">
                <a:solidFill>
                  <a:schemeClr val="tx1"/>
                </a:solidFill>
                <a:latin typeface="IBM Plex Sans Light" panose="020B0503050203000203" pitchFamily="34" charset="0"/>
              </a:defRPr>
            </a:lvl2pPr>
            <a:lvl3pPr marL="658800" indent="-327600">
              <a:spcBef>
                <a:spcPts val="0"/>
              </a:spcBef>
              <a:defRPr sz="3600" b="0" i="0">
                <a:solidFill>
                  <a:schemeClr val="tx1"/>
                </a:solidFill>
                <a:latin typeface="IBM Plex Sans Light" panose="020B0503050203000203" pitchFamily="34" charset="0"/>
              </a:defRPr>
            </a:lvl3pPr>
            <a:lvl4pPr marL="986400" indent="-327600">
              <a:spcBef>
                <a:spcPts val="0"/>
              </a:spcBef>
              <a:defRPr sz="3600" b="0" i="0">
                <a:solidFill>
                  <a:schemeClr val="tx1"/>
                </a:solidFill>
                <a:latin typeface="IBM Plex Sans Light" panose="020B0503050203000203" pitchFamily="34" charset="0"/>
              </a:defRPr>
            </a:lvl4pPr>
            <a:lvl5pPr>
              <a:spcBef>
                <a:spcPts val="0"/>
              </a:spcBef>
              <a:defRPr sz="2000" b="0" i="0">
                <a:solidFill>
                  <a:schemeClr val="tx1"/>
                </a:solidFill>
                <a:latin typeface="IBM Plex Sans Light"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6">
            <a:extLst>
              <a:ext uri="{FF2B5EF4-FFF2-40B4-BE49-F238E27FC236}">
                <a16:creationId xmlns:a16="http://schemas.microsoft.com/office/drawing/2014/main" id="{70587680-FBD6-A326-93E3-B3437A4124A3}"/>
              </a:ext>
            </a:extLst>
          </p:cNvPr>
          <p:cNvSpPr>
            <a:spLocks noGrp="1"/>
          </p:cNvSpPr>
          <p:nvPr userDrawn="1">
            <p:ph type="body" sz="quarter" idx="12"/>
          </p:nvPr>
        </p:nvSpPr>
        <p:spPr>
          <a:xfrm>
            <a:off x="6670675" y="3047999"/>
            <a:ext cx="4951413" cy="9153525"/>
          </a:xfrm>
        </p:spPr>
        <p:txBody>
          <a:bodyPr/>
          <a:lstStyle>
            <a:lvl1pPr>
              <a:spcBef>
                <a:spcPts val="0"/>
              </a:spcBef>
              <a:defRPr sz="3600" b="0" i="0">
                <a:solidFill>
                  <a:schemeClr val="tx1"/>
                </a:solidFill>
                <a:latin typeface="IBM Plex Sans Light" panose="020B0503050203000203" pitchFamily="34" charset="0"/>
              </a:defRPr>
            </a:lvl1pPr>
            <a:lvl2pPr marL="327600" indent="-327600">
              <a:spcBef>
                <a:spcPts val="0"/>
              </a:spcBef>
              <a:defRPr sz="3600" b="0" i="0">
                <a:solidFill>
                  <a:schemeClr val="tx1"/>
                </a:solidFill>
                <a:latin typeface="IBM Plex Sans Light" panose="020B0503050203000203" pitchFamily="34" charset="0"/>
              </a:defRPr>
            </a:lvl2pPr>
            <a:lvl3pPr marL="658800" indent="-327600">
              <a:spcBef>
                <a:spcPts val="0"/>
              </a:spcBef>
              <a:defRPr sz="3600" b="0" i="0">
                <a:solidFill>
                  <a:schemeClr val="tx1"/>
                </a:solidFill>
                <a:latin typeface="IBM Plex Sans Light" panose="020B0503050203000203" pitchFamily="34" charset="0"/>
              </a:defRPr>
            </a:lvl3pPr>
            <a:lvl4pPr marL="986400" indent="-327600">
              <a:spcBef>
                <a:spcPts val="0"/>
              </a:spcBef>
              <a:defRPr sz="3600" b="0" i="0">
                <a:solidFill>
                  <a:schemeClr val="tx1"/>
                </a:solidFill>
                <a:latin typeface="IBM Plex Sans Light" panose="020B0503050203000203" pitchFamily="34" charset="0"/>
              </a:defRPr>
            </a:lvl4pPr>
            <a:lvl5pPr>
              <a:spcBef>
                <a:spcPts val="0"/>
              </a:spcBef>
              <a:defRPr sz="2000" b="0" i="0">
                <a:solidFill>
                  <a:schemeClr val="tx1"/>
                </a:solidFill>
                <a:latin typeface="IBM Plex Sans Light"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Text Placeholder 8">
            <a:extLst>
              <a:ext uri="{FF2B5EF4-FFF2-40B4-BE49-F238E27FC236}">
                <a16:creationId xmlns:a16="http://schemas.microsoft.com/office/drawing/2014/main" id="{CAE80882-A798-33A6-BF3F-DF9C75646C23}"/>
              </a:ext>
            </a:extLst>
          </p:cNvPr>
          <p:cNvSpPr>
            <a:spLocks noGrp="1"/>
          </p:cNvSpPr>
          <p:nvPr userDrawn="1">
            <p:ph type="body" sz="quarter" idx="13"/>
          </p:nvPr>
        </p:nvSpPr>
        <p:spPr>
          <a:xfrm>
            <a:off x="12780000" y="3047999"/>
            <a:ext cx="4953000" cy="9153525"/>
          </a:xfrm>
        </p:spPr>
        <p:txBody>
          <a:bodyPr/>
          <a:lstStyle>
            <a:lvl1pPr>
              <a:spcBef>
                <a:spcPts val="0"/>
              </a:spcBef>
              <a:defRPr sz="3600" b="0" i="0">
                <a:solidFill>
                  <a:schemeClr val="tx1"/>
                </a:solidFill>
                <a:latin typeface="IBM Plex Sans Light" panose="020B0503050203000203" pitchFamily="34" charset="0"/>
              </a:defRPr>
            </a:lvl1pPr>
            <a:lvl2pPr marL="327600" indent="-327600">
              <a:spcBef>
                <a:spcPts val="0"/>
              </a:spcBef>
              <a:defRPr sz="3600" b="0" i="0">
                <a:solidFill>
                  <a:schemeClr val="tx1"/>
                </a:solidFill>
                <a:latin typeface="IBM Plex Sans Light" panose="020B0503050203000203" pitchFamily="34" charset="0"/>
              </a:defRPr>
            </a:lvl2pPr>
            <a:lvl3pPr marL="658800" indent="-327600">
              <a:spcBef>
                <a:spcPts val="0"/>
              </a:spcBef>
              <a:defRPr sz="3600" b="0" i="0">
                <a:solidFill>
                  <a:schemeClr val="tx1"/>
                </a:solidFill>
                <a:latin typeface="IBM Plex Sans Light" panose="020B0503050203000203" pitchFamily="34" charset="0"/>
              </a:defRPr>
            </a:lvl3pPr>
            <a:lvl4pPr marL="986400" indent="-327600">
              <a:spcBef>
                <a:spcPts val="0"/>
              </a:spcBef>
              <a:defRPr sz="3600" b="0" i="0">
                <a:solidFill>
                  <a:schemeClr val="tx1"/>
                </a:solidFill>
                <a:latin typeface="IBM Plex Sans Light" panose="020B0503050203000203" pitchFamily="34" charset="0"/>
              </a:defRPr>
            </a:lvl4pPr>
            <a:lvl5pPr>
              <a:spcBef>
                <a:spcPts val="0"/>
              </a:spcBef>
              <a:defRPr sz="2000" b="0" i="0">
                <a:solidFill>
                  <a:schemeClr val="tx1"/>
                </a:solidFill>
                <a:latin typeface="IBM Plex Sans Light"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Text Placeholder 10">
            <a:extLst>
              <a:ext uri="{FF2B5EF4-FFF2-40B4-BE49-F238E27FC236}">
                <a16:creationId xmlns:a16="http://schemas.microsoft.com/office/drawing/2014/main" id="{1809E051-5EDC-532B-0D86-AA9349AAA053}"/>
              </a:ext>
            </a:extLst>
          </p:cNvPr>
          <p:cNvSpPr>
            <a:spLocks noGrp="1"/>
          </p:cNvSpPr>
          <p:nvPr userDrawn="1">
            <p:ph type="body" sz="quarter" idx="14"/>
          </p:nvPr>
        </p:nvSpPr>
        <p:spPr>
          <a:xfrm>
            <a:off x="18862675" y="3047999"/>
            <a:ext cx="4959350" cy="9153525"/>
          </a:xfrm>
        </p:spPr>
        <p:txBody>
          <a:bodyPr/>
          <a:lstStyle>
            <a:lvl1pPr>
              <a:spcBef>
                <a:spcPts val="0"/>
              </a:spcBef>
              <a:defRPr sz="3600" b="0" i="0">
                <a:solidFill>
                  <a:schemeClr val="tx1"/>
                </a:solidFill>
                <a:latin typeface="IBM Plex Sans Light" panose="020B0503050203000203" pitchFamily="34" charset="0"/>
              </a:defRPr>
            </a:lvl1pPr>
            <a:lvl2pPr marL="327600" indent="-327600">
              <a:spcBef>
                <a:spcPts val="0"/>
              </a:spcBef>
              <a:defRPr sz="3600" b="0" i="0">
                <a:solidFill>
                  <a:schemeClr val="tx1"/>
                </a:solidFill>
                <a:latin typeface="IBM Plex Sans Light" panose="020B0503050203000203" pitchFamily="34" charset="0"/>
              </a:defRPr>
            </a:lvl2pPr>
            <a:lvl3pPr marL="658800" indent="-327600">
              <a:spcBef>
                <a:spcPts val="0"/>
              </a:spcBef>
              <a:defRPr sz="3600" b="0" i="0">
                <a:solidFill>
                  <a:schemeClr val="tx1"/>
                </a:solidFill>
                <a:latin typeface="IBM Plex Sans Light" panose="020B0503050203000203" pitchFamily="34" charset="0"/>
              </a:defRPr>
            </a:lvl3pPr>
            <a:lvl4pPr marL="986400" indent="-327600">
              <a:spcBef>
                <a:spcPts val="0"/>
              </a:spcBef>
              <a:defRPr sz="3600" b="0" i="0">
                <a:solidFill>
                  <a:schemeClr val="tx1"/>
                </a:solidFill>
                <a:latin typeface="IBM Plex Sans Light" panose="020B0503050203000203" pitchFamily="34" charset="0"/>
              </a:defRPr>
            </a:lvl4pPr>
            <a:lvl5pPr>
              <a:spcBef>
                <a:spcPts val="0"/>
              </a:spcBef>
              <a:defRPr sz="2000" b="0" i="0">
                <a:solidFill>
                  <a:schemeClr val="tx1"/>
                </a:solidFill>
                <a:latin typeface="IBM Plex Sans Light"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152310234"/>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4 columns, dividers, headlin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1"/>
            <a:ext cx="4949825" cy="2468753"/>
          </a:xfrm>
        </p:spPr>
        <p:txBody>
          <a:bodyPr/>
          <a:lstStyle>
            <a:lvl1pPr>
              <a:lnSpc>
                <a:spcPct val="100000"/>
              </a:lnSpc>
              <a:defRPr sz="6800">
                <a:solidFill>
                  <a:schemeClr val="tx2"/>
                </a:solidFill>
              </a:defRPr>
            </a:lvl1pPr>
          </a:lstStyle>
          <a:p>
            <a:r>
              <a:rPr lang="en-US" dirty="0"/>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7500" y="576072"/>
            <a:ext cx="4956175" cy="1843037"/>
          </a:xfrm>
        </p:spPr>
        <p:txBody>
          <a:bodyPr/>
          <a:lstStyle>
            <a:lvl1pPr>
              <a:lnSpc>
                <a:spcPct val="110000"/>
              </a:lnSpc>
              <a:spcBef>
                <a:spcPts val="0"/>
              </a:spcBef>
              <a:defRPr sz="4200">
                <a:solidFill>
                  <a:schemeClr val="tx1"/>
                </a:solidFill>
              </a:defRPr>
            </a:lvl1pPr>
            <a:lvl2pPr marL="327600" indent="-327600">
              <a:lnSpc>
                <a:spcPct val="100000"/>
              </a:lnSpc>
              <a:spcBef>
                <a:spcPts val="0"/>
              </a:spcBef>
              <a:defRPr sz="4200">
                <a:solidFill>
                  <a:schemeClr val="tx1"/>
                </a:solidFill>
              </a:defRPr>
            </a:lvl2pPr>
            <a:lvl3pPr marL="658800" indent="-327600">
              <a:lnSpc>
                <a:spcPct val="100000"/>
              </a:lnSpc>
              <a:spcBef>
                <a:spcPts val="0"/>
              </a:spcBef>
              <a:defRPr sz="4200">
                <a:solidFill>
                  <a:schemeClr val="tx1"/>
                </a:solidFill>
              </a:defRPr>
            </a:lvl3pPr>
            <a:lvl4pPr marL="986400" indent="-327600">
              <a:lnSpc>
                <a:spcPct val="100000"/>
              </a:lnSpc>
              <a:spcBef>
                <a:spcPts val="0"/>
              </a:spcBef>
              <a:defRPr sz="42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7500" y="3044825"/>
            <a:ext cx="4951413" cy="9159876"/>
          </a:xfrm>
        </p:spPr>
        <p:txBody>
          <a:bodyPr/>
          <a:lstStyle>
            <a:lvl1pPr>
              <a:spcBef>
                <a:spcPts val="0"/>
              </a:spcBef>
              <a:defRPr sz="3600" b="0" i="0">
                <a:solidFill>
                  <a:schemeClr val="tx1"/>
                </a:solidFill>
                <a:latin typeface="IBM Plex Sans Light" panose="020B0503050203000203" pitchFamily="34" charset="0"/>
              </a:defRPr>
            </a:lvl1pPr>
            <a:lvl2pPr marL="327600" indent="-327600">
              <a:spcBef>
                <a:spcPts val="0"/>
              </a:spcBef>
              <a:defRPr sz="3600" b="0" i="0">
                <a:solidFill>
                  <a:schemeClr val="tx1"/>
                </a:solidFill>
                <a:latin typeface="IBM Plex Sans Light" panose="020B0503050203000203" pitchFamily="34" charset="0"/>
              </a:defRPr>
            </a:lvl2pPr>
            <a:lvl3pPr marL="658800" indent="-327600">
              <a:spcBef>
                <a:spcPts val="0"/>
              </a:spcBef>
              <a:defRPr sz="3600" b="0" i="0">
                <a:solidFill>
                  <a:schemeClr val="tx1"/>
                </a:solidFill>
                <a:latin typeface="IBM Plex Sans Light" panose="020B0503050203000203" pitchFamily="34" charset="0"/>
              </a:defRPr>
            </a:lvl3pPr>
            <a:lvl4pPr marL="986400" indent="-327600">
              <a:spcBef>
                <a:spcPts val="0"/>
              </a:spcBef>
              <a:defRPr sz="3600" b="0" i="0">
                <a:solidFill>
                  <a:schemeClr val="tx1"/>
                </a:solidFill>
                <a:latin typeface="IBM Plex Sans Light" panose="020B0503050203000203" pitchFamily="34" charset="0"/>
              </a:defRPr>
            </a:lvl4pPr>
            <a:lvl5pPr>
              <a:spcBef>
                <a:spcPts val="0"/>
              </a:spcBef>
              <a:defRPr sz="2000" b="0" i="0">
                <a:solidFill>
                  <a:schemeClr val="tx1"/>
                </a:solidFill>
                <a:latin typeface="IBM Plex Sans Light"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2"/>
            <a:ext cx="4953000" cy="1843037"/>
          </a:xfrm>
        </p:spPr>
        <p:txBody>
          <a:bodyPr/>
          <a:lstStyle>
            <a:lvl1pPr>
              <a:lnSpc>
                <a:spcPct val="110000"/>
              </a:lnSpc>
              <a:spcBef>
                <a:spcPts val="0"/>
              </a:spcBef>
              <a:defRPr sz="4200">
                <a:solidFill>
                  <a:schemeClr val="tx1"/>
                </a:solidFill>
              </a:defRPr>
            </a:lvl1pPr>
            <a:lvl2pPr marL="327600" indent="-327600">
              <a:lnSpc>
                <a:spcPct val="100000"/>
              </a:lnSpc>
              <a:spcBef>
                <a:spcPts val="0"/>
              </a:spcBef>
              <a:defRPr sz="4200">
                <a:solidFill>
                  <a:schemeClr val="tx1"/>
                </a:solidFill>
              </a:defRPr>
            </a:lvl2pPr>
            <a:lvl3pPr marL="658800" indent="-327600">
              <a:lnSpc>
                <a:spcPct val="100000"/>
              </a:lnSpc>
              <a:spcBef>
                <a:spcPts val="0"/>
              </a:spcBef>
              <a:defRPr sz="4200">
                <a:solidFill>
                  <a:schemeClr val="tx1"/>
                </a:solidFill>
              </a:defRPr>
            </a:lvl3pPr>
            <a:lvl4pPr marL="986400" indent="-327600">
              <a:lnSpc>
                <a:spcPct val="100000"/>
              </a:lnSpc>
              <a:spcBef>
                <a:spcPts val="0"/>
              </a:spcBef>
              <a:defRPr sz="42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4824"/>
            <a:ext cx="4953000" cy="9159876"/>
          </a:xfrm>
        </p:spPr>
        <p:txBody>
          <a:bodyPr/>
          <a:lstStyle>
            <a:lvl1pPr>
              <a:spcBef>
                <a:spcPts val="0"/>
              </a:spcBef>
              <a:defRPr sz="3600" b="0" i="0">
                <a:solidFill>
                  <a:schemeClr val="tx1"/>
                </a:solidFill>
                <a:latin typeface="IBM Plex Sans Light" panose="020B0503050203000203" pitchFamily="34" charset="0"/>
              </a:defRPr>
            </a:lvl1pPr>
            <a:lvl2pPr marL="327600" indent="-327600">
              <a:spcBef>
                <a:spcPts val="0"/>
              </a:spcBef>
              <a:defRPr sz="3600" b="0" i="0">
                <a:solidFill>
                  <a:schemeClr val="tx1"/>
                </a:solidFill>
                <a:latin typeface="IBM Plex Sans Light" panose="020B0503050203000203" pitchFamily="34" charset="0"/>
              </a:defRPr>
            </a:lvl2pPr>
            <a:lvl3pPr marL="658800" indent="-327600">
              <a:spcBef>
                <a:spcPts val="0"/>
              </a:spcBef>
              <a:defRPr sz="3600" b="0" i="0">
                <a:solidFill>
                  <a:schemeClr val="tx1"/>
                </a:solidFill>
                <a:latin typeface="IBM Plex Sans Light" panose="020B0503050203000203" pitchFamily="34" charset="0"/>
              </a:defRPr>
            </a:lvl3pPr>
            <a:lvl4pPr marL="986400" indent="-327600">
              <a:spcBef>
                <a:spcPts val="0"/>
              </a:spcBef>
              <a:defRPr sz="3600" b="0" i="0">
                <a:solidFill>
                  <a:schemeClr val="tx1"/>
                </a:solidFill>
                <a:latin typeface="IBM Plex Sans Light" panose="020B0503050203000203" pitchFamily="34" charset="0"/>
              </a:defRPr>
            </a:lvl4pPr>
            <a:lvl5pPr>
              <a:spcBef>
                <a:spcPts val="0"/>
              </a:spcBef>
              <a:defRPr sz="2000" b="0" i="0">
                <a:solidFill>
                  <a:schemeClr val="tx1"/>
                </a:solidFill>
                <a:latin typeface="IBM Plex Sans Light"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cxnSp>
        <p:nvCxnSpPr>
          <p:cNvPr id="14" name="Straight Connector 13" descr="Vertical column divider">
            <a:extLst>
              <a:ext uri="{FF2B5EF4-FFF2-40B4-BE49-F238E27FC236}">
                <a16:creationId xmlns:a16="http://schemas.microsoft.com/office/drawing/2014/main" id="{C6EB28FF-C21F-A83D-2D19-2242B76C6B09}"/>
              </a:ext>
            </a:extLst>
          </p:cNvPr>
          <p:cNvCxnSpPr>
            <a:cxnSpLocks/>
          </p:cNvCxnSpPr>
          <p:nvPr userDrawn="1"/>
        </p:nvCxnSpPr>
        <p:spPr bwMode="auto">
          <a:xfrm>
            <a:off x="6096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3D7A0E74-695D-C6F5-07CD-01209D58A70A}"/>
              </a:ext>
            </a:extLst>
          </p:cNvPr>
          <p:cNvCxnSpPr>
            <a:cxnSpLocks/>
          </p:cNvCxnSpPr>
          <p:nvPr userDrawn="1"/>
        </p:nvCxnSpPr>
        <p:spPr bwMode="auto">
          <a:xfrm>
            <a:off x="12188952"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descr="Vertical column divider">
            <a:extLst>
              <a:ext uri="{FF2B5EF4-FFF2-40B4-BE49-F238E27FC236}">
                <a16:creationId xmlns:a16="http://schemas.microsoft.com/office/drawing/2014/main" id="{19E1AC9A-B000-435B-E4BC-54B09FB7957C}"/>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3" name="Text Placeholder 12">
            <a:extLst>
              <a:ext uri="{FF2B5EF4-FFF2-40B4-BE49-F238E27FC236}">
                <a16:creationId xmlns:a16="http://schemas.microsoft.com/office/drawing/2014/main" id="{2A62B128-D226-0D9B-89EC-51AFD07F30CF}"/>
              </a:ext>
            </a:extLst>
          </p:cNvPr>
          <p:cNvSpPr>
            <a:spLocks noGrp="1"/>
          </p:cNvSpPr>
          <p:nvPr userDrawn="1">
            <p:ph type="body" sz="quarter" idx="17"/>
          </p:nvPr>
        </p:nvSpPr>
        <p:spPr>
          <a:xfrm>
            <a:off x="18859500" y="576072"/>
            <a:ext cx="4959350" cy="1843037"/>
          </a:xfrm>
        </p:spPr>
        <p:txBody>
          <a:bodyPr/>
          <a:lstStyle>
            <a:lvl1pPr>
              <a:lnSpc>
                <a:spcPct val="110000"/>
              </a:lnSpc>
              <a:spcBef>
                <a:spcPts val="0"/>
              </a:spcBef>
              <a:defRPr sz="4200">
                <a:solidFill>
                  <a:schemeClr val="tx1"/>
                </a:solidFill>
              </a:defRPr>
            </a:lvl1pPr>
            <a:lvl2pPr marL="327600" indent="-327600">
              <a:lnSpc>
                <a:spcPct val="100000"/>
              </a:lnSpc>
              <a:spcBef>
                <a:spcPts val="0"/>
              </a:spcBef>
              <a:defRPr sz="4200">
                <a:solidFill>
                  <a:schemeClr val="tx1"/>
                </a:solidFill>
              </a:defRPr>
            </a:lvl2pPr>
            <a:lvl3pPr marL="658800" indent="-327600">
              <a:lnSpc>
                <a:spcPct val="100000"/>
              </a:lnSpc>
              <a:spcBef>
                <a:spcPts val="0"/>
              </a:spcBef>
              <a:defRPr sz="4200">
                <a:solidFill>
                  <a:schemeClr val="tx1"/>
                </a:solidFill>
              </a:defRPr>
            </a:lvl3pPr>
            <a:lvl4pPr marL="986400" indent="-327600">
              <a:lnSpc>
                <a:spcPct val="100000"/>
              </a:lnSpc>
              <a:spcBef>
                <a:spcPts val="0"/>
              </a:spcBef>
              <a:defRPr sz="42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userDrawn="1">
            <p:ph type="body" sz="quarter" idx="14"/>
          </p:nvPr>
        </p:nvSpPr>
        <p:spPr>
          <a:xfrm>
            <a:off x="18859500" y="3044823"/>
            <a:ext cx="4959350" cy="9159876"/>
          </a:xfrm>
        </p:spPr>
        <p:txBody>
          <a:bodyPr/>
          <a:lstStyle>
            <a:lvl1pPr>
              <a:spcBef>
                <a:spcPts val="0"/>
              </a:spcBef>
              <a:defRPr sz="3600" b="0" i="0">
                <a:solidFill>
                  <a:schemeClr val="tx1"/>
                </a:solidFill>
                <a:latin typeface="IBM Plex Sans Light" panose="020B0503050203000203" pitchFamily="34" charset="0"/>
              </a:defRPr>
            </a:lvl1pPr>
            <a:lvl2pPr marL="327600" indent="-327600">
              <a:spcBef>
                <a:spcPts val="0"/>
              </a:spcBef>
              <a:defRPr sz="3600" b="0" i="0">
                <a:solidFill>
                  <a:schemeClr val="tx1"/>
                </a:solidFill>
                <a:latin typeface="IBM Plex Sans Light" panose="020B0503050203000203" pitchFamily="34" charset="0"/>
              </a:defRPr>
            </a:lvl2pPr>
            <a:lvl3pPr marL="658800" indent="-327600">
              <a:spcBef>
                <a:spcPts val="0"/>
              </a:spcBef>
              <a:defRPr sz="3600" b="0" i="0">
                <a:solidFill>
                  <a:schemeClr val="tx1"/>
                </a:solidFill>
                <a:latin typeface="IBM Plex Sans Light" panose="020B0503050203000203" pitchFamily="34" charset="0"/>
              </a:defRPr>
            </a:lvl3pPr>
            <a:lvl4pPr marL="986400" indent="-327600">
              <a:spcBef>
                <a:spcPts val="0"/>
              </a:spcBef>
              <a:defRPr sz="3600" b="0" i="0">
                <a:solidFill>
                  <a:schemeClr val="tx1"/>
                </a:solidFill>
                <a:latin typeface="IBM Plex Sans Light" panose="020B0503050203000203" pitchFamily="34" charset="0"/>
              </a:defRPr>
            </a:lvl4pPr>
            <a:lvl5pPr>
              <a:spcBef>
                <a:spcPts val="0"/>
              </a:spcBef>
              <a:defRPr sz="2000" b="0" i="0">
                <a:solidFill>
                  <a:schemeClr val="tx1"/>
                </a:solidFill>
                <a:latin typeface="IBM Plex Sans Light"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Footer Placeholder 3">
            <a:extLst>
              <a:ext uri="{FF2B5EF4-FFF2-40B4-BE49-F238E27FC236}">
                <a16:creationId xmlns:a16="http://schemas.microsoft.com/office/drawing/2014/main" id="{6C3F2C39-1D80-7B1C-F53D-B11D6327AF07}"/>
              </a:ext>
            </a:extLst>
          </p:cNvPr>
          <p:cNvSpPr>
            <a:spLocks noGrp="1"/>
          </p:cNvSpPr>
          <p:nvPr userDrawn="1">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56961C62-D766-8A68-1FA3-BF6BE095543D}"/>
              </a:ext>
            </a:extLst>
          </p:cNvPr>
          <p:cNvSpPr txBox="1">
            <a:spLocks noGrp="1"/>
          </p:cNvSpPr>
          <p:nvPr userDrawn="1">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599707034"/>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4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34332-B5B5-4358-3C72-8B35F374A887}"/>
              </a:ext>
            </a:extLst>
          </p:cNvPr>
          <p:cNvSpPr>
            <a:spLocks noGrp="1"/>
          </p:cNvSpPr>
          <p:nvPr>
            <p:ph type="title"/>
          </p:nvPr>
        </p:nvSpPr>
        <p:spPr>
          <a:xfrm>
            <a:off x="576072" y="576072"/>
            <a:ext cx="4949825" cy="2097087"/>
          </a:xfrm>
        </p:spPr>
        <p:txBody>
          <a:bodyPr/>
          <a:lstStyle>
            <a:lvl1pPr>
              <a:lnSpc>
                <a:spcPct val="100000"/>
              </a:lnSpc>
              <a:defRPr sz="2800">
                <a:solidFill>
                  <a:schemeClr val="tx2"/>
                </a:solidFill>
              </a:defRPr>
            </a:lvl1pPr>
          </a:lstStyle>
          <a:p>
            <a:r>
              <a:rPr lang="en-US" dirty="0"/>
              <a:t>Click to edit Master title style</a:t>
            </a:r>
          </a:p>
        </p:txBody>
      </p:sp>
      <p:sp>
        <p:nvSpPr>
          <p:cNvPr id="5" name="Text Placeholder 4">
            <a:extLst>
              <a:ext uri="{FF2B5EF4-FFF2-40B4-BE49-F238E27FC236}">
                <a16:creationId xmlns:a16="http://schemas.microsoft.com/office/drawing/2014/main" id="{A59C4772-2960-241E-274D-18A4B5568DAB}"/>
              </a:ext>
            </a:extLst>
          </p:cNvPr>
          <p:cNvSpPr>
            <a:spLocks noGrp="1"/>
          </p:cNvSpPr>
          <p:nvPr>
            <p:ph type="body" sz="quarter" idx="11"/>
          </p:nvPr>
        </p:nvSpPr>
        <p:spPr>
          <a:xfrm>
            <a:off x="576000" y="3048000"/>
            <a:ext cx="4942078" cy="4578350"/>
          </a:xfrm>
        </p:spPr>
        <p:txBody>
          <a:bodyPr/>
          <a:lstStyle>
            <a:lvl1pPr>
              <a:lnSpc>
                <a:spcPct val="100000"/>
              </a:lnSpc>
              <a:spcBef>
                <a:spcPts val="0"/>
              </a:spcBef>
              <a:defRPr sz="6800">
                <a:solidFill>
                  <a:schemeClr val="tx1"/>
                </a:solidFill>
              </a:defRPr>
            </a:lvl1pPr>
          </a:lstStyle>
          <a:p>
            <a:pPr lvl="0"/>
            <a:r>
              <a:rPr lang="en-US" dirty="0"/>
              <a:t>Click to edit Master text styles</a:t>
            </a:r>
          </a:p>
        </p:txBody>
      </p:sp>
      <p:sp>
        <p:nvSpPr>
          <p:cNvPr id="14" name="Picture Placeholder 13" descr="Place pictogram here">
            <a:extLst>
              <a:ext uri="{FF2B5EF4-FFF2-40B4-BE49-F238E27FC236}">
                <a16:creationId xmlns:a16="http://schemas.microsoft.com/office/drawing/2014/main" id="{637C5D5A-A533-DB2D-8BBE-C9DAA013CA01}"/>
              </a:ext>
            </a:extLst>
          </p:cNvPr>
          <p:cNvSpPr>
            <a:spLocks noGrp="1"/>
          </p:cNvSpPr>
          <p:nvPr>
            <p:ph type="pic" sz="quarter" idx="15" hasCustomPrompt="1"/>
          </p:nvPr>
        </p:nvSpPr>
        <p:spPr>
          <a:xfrm>
            <a:off x="6667500" y="576072"/>
            <a:ext cx="1216152" cy="1216152"/>
          </a:xfrm>
        </p:spPr>
        <p:txBody>
          <a:bodyPr anchor="ctr"/>
          <a:lstStyle>
            <a:lvl1pPr algn="ctr">
              <a:defRPr sz="1600">
                <a:solidFill>
                  <a:schemeClr val="tx1"/>
                </a:solidFill>
              </a:defRPr>
            </a:lvl1pPr>
          </a:lstStyle>
          <a:p>
            <a:r>
              <a:rPr lang="en-US" dirty="0"/>
              <a:t>Pictogram</a:t>
            </a:r>
          </a:p>
        </p:txBody>
      </p:sp>
      <p:sp>
        <p:nvSpPr>
          <p:cNvPr id="10" name="Text Placeholder 9">
            <a:extLst>
              <a:ext uri="{FF2B5EF4-FFF2-40B4-BE49-F238E27FC236}">
                <a16:creationId xmlns:a16="http://schemas.microsoft.com/office/drawing/2014/main" id="{627CF39F-F0FC-7815-2582-A13E0599BC21}"/>
              </a:ext>
            </a:extLst>
          </p:cNvPr>
          <p:cNvSpPr>
            <a:spLocks noGrp="1"/>
          </p:cNvSpPr>
          <p:nvPr>
            <p:ph type="body" sz="quarter" idx="12"/>
          </p:nvPr>
        </p:nvSpPr>
        <p:spPr>
          <a:xfrm>
            <a:off x="6670675" y="3047999"/>
            <a:ext cx="4951413" cy="9153525"/>
          </a:xfrm>
        </p:spPr>
        <p:txBody>
          <a:bodyPr/>
          <a:lstStyle>
            <a:lvl1pPr>
              <a:lnSpc>
                <a:spcPct val="110000"/>
              </a:lnSpc>
              <a:spcBef>
                <a:spcPts val="0"/>
              </a:spcBef>
              <a:defRPr sz="3600">
                <a:solidFill>
                  <a:schemeClr val="tx1"/>
                </a:solidFill>
              </a:defRPr>
            </a:lvl1pPr>
            <a:lvl2pPr marL="327600" indent="-327600">
              <a:lnSpc>
                <a:spcPct val="100000"/>
              </a:lnSpc>
              <a:spcBef>
                <a:spcPts val="0"/>
              </a:spcBef>
              <a:defRPr sz="3600">
                <a:solidFill>
                  <a:schemeClr val="tx1"/>
                </a:solidFill>
              </a:defRPr>
            </a:lvl2pPr>
            <a:lvl3pPr marL="658800" indent="-327600">
              <a:lnSpc>
                <a:spcPct val="100000"/>
              </a:lnSpc>
              <a:spcBef>
                <a:spcPts val="0"/>
              </a:spcBef>
              <a:defRPr sz="3600">
                <a:solidFill>
                  <a:schemeClr val="tx1"/>
                </a:solidFill>
              </a:defRPr>
            </a:lvl3pPr>
            <a:lvl4pPr marL="986400" indent="-327600">
              <a:lnSpc>
                <a:spcPct val="100000"/>
              </a:lnSpc>
              <a:spcBef>
                <a:spcPts val="0"/>
              </a:spcBef>
              <a:defRPr sz="3600">
                <a:solidFill>
                  <a:schemeClr val="tx1"/>
                </a:solidFill>
              </a:defRPr>
            </a:lvl4pPr>
            <a:lvl5pPr>
              <a:lnSpc>
                <a:spcPct val="110000"/>
              </a:lnSpc>
              <a:spcBef>
                <a:spcPts val="0"/>
              </a:spcBef>
              <a:defRPr sz="2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Picture Placeholder 13" descr="Place pictogram here">
            <a:extLst>
              <a:ext uri="{FF2B5EF4-FFF2-40B4-BE49-F238E27FC236}">
                <a16:creationId xmlns:a16="http://schemas.microsoft.com/office/drawing/2014/main" id="{81413BEF-DDD1-548F-409B-224DE030B67E}"/>
              </a:ext>
            </a:extLst>
          </p:cNvPr>
          <p:cNvSpPr>
            <a:spLocks noGrp="1"/>
          </p:cNvSpPr>
          <p:nvPr>
            <p:ph type="pic" sz="quarter" idx="16" hasCustomPrompt="1"/>
          </p:nvPr>
        </p:nvSpPr>
        <p:spPr>
          <a:xfrm>
            <a:off x="12780000" y="576072"/>
            <a:ext cx="1216152" cy="1216152"/>
          </a:xfrm>
        </p:spPr>
        <p:txBody>
          <a:bodyPr anchor="ctr"/>
          <a:lstStyle>
            <a:lvl1pPr algn="ctr">
              <a:defRPr sz="1600">
                <a:solidFill>
                  <a:schemeClr val="tx1"/>
                </a:solidFill>
              </a:defRPr>
            </a:lvl1pPr>
          </a:lstStyle>
          <a:p>
            <a:r>
              <a:rPr lang="en-US" dirty="0"/>
              <a:t>Pictogram</a:t>
            </a:r>
          </a:p>
        </p:txBody>
      </p:sp>
      <p:sp>
        <p:nvSpPr>
          <p:cNvPr id="11" name="Text Placeholder 9">
            <a:extLst>
              <a:ext uri="{FF2B5EF4-FFF2-40B4-BE49-F238E27FC236}">
                <a16:creationId xmlns:a16="http://schemas.microsoft.com/office/drawing/2014/main" id="{68C92137-8AC3-46D8-C9A2-F6F058938BEF}"/>
              </a:ext>
            </a:extLst>
          </p:cNvPr>
          <p:cNvSpPr>
            <a:spLocks noGrp="1"/>
          </p:cNvSpPr>
          <p:nvPr>
            <p:ph type="body" sz="quarter" idx="13"/>
          </p:nvPr>
        </p:nvSpPr>
        <p:spPr>
          <a:xfrm>
            <a:off x="12780000" y="3047999"/>
            <a:ext cx="4942120" cy="9153524"/>
          </a:xfrm>
        </p:spPr>
        <p:txBody>
          <a:bodyPr/>
          <a:lstStyle>
            <a:lvl1pPr>
              <a:lnSpc>
                <a:spcPct val="110000"/>
              </a:lnSpc>
              <a:spcBef>
                <a:spcPts val="0"/>
              </a:spcBef>
              <a:defRPr sz="3600">
                <a:solidFill>
                  <a:schemeClr val="tx1"/>
                </a:solidFill>
              </a:defRPr>
            </a:lvl1pPr>
            <a:lvl2pPr marL="327600" indent="-327600">
              <a:lnSpc>
                <a:spcPct val="100000"/>
              </a:lnSpc>
              <a:spcBef>
                <a:spcPts val="0"/>
              </a:spcBef>
              <a:defRPr sz="3600">
                <a:solidFill>
                  <a:schemeClr val="tx1"/>
                </a:solidFill>
              </a:defRPr>
            </a:lvl2pPr>
            <a:lvl3pPr marL="658800" indent="-327600">
              <a:lnSpc>
                <a:spcPct val="100000"/>
              </a:lnSpc>
              <a:spcBef>
                <a:spcPts val="0"/>
              </a:spcBef>
              <a:defRPr sz="3600">
                <a:solidFill>
                  <a:schemeClr val="tx1"/>
                </a:solidFill>
              </a:defRPr>
            </a:lvl3pPr>
            <a:lvl4pPr marL="986400" indent="-327600">
              <a:lnSpc>
                <a:spcPct val="100000"/>
              </a:lnSpc>
              <a:spcBef>
                <a:spcPts val="0"/>
              </a:spcBef>
              <a:defRPr sz="3600">
                <a:solidFill>
                  <a:schemeClr val="tx1"/>
                </a:solidFill>
              </a:defRPr>
            </a:lvl4pPr>
            <a:lvl5pPr>
              <a:lnSpc>
                <a:spcPct val="110000"/>
              </a:lnSpc>
              <a:spcBef>
                <a:spcPts val="0"/>
              </a:spcBef>
              <a:defRPr sz="2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6" name="Picture Placeholder 13" descr="Place pictogram here">
            <a:extLst>
              <a:ext uri="{FF2B5EF4-FFF2-40B4-BE49-F238E27FC236}">
                <a16:creationId xmlns:a16="http://schemas.microsoft.com/office/drawing/2014/main" id="{B37C3DBB-1177-5FC6-7F7F-E6C5931C9620}"/>
              </a:ext>
            </a:extLst>
          </p:cNvPr>
          <p:cNvSpPr>
            <a:spLocks noGrp="1"/>
          </p:cNvSpPr>
          <p:nvPr>
            <p:ph type="pic" sz="quarter" idx="17" hasCustomPrompt="1"/>
          </p:nvPr>
        </p:nvSpPr>
        <p:spPr>
          <a:xfrm>
            <a:off x="18859500" y="576072"/>
            <a:ext cx="1216152" cy="1216152"/>
          </a:xfrm>
        </p:spPr>
        <p:txBody>
          <a:bodyPr anchor="ctr"/>
          <a:lstStyle>
            <a:lvl1pPr algn="ctr">
              <a:defRPr sz="1600">
                <a:solidFill>
                  <a:schemeClr val="tx1"/>
                </a:solidFill>
              </a:defRPr>
            </a:lvl1pPr>
          </a:lstStyle>
          <a:p>
            <a:r>
              <a:rPr lang="en-US" dirty="0"/>
              <a:t>Pictogram</a:t>
            </a:r>
          </a:p>
        </p:txBody>
      </p:sp>
      <p:sp>
        <p:nvSpPr>
          <p:cNvPr id="12" name="Text Placeholder 9">
            <a:extLst>
              <a:ext uri="{FF2B5EF4-FFF2-40B4-BE49-F238E27FC236}">
                <a16:creationId xmlns:a16="http://schemas.microsoft.com/office/drawing/2014/main" id="{AC380211-AA5F-2F8D-309F-DC766DF1EF52}"/>
              </a:ext>
            </a:extLst>
          </p:cNvPr>
          <p:cNvSpPr>
            <a:spLocks noGrp="1"/>
          </p:cNvSpPr>
          <p:nvPr>
            <p:ph type="body" sz="quarter" idx="14"/>
          </p:nvPr>
        </p:nvSpPr>
        <p:spPr>
          <a:xfrm>
            <a:off x="18862677" y="3047999"/>
            <a:ext cx="4941886" cy="9153525"/>
          </a:xfrm>
        </p:spPr>
        <p:txBody>
          <a:bodyPr/>
          <a:lstStyle>
            <a:lvl1pPr>
              <a:lnSpc>
                <a:spcPct val="110000"/>
              </a:lnSpc>
              <a:spcBef>
                <a:spcPts val="0"/>
              </a:spcBef>
              <a:defRPr sz="3600">
                <a:solidFill>
                  <a:schemeClr val="tx1"/>
                </a:solidFill>
              </a:defRPr>
            </a:lvl1pPr>
            <a:lvl2pPr marL="327600" indent="-327600">
              <a:lnSpc>
                <a:spcPct val="100000"/>
              </a:lnSpc>
              <a:spcBef>
                <a:spcPts val="0"/>
              </a:spcBef>
              <a:defRPr sz="3600">
                <a:solidFill>
                  <a:schemeClr val="tx1"/>
                </a:solidFill>
              </a:defRPr>
            </a:lvl2pPr>
            <a:lvl3pPr marL="658800" indent="-327600">
              <a:lnSpc>
                <a:spcPct val="100000"/>
              </a:lnSpc>
              <a:spcBef>
                <a:spcPts val="0"/>
              </a:spcBef>
              <a:defRPr sz="3600">
                <a:solidFill>
                  <a:schemeClr val="tx1"/>
                </a:solidFill>
              </a:defRPr>
            </a:lvl3pPr>
            <a:lvl4pPr marL="986400" indent="-327600">
              <a:lnSpc>
                <a:spcPct val="100000"/>
              </a:lnSpc>
              <a:spcBef>
                <a:spcPts val="0"/>
              </a:spcBef>
              <a:defRPr sz="3600">
                <a:solidFill>
                  <a:schemeClr val="tx1"/>
                </a:solidFill>
              </a:defRPr>
            </a:lvl4pPr>
            <a:lvl5pPr>
              <a:lnSpc>
                <a:spcPct val="110000"/>
              </a:lnSpc>
              <a:spcBef>
                <a:spcPts val="0"/>
              </a:spcBef>
              <a:defRPr sz="2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 name="Footer Placeholder 3">
            <a:extLst>
              <a:ext uri="{FF2B5EF4-FFF2-40B4-BE49-F238E27FC236}">
                <a16:creationId xmlns:a16="http://schemas.microsoft.com/office/drawing/2014/main" id="{8C59ECBB-8567-F0FF-2B81-7CCA543AC3AF}"/>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193F0BFF-6925-3869-6436-5F209217E4E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3EC1ADC5-863A-1C19-32F5-F71459CCBF15}"/>
              </a:ext>
            </a:extLst>
          </p:cNvPr>
          <p:cNvCxnSpPr>
            <a:cxnSpLocks/>
          </p:cNvCxnSpPr>
          <p:nvPr userDrawn="1"/>
        </p:nvCxnSpPr>
        <p:spPr bwMode="auto">
          <a:xfrm>
            <a:off x="6096000" y="570103"/>
            <a:ext cx="0" cy="1163142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 name="Straight Connector 5" descr="Vertical column divider">
            <a:extLst>
              <a:ext uri="{FF2B5EF4-FFF2-40B4-BE49-F238E27FC236}">
                <a16:creationId xmlns:a16="http://schemas.microsoft.com/office/drawing/2014/main" id="{72E1DB67-171C-F7FE-B9F6-5778755FF746}"/>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Straight Connector 7" descr="Vertical column divider">
            <a:extLst>
              <a:ext uri="{FF2B5EF4-FFF2-40B4-BE49-F238E27FC236}">
                <a16:creationId xmlns:a16="http://schemas.microsoft.com/office/drawing/2014/main" id="{6EF3DAE3-95FD-80AD-F6F4-79B5745FA451}"/>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95899409"/>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1 wide column, divi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00"/>
            <a:ext cx="4942078" cy="3117978"/>
          </a:xfrm>
        </p:spPr>
        <p:txBody>
          <a:bodyPr/>
          <a:lstStyle>
            <a:lvl1pPr>
              <a:lnSpc>
                <a:spcPct val="100000"/>
              </a:lnSpc>
              <a:defRPr sz="6800">
                <a:solidFill>
                  <a:schemeClr val="tx2"/>
                </a:solidFill>
              </a:defRPr>
            </a:lvl1pPr>
          </a:lstStyle>
          <a:p>
            <a:r>
              <a:rPr lang="en-US" dirty="0"/>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2" y="576000"/>
            <a:ext cx="4951414" cy="2201269"/>
          </a:xfrm>
        </p:spPr>
        <p:txBody>
          <a:bodyPr/>
          <a:lstStyle>
            <a:lvl1pPr>
              <a:lnSpc>
                <a:spcPct val="100000"/>
              </a:lnSpc>
              <a:spcBef>
                <a:spcPts val="0"/>
              </a:spcBef>
              <a:defRPr sz="6800">
                <a:solidFill>
                  <a:schemeClr val="tx2"/>
                </a:solidFill>
              </a:defRPr>
            </a:lvl1pPr>
            <a:lvl2pPr>
              <a:spcBef>
                <a:spcPts val="0"/>
              </a:spcBef>
              <a:defRPr sz="2800"/>
            </a:lvl2pPr>
            <a:lvl3pPr>
              <a:spcBef>
                <a:spcPts val="0"/>
              </a:spcBef>
              <a:defRPr sz="2800"/>
            </a:lvl3pPr>
            <a:lvl4pPr>
              <a:spcBef>
                <a:spcPts val="0"/>
              </a:spcBef>
              <a:defRPr sz="2800"/>
            </a:lvl4pPr>
            <a:lvl5pPr>
              <a:spcBef>
                <a:spcPts val="0"/>
              </a:spcBef>
              <a:defRPr sz="2800"/>
            </a:lvl5pPr>
          </a:lstStyle>
          <a:p>
            <a:pPr lvl="0"/>
            <a:r>
              <a:rPr lang="en-US" dirty="0"/>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69153" y="3047999"/>
            <a:ext cx="4951413" cy="9153525"/>
          </a:xfrm>
        </p:spPr>
        <p:txBody>
          <a:bodyPr/>
          <a:lstStyle>
            <a:lvl1pPr>
              <a:spcBef>
                <a:spcPts val="0"/>
              </a:spcBef>
              <a:defRPr sz="3600" b="0" i="0">
                <a:solidFill>
                  <a:schemeClr val="tx1"/>
                </a:solidFill>
                <a:latin typeface="IBM Plex Sans Light" panose="020B0403050203000203" pitchFamily="34" charset="0"/>
              </a:defRPr>
            </a:lvl1pPr>
            <a:lvl2pPr marL="327600" indent="-327600">
              <a:spcBef>
                <a:spcPts val="0"/>
              </a:spcBef>
              <a:defRPr sz="3600" b="0" i="0">
                <a:solidFill>
                  <a:schemeClr val="tx1"/>
                </a:solidFill>
                <a:latin typeface="IBM Plex Sans Light" panose="020B0403050203000203" pitchFamily="34" charset="0"/>
              </a:defRPr>
            </a:lvl2pPr>
            <a:lvl3pPr marL="658800" indent="-327600">
              <a:spcBef>
                <a:spcPts val="0"/>
              </a:spcBef>
              <a:defRPr sz="3600" b="0" i="0">
                <a:solidFill>
                  <a:schemeClr val="tx1"/>
                </a:solidFill>
                <a:latin typeface="IBM Plex Sans Light" panose="020B0403050203000203" pitchFamily="34" charset="0"/>
              </a:defRPr>
            </a:lvl3pPr>
            <a:lvl4pPr marL="986400" indent="-327600">
              <a:spcBef>
                <a:spcPts val="0"/>
              </a:spcBef>
              <a:defRPr sz="36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65153" y="3047999"/>
            <a:ext cx="10096500" cy="9153525"/>
          </a:xfrm>
        </p:spPr>
        <p:txBody>
          <a:bodyPr/>
          <a:lstStyle>
            <a:lvl1pPr>
              <a:spcBef>
                <a:spcPts val="0"/>
              </a:spcBef>
              <a:defRPr sz="3600" b="0" i="0">
                <a:solidFill>
                  <a:schemeClr val="tx1"/>
                </a:solidFill>
                <a:latin typeface="IBM Plex Sans Light" panose="020B0403050203000203" pitchFamily="34" charset="0"/>
              </a:defRPr>
            </a:lvl1pPr>
            <a:lvl2pPr marL="327600" indent="-327600">
              <a:spcBef>
                <a:spcPts val="0"/>
              </a:spcBef>
              <a:defRPr sz="3600" b="0" i="0">
                <a:solidFill>
                  <a:schemeClr val="tx1"/>
                </a:solidFill>
                <a:latin typeface="IBM Plex Sans Light" panose="020B0403050203000203" pitchFamily="34" charset="0"/>
              </a:defRPr>
            </a:lvl2pPr>
            <a:lvl3pPr marL="658800" indent="-327600">
              <a:spcBef>
                <a:spcPts val="0"/>
              </a:spcBef>
              <a:defRPr sz="3600" b="0" i="0">
                <a:solidFill>
                  <a:schemeClr val="tx1"/>
                </a:solidFill>
                <a:latin typeface="IBM Plex Sans Light" panose="020B0403050203000203" pitchFamily="34" charset="0"/>
              </a:defRPr>
            </a:lvl3pPr>
            <a:lvl4pPr marL="986400" indent="-327600">
              <a:spcBef>
                <a:spcPts val="0"/>
              </a:spcBef>
              <a:defRPr sz="36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 name="Footer Placeholder 3">
            <a:extLst>
              <a:ext uri="{FF2B5EF4-FFF2-40B4-BE49-F238E27FC236}">
                <a16:creationId xmlns:a16="http://schemas.microsoft.com/office/drawing/2014/main" id="{FC93AC5E-9451-FF93-87DD-889A48A00DD1}"/>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D1F6E83E-BB80-D71A-7819-884C0CD4799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553649678"/>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2 wide colum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00" y="576072"/>
            <a:ext cx="7424927" cy="1906588"/>
          </a:xfrm>
        </p:spPr>
        <p:txBody>
          <a:bodyPr/>
          <a:lstStyle>
            <a:lvl1pPr>
              <a:lnSpc>
                <a:spcPct val="100000"/>
              </a:lnSpc>
              <a:defRPr sz="6800">
                <a:solidFill>
                  <a:schemeClr val="tx2"/>
                </a:solidFill>
              </a:defRPr>
            </a:lvl1pPr>
          </a:lstStyle>
          <a:p>
            <a:r>
              <a:rPr lang="en-US" dirty="0"/>
              <a:t>Click to edit Master title style</a:t>
            </a:r>
          </a:p>
        </p:txBody>
      </p:sp>
      <p:sp>
        <p:nvSpPr>
          <p:cNvPr id="5" name="Text Placeholder 4">
            <a:extLst>
              <a:ext uri="{FF2B5EF4-FFF2-40B4-BE49-F238E27FC236}">
                <a16:creationId xmlns:a16="http://schemas.microsoft.com/office/drawing/2014/main" id="{DABBA43D-8D00-4EDB-B803-D1EEE6CE2CB5}"/>
              </a:ext>
            </a:extLst>
          </p:cNvPr>
          <p:cNvSpPr>
            <a:spLocks noGrp="1"/>
          </p:cNvSpPr>
          <p:nvPr>
            <p:ph type="body" sz="quarter" idx="11"/>
          </p:nvPr>
        </p:nvSpPr>
        <p:spPr>
          <a:xfrm>
            <a:off x="576000" y="3047999"/>
            <a:ext cx="10099675" cy="9153524"/>
          </a:xfrm>
        </p:spPr>
        <p:txBody>
          <a:bodyPr/>
          <a:lstStyle>
            <a:lvl1pPr>
              <a:lnSpc>
                <a:spcPct val="110000"/>
              </a:lnSpc>
              <a:spcBef>
                <a:spcPts val="0"/>
              </a:spcBef>
              <a:defRPr>
                <a:solidFill>
                  <a:schemeClr val="tx1"/>
                </a:solidFill>
              </a:defRPr>
            </a:lvl1pPr>
            <a:lvl2pPr>
              <a:lnSpc>
                <a:spcPct val="100000"/>
              </a:lnSpc>
              <a:spcBef>
                <a:spcPts val="0"/>
              </a:spcBef>
              <a:defRPr>
                <a:solidFill>
                  <a:schemeClr val="tx1"/>
                </a:solidFill>
              </a:defRPr>
            </a:lvl2pPr>
            <a:lvl3pPr>
              <a:lnSpc>
                <a:spcPct val="100000"/>
              </a:lnSpc>
              <a:spcBef>
                <a:spcPts val="0"/>
              </a:spcBef>
              <a:defRPr>
                <a:solidFill>
                  <a:schemeClr val="tx1"/>
                </a:solidFill>
              </a:defRPr>
            </a:lvl3pPr>
            <a:lvl4pPr>
              <a:lnSpc>
                <a:spcPct val="10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Text Placeholder 4">
            <a:extLst>
              <a:ext uri="{FF2B5EF4-FFF2-40B4-BE49-F238E27FC236}">
                <a16:creationId xmlns:a16="http://schemas.microsoft.com/office/drawing/2014/main" id="{D32DCE7C-29C5-BC86-B154-7DD0C4F0553A}"/>
              </a:ext>
            </a:extLst>
          </p:cNvPr>
          <p:cNvSpPr>
            <a:spLocks noGrp="1"/>
          </p:cNvSpPr>
          <p:nvPr>
            <p:ph type="body" sz="quarter" idx="12"/>
          </p:nvPr>
        </p:nvSpPr>
        <p:spPr>
          <a:xfrm>
            <a:off x="12780000" y="3047999"/>
            <a:ext cx="10096500" cy="9153525"/>
          </a:xfrm>
        </p:spPr>
        <p:txBody>
          <a:bodyPr/>
          <a:lstStyle>
            <a:lvl1pPr>
              <a:lnSpc>
                <a:spcPct val="110000"/>
              </a:lnSpc>
              <a:spcBef>
                <a:spcPts val="0"/>
              </a:spcBef>
              <a:defRPr>
                <a:solidFill>
                  <a:schemeClr val="tx1"/>
                </a:solidFill>
              </a:defRPr>
            </a:lvl1pPr>
            <a:lvl2pPr>
              <a:lnSpc>
                <a:spcPct val="100000"/>
              </a:lnSpc>
              <a:spcBef>
                <a:spcPts val="0"/>
              </a:spcBef>
              <a:defRPr>
                <a:solidFill>
                  <a:schemeClr val="tx1"/>
                </a:solidFill>
              </a:defRPr>
            </a:lvl2pPr>
            <a:lvl3pPr>
              <a:lnSpc>
                <a:spcPct val="100000"/>
              </a:lnSpc>
              <a:spcBef>
                <a:spcPts val="0"/>
              </a:spcBef>
              <a:defRPr>
                <a:solidFill>
                  <a:schemeClr val="tx1"/>
                </a:solidFill>
              </a:defRPr>
            </a:lvl3pPr>
            <a:lvl4pPr>
              <a:lnSpc>
                <a:spcPct val="100000"/>
              </a:lnSpc>
              <a:spcBef>
                <a:spcPts val="0"/>
              </a:spcBef>
              <a:defRPr>
                <a:solidFill>
                  <a:schemeClr val="tx1"/>
                </a:solidFill>
              </a:defRPr>
            </a:lvl4pPr>
            <a:lvl5pPr>
              <a:lnSpc>
                <a:spcPct val="110000"/>
              </a:lnSpc>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 name="Footer Placeholder 3">
            <a:extLst>
              <a:ext uri="{FF2B5EF4-FFF2-40B4-BE49-F238E27FC236}">
                <a16:creationId xmlns:a16="http://schemas.microsoft.com/office/drawing/2014/main" id="{C9E836C4-97D9-E198-E7C4-C2E94BADE6BD}"/>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A861A72C-9D4B-8178-79CE-382DDE87CD24}"/>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874945124"/>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2 column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00" y="576000"/>
            <a:ext cx="11036491" cy="4210177"/>
          </a:xfrm>
        </p:spPr>
        <p:txBody>
          <a:bodyPr rIns="457200"/>
          <a:lstStyle>
            <a:lvl1pPr>
              <a:lnSpc>
                <a:spcPct val="100000"/>
              </a:lnSpc>
              <a:defRPr sz="6800">
                <a:solidFill>
                  <a:schemeClr val="tx2"/>
                </a:solidFill>
              </a:defRPr>
            </a:lvl1pPr>
          </a:lstStyle>
          <a:p>
            <a:r>
              <a:rPr lang="en-US" dirty="0"/>
              <a:t>Click to edit Master title style</a:t>
            </a:r>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66675" y="576071"/>
            <a:ext cx="4949825" cy="11619103"/>
          </a:xfrm>
        </p:spPr>
        <p:txBody>
          <a:bodyPr/>
          <a:lstStyle>
            <a:lvl1pPr>
              <a:spcBef>
                <a:spcPts val="0"/>
              </a:spcBef>
              <a:defRPr sz="3600">
                <a:solidFill>
                  <a:schemeClr val="tx1"/>
                </a:solidFill>
              </a:defRPr>
            </a:lvl1pPr>
            <a:lvl2pPr marL="327600" indent="-327600">
              <a:spcBef>
                <a:spcPts val="0"/>
              </a:spcBef>
              <a:defRPr sz="3600">
                <a:solidFill>
                  <a:schemeClr val="tx1"/>
                </a:solidFill>
              </a:defRPr>
            </a:lvl2pPr>
            <a:lvl3pPr marL="658800" indent="-327600">
              <a:spcBef>
                <a:spcPts val="0"/>
              </a:spcBef>
              <a:defRPr sz="3600">
                <a:solidFill>
                  <a:schemeClr val="tx1"/>
                </a:solidFill>
              </a:defRPr>
            </a:lvl3pPr>
            <a:lvl4pPr marL="986400" indent="-327600">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62675" y="576071"/>
            <a:ext cx="4941888" cy="11619103"/>
          </a:xfrm>
        </p:spPr>
        <p:txBody>
          <a:bodyPr/>
          <a:lstStyle>
            <a:lvl1pPr>
              <a:spcBef>
                <a:spcPts val="0"/>
              </a:spcBef>
              <a:defRPr sz="3600">
                <a:solidFill>
                  <a:schemeClr val="tx1"/>
                </a:solidFill>
              </a:defRPr>
            </a:lvl1pPr>
            <a:lvl2pPr marL="327600" indent="-327600">
              <a:spcBef>
                <a:spcPts val="0"/>
              </a:spcBef>
              <a:defRPr sz="3600">
                <a:solidFill>
                  <a:schemeClr val="tx1"/>
                </a:solidFill>
              </a:defRPr>
            </a:lvl2pPr>
            <a:lvl3pPr marL="658800" indent="-327600">
              <a:spcBef>
                <a:spcPts val="0"/>
              </a:spcBef>
              <a:defRPr sz="3600">
                <a:solidFill>
                  <a:schemeClr val="tx1"/>
                </a:solidFill>
              </a:defRPr>
            </a:lvl3pPr>
            <a:lvl4pPr marL="986400" indent="-327600">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 name="Footer Placeholder 3">
            <a:extLst>
              <a:ext uri="{FF2B5EF4-FFF2-40B4-BE49-F238E27FC236}">
                <a16:creationId xmlns:a16="http://schemas.microsoft.com/office/drawing/2014/main" id="{A8BE2778-A9AA-3756-3479-C4A6DD4F0F00}"/>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31D49C41-81F4-5A73-2F6D-EF2D5E383721}"/>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559821703"/>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2 column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691A7-388D-D543-2C74-58FA1F3BC20C}"/>
              </a:ext>
            </a:extLst>
          </p:cNvPr>
          <p:cNvSpPr>
            <a:spLocks noGrp="1"/>
          </p:cNvSpPr>
          <p:nvPr>
            <p:ph type="title"/>
          </p:nvPr>
        </p:nvSpPr>
        <p:spPr>
          <a:xfrm>
            <a:off x="576000" y="576072"/>
            <a:ext cx="4942078" cy="3995927"/>
          </a:xfrm>
        </p:spPr>
        <p:txBody>
          <a:bodyPr/>
          <a:lstStyle>
            <a:lvl1pPr>
              <a:lnSpc>
                <a:spcPct val="100000"/>
              </a:lnSpc>
              <a:defRPr sz="4200">
                <a:solidFill>
                  <a:schemeClr val="tx2"/>
                </a:solidFill>
              </a:defRPr>
            </a:lvl1pPr>
          </a:lstStyle>
          <a:p>
            <a:r>
              <a:rPr lang="en-US" dirty="0"/>
              <a:t>Click to edit Master title style</a:t>
            </a:r>
          </a:p>
        </p:txBody>
      </p:sp>
      <p:sp>
        <p:nvSpPr>
          <p:cNvPr id="5" name="Text Placeholder 4">
            <a:extLst>
              <a:ext uri="{FF2B5EF4-FFF2-40B4-BE49-F238E27FC236}">
                <a16:creationId xmlns:a16="http://schemas.microsoft.com/office/drawing/2014/main" id="{CDE09569-73DF-2226-A7D7-ABBE84A47048}"/>
              </a:ext>
            </a:extLst>
          </p:cNvPr>
          <p:cNvSpPr>
            <a:spLocks noGrp="1"/>
          </p:cNvSpPr>
          <p:nvPr>
            <p:ph type="body" sz="quarter" idx="11"/>
          </p:nvPr>
        </p:nvSpPr>
        <p:spPr>
          <a:xfrm>
            <a:off x="12780000" y="576000"/>
            <a:ext cx="4953000" cy="11622087"/>
          </a:xfrm>
        </p:spPr>
        <p:txBody>
          <a:bodyPr/>
          <a:lstStyle>
            <a:lvl1pPr>
              <a:spcBef>
                <a:spcPts val="0"/>
              </a:spcBef>
              <a:defRPr sz="3600">
                <a:solidFill>
                  <a:schemeClr val="tx1"/>
                </a:solidFill>
              </a:defRPr>
            </a:lvl1pPr>
            <a:lvl2pPr marL="327600" indent="-327600">
              <a:spcBef>
                <a:spcPts val="0"/>
              </a:spcBef>
              <a:defRPr sz="3600">
                <a:solidFill>
                  <a:schemeClr val="tx1"/>
                </a:solidFill>
              </a:defRPr>
            </a:lvl2pPr>
            <a:lvl3pPr marL="658800" indent="-327600">
              <a:spcBef>
                <a:spcPts val="0"/>
              </a:spcBef>
              <a:defRPr sz="3600">
                <a:solidFill>
                  <a:schemeClr val="tx1"/>
                </a:solidFill>
              </a:defRPr>
            </a:lvl3pPr>
            <a:lvl4pPr marL="986400" indent="-327600">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Text Placeholder 4">
            <a:extLst>
              <a:ext uri="{FF2B5EF4-FFF2-40B4-BE49-F238E27FC236}">
                <a16:creationId xmlns:a16="http://schemas.microsoft.com/office/drawing/2014/main" id="{9B0D0BB0-9896-0353-D972-26B687C3D8DD}"/>
              </a:ext>
            </a:extLst>
          </p:cNvPr>
          <p:cNvSpPr>
            <a:spLocks noGrp="1"/>
          </p:cNvSpPr>
          <p:nvPr>
            <p:ph type="body" sz="quarter" idx="12"/>
          </p:nvPr>
        </p:nvSpPr>
        <p:spPr>
          <a:xfrm>
            <a:off x="18862675" y="576000"/>
            <a:ext cx="4941888" cy="11622087"/>
          </a:xfrm>
        </p:spPr>
        <p:txBody>
          <a:bodyPr/>
          <a:lstStyle>
            <a:lvl1pPr>
              <a:spcBef>
                <a:spcPts val="0"/>
              </a:spcBef>
              <a:defRPr sz="3600">
                <a:solidFill>
                  <a:schemeClr val="tx1"/>
                </a:solidFill>
              </a:defRPr>
            </a:lvl1pPr>
            <a:lvl2pPr marL="327600" indent="-327600">
              <a:spcBef>
                <a:spcPts val="0"/>
              </a:spcBef>
              <a:defRPr sz="3600">
                <a:solidFill>
                  <a:schemeClr val="tx1"/>
                </a:solidFill>
              </a:defRPr>
            </a:lvl2pPr>
            <a:lvl3pPr marL="658800" indent="-327600">
              <a:spcBef>
                <a:spcPts val="0"/>
              </a:spcBef>
              <a:defRPr sz="3600">
                <a:solidFill>
                  <a:schemeClr val="tx1"/>
                </a:solidFill>
              </a:defRPr>
            </a:lvl3pPr>
            <a:lvl4pPr marL="986400" indent="-327600">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 name="Footer Placeholder 3">
            <a:extLst>
              <a:ext uri="{FF2B5EF4-FFF2-40B4-BE49-F238E27FC236}">
                <a16:creationId xmlns:a16="http://schemas.microsoft.com/office/drawing/2014/main" id="{CB9B0455-A1CF-B58E-3124-86D0B0DD2BB2}"/>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964E5562-E403-533D-BEAD-AB50713ED183}"/>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204956051"/>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2 columns, dividers,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00" y="576000"/>
            <a:ext cx="11039476" cy="4210176"/>
          </a:xfrm>
        </p:spPr>
        <p:txBody>
          <a:bodyPr rIns="457200"/>
          <a:lstStyle>
            <a:lvl1pPr>
              <a:lnSpc>
                <a:spcPct val="100000"/>
              </a:lnSpc>
              <a:defRPr sz="6800">
                <a:solidFill>
                  <a:schemeClr val="tx2"/>
                </a:solidFill>
              </a:defRPr>
            </a:lvl1pPr>
          </a:lstStyle>
          <a:p>
            <a:r>
              <a:rPr lang="en-US" dirty="0"/>
              <a:t>Click to edit Master title style</a:t>
            </a:r>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80000" y="576072"/>
            <a:ext cx="4953000" cy="1877761"/>
          </a:xfrm>
        </p:spPr>
        <p:txBody>
          <a:bodyPr/>
          <a:lstStyle>
            <a:lvl1pPr>
              <a:lnSpc>
                <a:spcPct val="110000"/>
              </a:lnSpc>
              <a:spcBef>
                <a:spcPts val="0"/>
              </a:spcBef>
              <a:defRPr sz="4200">
                <a:solidFill>
                  <a:schemeClr val="tx1"/>
                </a:solidFill>
              </a:defRPr>
            </a:lvl1pPr>
            <a:lvl2pPr marL="327600" indent="-327600">
              <a:lnSpc>
                <a:spcPct val="100000"/>
              </a:lnSpc>
              <a:spcBef>
                <a:spcPts val="0"/>
              </a:spcBef>
              <a:defRPr sz="4200">
                <a:solidFill>
                  <a:schemeClr val="tx1"/>
                </a:solidFill>
              </a:defRPr>
            </a:lvl2pPr>
            <a:lvl3pPr marL="658800" indent="-327600">
              <a:lnSpc>
                <a:spcPct val="100000"/>
              </a:lnSpc>
              <a:spcBef>
                <a:spcPts val="0"/>
              </a:spcBef>
              <a:defRPr sz="4200">
                <a:solidFill>
                  <a:schemeClr val="tx1"/>
                </a:solidFill>
              </a:defRPr>
            </a:lvl3pPr>
            <a:lvl4pPr marL="986400" indent="-327600">
              <a:lnSpc>
                <a:spcPct val="100000"/>
              </a:lnSpc>
              <a:spcBef>
                <a:spcPts val="0"/>
              </a:spcBef>
              <a:defRPr sz="42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80000" y="3047999"/>
            <a:ext cx="4953000" cy="9153525"/>
          </a:xfrm>
        </p:spPr>
        <p:txBody>
          <a:bodyPr/>
          <a:lstStyle>
            <a:lvl1pPr>
              <a:lnSpc>
                <a:spcPct val="110000"/>
              </a:lnSpc>
              <a:spcBef>
                <a:spcPts val="0"/>
              </a:spcBef>
              <a:defRPr sz="3600" b="0" i="0">
                <a:solidFill>
                  <a:schemeClr val="tx1"/>
                </a:solidFill>
                <a:latin typeface="IBM Plex Sans Light" panose="020B0503050203000203" pitchFamily="34" charset="0"/>
              </a:defRPr>
            </a:lvl1pPr>
            <a:lvl2pPr marL="327600" indent="-327600">
              <a:lnSpc>
                <a:spcPct val="100000"/>
              </a:lnSpc>
              <a:spcBef>
                <a:spcPts val="0"/>
              </a:spcBef>
              <a:defRPr sz="3600" b="0" i="0">
                <a:solidFill>
                  <a:schemeClr val="tx1"/>
                </a:solidFill>
                <a:latin typeface="IBM Plex Sans Light" panose="020B0503050203000203" pitchFamily="34" charset="0"/>
              </a:defRPr>
            </a:lvl2pPr>
            <a:lvl3pPr marL="658800" indent="-327600">
              <a:lnSpc>
                <a:spcPct val="100000"/>
              </a:lnSpc>
              <a:spcBef>
                <a:spcPts val="0"/>
              </a:spcBef>
              <a:defRPr sz="3600" b="0" i="0">
                <a:solidFill>
                  <a:schemeClr val="tx1"/>
                </a:solidFill>
                <a:latin typeface="IBM Plex Sans Light" panose="020B0503050203000203" pitchFamily="34" charset="0"/>
              </a:defRPr>
            </a:lvl3pPr>
            <a:lvl4pPr marL="986400" indent="-327600">
              <a:lnSpc>
                <a:spcPct val="100000"/>
              </a:lnSpc>
              <a:spcBef>
                <a:spcPts val="0"/>
              </a:spcBef>
              <a:defRPr sz="3600" b="0" i="0">
                <a:solidFill>
                  <a:schemeClr val="tx1"/>
                </a:solidFill>
                <a:latin typeface="IBM Plex Sans Light" panose="020B0503050203000203" pitchFamily="34" charset="0"/>
              </a:defRPr>
            </a:lvl4pPr>
            <a:lvl5pPr>
              <a:lnSpc>
                <a:spcPct val="110000"/>
              </a:lnSpc>
              <a:spcBef>
                <a:spcPts val="0"/>
              </a:spcBef>
              <a:defRPr sz="2000" b="0" i="0">
                <a:solidFill>
                  <a:schemeClr val="tx1"/>
                </a:solidFill>
                <a:latin typeface="IBM Plex Sans Light"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59500" y="576072"/>
            <a:ext cx="4959350" cy="1877761"/>
          </a:xfrm>
        </p:spPr>
        <p:txBody>
          <a:bodyPr/>
          <a:lstStyle>
            <a:lvl1pPr>
              <a:lnSpc>
                <a:spcPct val="110000"/>
              </a:lnSpc>
              <a:spcBef>
                <a:spcPts val="0"/>
              </a:spcBef>
              <a:defRPr sz="4200">
                <a:solidFill>
                  <a:schemeClr val="tx1"/>
                </a:solidFill>
              </a:defRPr>
            </a:lvl1pPr>
            <a:lvl2pPr marL="327600" indent="-327600">
              <a:lnSpc>
                <a:spcPct val="100000"/>
              </a:lnSpc>
              <a:spcBef>
                <a:spcPts val="0"/>
              </a:spcBef>
              <a:defRPr sz="4200">
                <a:solidFill>
                  <a:schemeClr val="tx1"/>
                </a:solidFill>
              </a:defRPr>
            </a:lvl2pPr>
            <a:lvl3pPr marL="658800" indent="-327600">
              <a:lnSpc>
                <a:spcPct val="100000"/>
              </a:lnSpc>
              <a:spcBef>
                <a:spcPts val="0"/>
              </a:spcBef>
              <a:defRPr sz="4200">
                <a:solidFill>
                  <a:schemeClr val="tx1"/>
                </a:solidFill>
              </a:defRPr>
            </a:lvl3pPr>
            <a:lvl4pPr marL="986400" indent="-327600">
              <a:lnSpc>
                <a:spcPct val="100000"/>
              </a:lnSpc>
              <a:spcBef>
                <a:spcPts val="0"/>
              </a:spcBef>
              <a:defRPr sz="42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047998"/>
            <a:ext cx="4953000" cy="9153525"/>
          </a:xfrm>
        </p:spPr>
        <p:txBody>
          <a:bodyPr/>
          <a:lstStyle>
            <a:lvl1pPr>
              <a:lnSpc>
                <a:spcPct val="110000"/>
              </a:lnSpc>
              <a:spcBef>
                <a:spcPts val="0"/>
              </a:spcBef>
              <a:defRPr sz="3600" b="0" i="0">
                <a:solidFill>
                  <a:schemeClr val="tx1"/>
                </a:solidFill>
                <a:latin typeface="IBM Plex Sans Light" panose="020B0503050203000203" pitchFamily="34" charset="0"/>
              </a:defRPr>
            </a:lvl1pPr>
            <a:lvl2pPr marL="327600" indent="-327600">
              <a:lnSpc>
                <a:spcPct val="100000"/>
              </a:lnSpc>
              <a:spcBef>
                <a:spcPts val="0"/>
              </a:spcBef>
              <a:defRPr sz="3600" b="0" i="0">
                <a:solidFill>
                  <a:schemeClr val="tx1"/>
                </a:solidFill>
                <a:latin typeface="IBM Plex Sans Light" panose="020B0503050203000203" pitchFamily="34" charset="0"/>
              </a:defRPr>
            </a:lvl2pPr>
            <a:lvl3pPr marL="658800" indent="-327600">
              <a:lnSpc>
                <a:spcPct val="100000"/>
              </a:lnSpc>
              <a:spcBef>
                <a:spcPts val="0"/>
              </a:spcBef>
              <a:defRPr sz="3600" b="0" i="0">
                <a:solidFill>
                  <a:schemeClr val="tx1"/>
                </a:solidFill>
                <a:latin typeface="IBM Plex Sans Light" panose="020B0503050203000203" pitchFamily="34" charset="0"/>
              </a:defRPr>
            </a:lvl3pPr>
            <a:lvl4pPr marL="986400" indent="-327600">
              <a:lnSpc>
                <a:spcPct val="100000"/>
              </a:lnSpc>
              <a:spcBef>
                <a:spcPts val="0"/>
              </a:spcBef>
              <a:defRPr sz="3600" b="0" i="0">
                <a:solidFill>
                  <a:schemeClr val="tx1"/>
                </a:solidFill>
                <a:latin typeface="IBM Plex Sans Light" panose="020B0503050203000203" pitchFamily="34" charset="0"/>
              </a:defRPr>
            </a:lvl4pPr>
            <a:lvl5pPr>
              <a:lnSpc>
                <a:spcPct val="110000"/>
              </a:lnSpc>
              <a:spcBef>
                <a:spcPts val="0"/>
              </a:spcBef>
              <a:defRPr sz="2000" b="0" i="0">
                <a:solidFill>
                  <a:schemeClr val="tx1"/>
                </a:solidFill>
                <a:latin typeface="IBM Plex Sans Light"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 name="Footer Placeholder 3">
            <a:extLst>
              <a:ext uri="{FF2B5EF4-FFF2-40B4-BE49-F238E27FC236}">
                <a16:creationId xmlns:a16="http://schemas.microsoft.com/office/drawing/2014/main" id="{C196BE21-C69D-85CB-EE77-49D2E4993A04}"/>
              </a:ext>
            </a:extLst>
          </p:cNvPr>
          <p:cNvSpPr>
            <a:spLocks noGrp="1"/>
          </p:cNvSpPr>
          <p:nvPr>
            <p:ph type="ftr" sz="quarter" idx="20"/>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DBB179B0-7DF8-112C-BC38-B65090C6DD68}"/>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77170831"/>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2 columns, dividers,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75BA-E283-08AE-B230-A89A2245C127}"/>
              </a:ext>
            </a:extLst>
          </p:cNvPr>
          <p:cNvSpPr>
            <a:spLocks noGrp="1"/>
          </p:cNvSpPr>
          <p:nvPr>
            <p:ph type="title"/>
          </p:nvPr>
        </p:nvSpPr>
        <p:spPr>
          <a:xfrm>
            <a:off x="576000" y="576072"/>
            <a:ext cx="4949826" cy="3995927"/>
          </a:xfrm>
        </p:spPr>
        <p:txBody>
          <a:bodyPr rIns="0"/>
          <a:lstStyle>
            <a:lvl1pPr>
              <a:lnSpc>
                <a:spcPct val="100000"/>
              </a:lnSpc>
              <a:defRPr sz="4200">
                <a:solidFill>
                  <a:schemeClr val="tx2"/>
                </a:solidFill>
              </a:defRPr>
            </a:lvl1pPr>
          </a:lstStyle>
          <a:p>
            <a:r>
              <a:rPr lang="en-US" dirty="0"/>
              <a:t>Click to edit Master title style</a:t>
            </a:r>
          </a:p>
        </p:txBody>
      </p:sp>
      <p:sp>
        <p:nvSpPr>
          <p:cNvPr id="4" name="Text Placeholder 9">
            <a:extLst>
              <a:ext uri="{FF2B5EF4-FFF2-40B4-BE49-F238E27FC236}">
                <a16:creationId xmlns:a16="http://schemas.microsoft.com/office/drawing/2014/main" id="{8AF10F27-0178-9C93-8741-F0241501B4B0}"/>
              </a:ext>
            </a:extLst>
          </p:cNvPr>
          <p:cNvSpPr>
            <a:spLocks noGrp="1"/>
          </p:cNvSpPr>
          <p:nvPr>
            <p:ph type="body" sz="quarter" idx="16"/>
          </p:nvPr>
        </p:nvSpPr>
        <p:spPr>
          <a:xfrm>
            <a:off x="12780000" y="576072"/>
            <a:ext cx="4953000" cy="1877761"/>
          </a:xfrm>
        </p:spPr>
        <p:txBody>
          <a:bodyPr/>
          <a:lstStyle>
            <a:lvl1pPr>
              <a:lnSpc>
                <a:spcPct val="110000"/>
              </a:lnSpc>
              <a:spcBef>
                <a:spcPts val="0"/>
              </a:spcBef>
              <a:defRPr sz="3600">
                <a:solidFill>
                  <a:schemeClr val="tx1"/>
                </a:solidFill>
              </a:defRPr>
            </a:lvl1pPr>
            <a:lvl2pPr marL="327600" indent="-327600">
              <a:lnSpc>
                <a:spcPct val="100000"/>
              </a:lnSpc>
              <a:spcBef>
                <a:spcPts val="0"/>
              </a:spcBef>
              <a:defRPr sz="3600">
                <a:solidFill>
                  <a:schemeClr val="tx1"/>
                </a:solidFill>
              </a:defRPr>
            </a:lvl2pPr>
            <a:lvl3pPr marL="658800" indent="-327600">
              <a:lnSpc>
                <a:spcPct val="100000"/>
              </a:lnSpc>
              <a:spcBef>
                <a:spcPts val="0"/>
              </a:spcBef>
              <a:defRPr sz="3600">
                <a:solidFill>
                  <a:schemeClr val="tx1"/>
                </a:solidFill>
              </a:defRPr>
            </a:lvl3pPr>
            <a:lvl4pPr marL="986400" indent="-327600">
              <a:lnSpc>
                <a:spcPct val="100000"/>
              </a:lnSpc>
              <a:spcBef>
                <a:spcPts val="0"/>
              </a:spcBef>
              <a:defRPr sz="36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9" name="Text Placeholder 8">
            <a:extLst>
              <a:ext uri="{FF2B5EF4-FFF2-40B4-BE49-F238E27FC236}">
                <a16:creationId xmlns:a16="http://schemas.microsoft.com/office/drawing/2014/main" id="{5898D950-EA52-ABF9-D15D-C6C8FE946495}"/>
              </a:ext>
            </a:extLst>
          </p:cNvPr>
          <p:cNvSpPr>
            <a:spLocks noGrp="1"/>
          </p:cNvSpPr>
          <p:nvPr>
            <p:ph type="body" sz="quarter" idx="18"/>
          </p:nvPr>
        </p:nvSpPr>
        <p:spPr>
          <a:xfrm>
            <a:off x="12780000" y="3047999"/>
            <a:ext cx="4953000" cy="9153525"/>
          </a:xfrm>
        </p:spPr>
        <p:txBody>
          <a:bodyPr/>
          <a:lstStyle>
            <a:lvl1pPr>
              <a:lnSpc>
                <a:spcPct val="110000"/>
              </a:lnSpc>
              <a:spcBef>
                <a:spcPts val="0"/>
              </a:spcBef>
              <a:defRPr sz="2400" b="0" i="0">
                <a:solidFill>
                  <a:schemeClr val="tx1"/>
                </a:solidFill>
                <a:latin typeface="IBM Plex Sans Light" panose="020B0503050203000203" pitchFamily="34" charset="0"/>
              </a:defRPr>
            </a:lvl1pPr>
            <a:lvl2pPr marL="327600" indent="-327600">
              <a:lnSpc>
                <a:spcPct val="100000"/>
              </a:lnSpc>
              <a:spcBef>
                <a:spcPts val="0"/>
              </a:spcBef>
              <a:defRPr sz="2400" b="0" i="0">
                <a:solidFill>
                  <a:schemeClr val="tx1"/>
                </a:solidFill>
                <a:latin typeface="IBM Plex Sans Light" panose="020B0503050203000203" pitchFamily="34" charset="0"/>
              </a:defRPr>
            </a:lvl2pPr>
            <a:lvl3pPr marL="658800" indent="-327600">
              <a:lnSpc>
                <a:spcPct val="100000"/>
              </a:lnSpc>
              <a:spcBef>
                <a:spcPts val="0"/>
              </a:spcBef>
              <a:defRPr sz="2400" b="0" i="0">
                <a:solidFill>
                  <a:schemeClr val="tx1"/>
                </a:solidFill>
                <a:latin typeface="IBM Plex Sans Light" panose="020B0503050203000203" pitchFamily="34" charset="0"/>
              </a:defRPr>
            </a:lvl3pPr>
            <a:lvl4pPr marL="986400" indent="-327600">
              <a:lnSpc>
                <a:spcPct val="100000"/>
              </a:lnSpc>
              <a:spcBef>
                <a:spcPts val="0"/>
              </a:spcBef>
              <a:defRPr sz="2400" b="0" i="0">
                <a:solidFill>
                  <a:schemeClr val="tx1"/>
                </a:solidFill>
                <a:latin typeface="IBM Plex Sans Light" panose="020B0503050203000203" pitchFamily="34" charset="0"/>
              </a:defRPr>
            </a:lvl4pPr>
            <a:lvl5pPr>
              <a:lnSpc>
                <a:spcPct val="110000"/>
              </a:lnSpc>
              <a:spcBef>
                <a:spcPts val="0"/>
              </a:spcBef>
              <a:defRPr sz="2000" b="0" i="0">
                <a:solidFill>
                  <a:schemeClr val="tx1"/>
                </a:solidFill>
                <a:latin typeface="IBM Plex Sans Light"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12">
            <a:extLst>
              <a:ext uri="{FF2B5EF4-FFF2-40B4-BE49-F238E27FC236}">
                <a16:creationId xmlns:a16="http://schemas.microsoft.com/office/drawing/2014/main" id="{17CD3DC6-7946-2D82-C3E4-10BC579C88DE}"/>
              </a:ext>
            </a:extLst>
          </p:cNvPr>
          <p:cNvSpPr>
            <a:spLocks noGrp="1"/>
          </p:cNvSpPr>
          <p:nvPr>
            <p:ph type="body" sz="quarter" idx="17"/>
          </p:nvPr>
        </p:nvSpPr>
        <p:spPr>
          <a:xfrm>
            <a:off x="18862675" y="576072"/>
            <a:ext cx="4942078" cy="1877761"/>
          </a:xfrm>
        </p:spPr>
        <p:txBody>
          <a:bodyPr/>
          <a:lstStyle>
            <a:lvl1pPr>
              <a:lnSpc>
                <a:spcPct val="110000"/>
              </a:lnSpc>
              <a:spcBef>
                <a:spcPts val="0"/>
              </a:spcBef>
              <a:defRPr sz="3600">
                <a:solidFill>
                  <a:schemeClr val="tx1"/>
                </a:solidFill>
              </a:defRPr>
            </a:lvl1pPr>
            <a:lvl2pPr marL="327600" indent="-327600">
              <a:lnSpc>
                <a:spcPct val="100000"/>
              </a:lnSpc>
              <a:spcBef>
                <a:spcPts val="0"/>
              </a:spcBef>
              <a:defRPr sz="3600">
                <a:solidFill>
                  <a:schemeClr val="tx1"/>
                </a:solidFill>
              </a:defRPr>
            </a:lvl2pPr>
            <a:lvl3pPr marL="658800" indent="-327600">
              <a:lnSpc>
                <a:spcPct val="100000"/>
              </a:lnSpc>
              <a:spcBef>
                <a:spcPts val="0"/>
              </a:spcBef>
              <a:defRPr sz="3600">
                <a:solidFill>
                  <a:schemeClr val="tx1"/>
                </a:solidFill>
              </a:defRPr>
            </a:lvl3pPr>
            <a:lvl4pPr marL="986400" indent="-327600">
              <a:lnSpc>
                <a:spcPct val="100000"/>
              </a:lnSpc>
              <a:spcBef>
                <a:spcPts val="0"/>
              </a:spcBef>
              <a:defRPr sz="36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Text Placeholder 8">
            <a:extLst>
              <a:ext uri="{FF2B5EF4-FFF2-40B4-BE49-F238E27FC236}">
                <a16:creationId xmlns:a16="http://schemas.microsoft.com/office/drawing/2014/main" id="{A501ADC5-5846-FF23-F5DB-93E8D05863E8}"/>
              </a:ext>
            </a:extLst>
          </p:cNvPr>
          <p:cNvSpPr>
            <a:spLocks noGrp="1"/>
          </p:cNvSpPr>
          <p:nvPr>
            <p:ph type="body" sz="quarter" idx="19"/>
          </p:nvPr>
        </p:nvSpPr>
        <p:spPr>
          <a:xfrm>
            <a:off x="18862675" y="3047999"/>
            <a:ext cx="4953000" cy="9153525"/>
          </a:xfrm>
        </p:spPr>
        <p:txBody>
          <a:bodyPr/>
          <a:lstStyle>
            <a:lvl1pPr>
              <a:lnSpc>
                <a:spcPct val="110000"/>
              </a:lnSpc>
              <a:spcBef>
                <a:spcPts val="0"/>
              </a:spcBef>
              <a:defRPr sz="2400" b="0" i="0">
                <a:solidFill>
                  <a:schemeClr val="tx1"/>
                </a:solidFill>
                <a:latin typeface="IBM Plex Sans Light" panose="020B0503050203000203" pitchFamily="34" charset="0"/>
              </a:defRPr>
            </a:lvl1pPr>
            <a:lvl2pPr marL="327600" indent="-327600">
              <a:lnSpc>
                <a:spcPct val="100000"/>
              </a:lnSpc>
              <a:spcBef>
                <a:spcPts val="0"/>
              </a:spcBef>
              <a:defRPr sz="2400" b="0" i="0">
                <a:solidFill>
                  <a:schemeClr val="tx1"/>
                </a:solidFill>
                <a:latin typeface="IBM Plex Sans Light" panose="020B0503050203000203" pitchFamily="34" charset="0"/>
              </a:defRPr>
            </a:lvl2pPr>
            <a:lvl3pPr marL="658800" indent="-327600">
              <a:lnSpc>
                <a:spcPct val="100000"/>
              </a:lnSpc>
              <a:spcBef>
                <a:spcPts val="0"/>
              </a:spcBef>
              <a:defRPr sz="2400" b="0" i="0">
                <a:solidFill>
                  <a:schemeClr val="tx1"/>
                </a:solidFill>
                <a:latin typeface="IBM Plex Sans Light" panose="020B0503050203000203" pitchFamily="34" charset="0"/>
              </a:defRPr>
            </a:lvl3pPr>
            <a:lvl4pPr marL="986400" indent="-327600">
              <a:lnSpc>
                <a:spcPct val="100000"/>
              </a:lnSpc>
              <a:spcBef>
                <a:spcPts val="0"/>
              </a:spcBef>
              <a:defRPr sz="2400" b="0" i="0">
                <a:solidFill>
                  <a:schemeClr val="tx1"/>
                </a:solidFill>
                <a:latin typeface="IBM Plex Sans Light" panose="020B0503050203000203" pitchFamily="34" charset="0"/>
              </a:defRPr>
            </a:lvl4pPr>
            <a:lvl5pPr>
              <a:lnSpc>
                <a:spcPct val="110000"/>
              </a:lnSpc>
              <a:spcBef>
                <a:spcPts val="0"/>
              </a:spcBef>
              <a:defRPr sz="2000" b="0" i="0">
                <a:solidFill>
                  <a:schemeClr val="tx1"/>
                </a:solidFill>
                <a:latin typeface="IBM Plex Sans Light"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 name="Footer Placeholder 3">
            <a:extLst>
              <a:ext uri="{FF2B5EF4-FFF2-40B4-BE49-F238E27FC236}">
                <a16:creationId xmlns:a16="http://schemas.microsoft.com/office/drawing/2014/main" id="{12FA1770-E046-DD8F-9F28-19D80D1D67C2}"/>
              </a:ext>
            </a:extLst>
          </p:cNvPr>
          <p:cNvSpPr>
            <a:spLocks noGrp="1"/>
          </p:cNvSpPr>
          <p:nvPr>
            <p:ph type="ftr" sz="quarter" idx="20"/>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91ADA982-549A-4D2D-490A-DE5610A50878}"/>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629240754"/>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2 columns, dividers, pictogram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00"/>
            <a:ext cx="4949825" cy="4210177"/>
          </a:xfrm>
        </p:spPr>
        <p:txBody>
          <a:bodyPr/>
          <a:lstStyle>
            <a:lvl1pPr>
              <a:lnSpc>
                <a:spcPct val="100000"/>
              </a:lnSpc>
              <a:defRPr sz="6800">
                <a:solidFill>
                  <a:schemeClr val="tx2"/>
                </a:solidFill>
              </a:defRPr>
            </a:lvl1pPr>
          </a:lstStyle>
          <a:p>
            <a:r>
              <a:rPr lang="en-US" dirty="0"/>
              <a:t>Click to edit Master title style</a:t>
            </a:r>
          </a:p>
        </p:txBody>
      </p:sp>
      <p:sp>
        <p:nvSpPr>
          <p:cNvPr id="6" name="Text Placeholder 5">
            <a:extLst>
              <a:ext uri="{FF2B5EF4-FFF2-40B4-BE49-F238E27FC236}">
                <a16:creationId xmlns:a16="http://schemas.microsoft.com/office/drawing/2014/main" id="{9792CE3F-FA6A-2FE0-0146-4BFD45CF296A}"/>
              </a:ext>
            </a:extLst>
          </p:cNvPr>
          <p:cNvSpPr>
            <a:spLocks noGrp="1"/>
          </p:cNvSpPr>
          <p:nvPr>
            <p:ph type="body" sz="quarter" idx="15"/>
          </p:nvPr>
        </p:nvSpPr>
        <p:spPr>
          <a:xfrm>
            <a:off x="6669151" y="576000"/>
            <a:ext cx="4956175" cy="3110583"/>
          </a:xfrm>
        </p:spPr>
        <p:txBody>
          <a:bodyPr/>
          <a:lstStyle>
            <a:lvl1pPr>
              <a:lnSpc>
                <a:spcPct val="100000"/>
              </a:lnSpc>
              <a:spcBef>
                <a:spcPts val="0"/>
              </a:spcBef>
              <a:defRPr sz="6800">
                <a:solidFill>
                  <a:schemeClr val="tx2"/>
                </a:solidFill>
              </a:defRPr>
            </a:lvl1pPr>
            <a:lvl2pPr>
              <a:lnSpc>
                <a:spcPct val="90000"/>
              </a:lnSpc>
              <a:spcBef>
                <a:spcPts val="0"/>
              </a:spcBef>
              <a:defRPr sz="2800"/>
            </a:lvl2pPr>
            <a:lvl3pPr>
              <a:lnSpc>
                <a:spcPct val="90000"/>
              </a:lnSpc>
              <a:spcBef>
                <a:spcPts val="0"/>
              </a:spcBef>
              <a:defRPr sz="2800"/>
            </a:lvl3pPr>
            <a:lvl4pPr>
              <a:lnSpc>
                <a:spcPct val="90000"/>
              </a:lnSpc>
              <a:spcBef>
                <a:spcPts val="0"/>
              </a:spcBef>
              <a:defRPr sz="2800"/>
            </a:lvl4pPr>
            <a:lvl5pPr>
              <a:lnSpc>
                <a:spcPct val="90000"/>
              </a:lnSpc>
              <a:spcBef>
                <a:spcPts val="0"/>
              </a:spcBef>
              <a:defRPr sz="2800"/>
            </a:lvl5pPr>
          </a:lstStyle>
          <a:p>
            <a:pPr lvl="0"/>
            <a:r>
              <a:rPr lang="en-US" dirty="0"/>
              <a:t>Click to edit Master text styles</a:t>
            </a:r>
          </a:p>
        </p:txBody>
      </p:sp>
      <p:sp>
        <p:nvSpPr>
          <p:cNvPr id="7" name="Text Placeholder 6">
            <a:extLst>
              <a:ext uri="{FF2B5EF4-FFF2-40B4-BE49-F238E27FC236}">
                <a16:creationId xmlns:a16="http://schemas.microsoft.com/office/drawing/2014/main" id="{F9E6C7C8-F097-FDD3-FF97-3FC4133BC68D}"/>
              </a:ext>
            </a:extLst>
          </p:cNvPr>
          <p:cNvSpPr>
            <a:spLocks noGrp="1"/>
          </p:cNvSpPr>
          <p:nvPr>
            <p:ph type="body" sz="quarter" idx="12"/>
          </p:nvPr>
        </p:nvSpPr>
        <p:spPr>
          <a:xfrm>
            <a:off x="6670675" y="3016790"/>
            <a:ext cx="4951413" cy="9188588"/>
          </a:xfrm>
        </p:spPr>
        <p:txBody>
          <a:bodyPr/>
          <a:lstStyle>
            <a:lvl1pPr>
              <a:spcBef>
                <a:spcPts val="0"/>
              </a:spcBef>
              <a:defRPr sz="3600" b="0" i="0">
                <a:solidFill>
                  <a:schemeClr val="tx1"/>
                </a:solidFill>
                <a:latin typeface="IBM Plex Sans Light" panose="020B0403050203000203" pitchFamily="34" charset="0"/>
              </a:defRPr>
            </a:lvl1pPr>
            <a:lvl2pPr marL="327600" indent="-327600">
              <a:spcBef>
                <a:spcPts val="0"/>
              </a:spcBef>
              <a:defRPr sz="3600" b="0" i="0">
                <a:solidFill>
                  <a:schemeClr val="tx1"/>
                </a:solidFill>
                <a:latin typeface="IBM Plex Sans Light" panose="020B0403050203000203" pitchFamily="34" charset="0"/>
              </a:defRPr>
            </a:lvl2pPr>
            <a:lvl3pPr marL="658800" indent="-327600">
              <a:spcBef>
                <a:spcPts val="0"/>
              </a:spcBef>
              <a:defRPr sz="3600" b="0" i="0">
                <a:solidFill>
                  <a:schemeClr val="tx1"/>
                </a:solidFill>
                <a:latin typeface="IBM Plex Sans Light" panose="020B0403050203000203" pitchFamily="34" charset="0"/>
              </a:defRPr>
            </a:lvl3pPr>
            <a:lvl4pPr marL="986400" indent="-327600">
              <a:spcBef>
                <a:spcPts val="0"/>
              </a:spcBef>
              <a:defRPr sz="3600" b="0" i="0">
                <a:solidFill>
                  <a:schemeClr val="tx1"/>
                </a:solidFill>
                <a:latin typeface="IBM Plex Sans Light" panose="020B0403050203000203" pitchFamily="34" charset="0"/>
              </a:defRPr>
            </a:lvl4pPr>
            <a:lvl5pPr>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Picture Placeholder 4" descr="Place pictogram here">
            <a:extLst>
              <a:ext uri="{FF2B5EF4-FFF2-40B4-BE49-F238E27FC236}">
                <a16:creationId xmlns:a16="http://schemas.microsoft.com/office/drawing/2014/main" id="{4E8FFEFF-CCD0-A436-418A-5FB8624CCC89}"/>
              </a:ext>
            </a:extLst>
          </p:cNvPr>
          <p:cNvSpPr>
            <a:spLocks noGrp="1" noChangeAspect="1"/>
          </p:cNvSpPr>
          <p:nvPr>
            <p:ph type="pic" sz="quarter" idx="16" hasCustomPrompt="1"/>
          </p:nvPr>
        </p:nvSpPr>
        <p:spPr>
          <a:xfrm>
            <a:off x="12780000" y="576072"/>
            <a:ext cx="1216152" cy="1214462"/>
          </a:xfrm>
        </p:spPr>
        <p:txBody>
          <a:bodyPr anchor="ctr"/>
          <a:lstStyle>
            <a:lvl1pPr algn="ctr">
              <a:defRPr sz="1600">
                <a:solidFill>
                  <a:schemeClr val="tx1"/>
                </a:solidFill>
              </a:defRPr>
            </a:lvl1pPr>
          </a:lstStyle>
          <a:p>
            <a:r>
              <a:rPr lang="en-US" dirty="0"/>
              <a:t>Pictogram</a:t>
            </a:r>
          </a:p>
        </p:txBody>
      </p:sp>
      <p:sp>
        <p:nvSpPr>
          <p:cNvPr id="9" name="Text Placeholder 8">
            <a:extLst>
              <a:ext uri="{FF2B5EF4-FFF2-40B4-BE49-F238E27FC236}">
                <a16:creationId xmlns:a16="http://schemas.microsoft.com/office/drawing/2014/main" id="{1E0B684B-61D6-CF9E-57FC-892D7CEE8D1D}"/>
              </a:ext>
            </a:extLst>
          </p:cNvPr>
          <p:cNvSpPr>
            <a:spLocks noGrp="1"/>
          </p:cNvSpPr>
          <p:nvPr>
            <p:ph type="body" sz="quarter" idx="13"/>
          </p:nvPr>
        </p:nvSpPr>
        <p:spPr>
          <a:xfrm>
            <a:off x="12780000" y="3047999"/>
            <a:ext cx="4953000" cy="9153525"/>
          </a:xfrm>
        </p:spPr>
        <p:txBody>
          <a:bodyPr/>
          <a:lstStyle>
            <a:lvl1pPr>
              <a:spcBef>
                <a:spcPts val="0"/>
              </a:spcBef>
              <a:defRPr sz="2400" b="0" i="0">
                <a:solidFill>
                  <a:schemeClr val="tx1"/>
                </a:solidFill>
                <a:latin typeface="IBM Plex Sans Light" panose="020B0503050203000203" pitchFamily="34" charset="0"/>
              </a:defRPr>
            </a:lvl1pPr>
            <a:lvl2pPr marL="327600" indent="-327600">
              <a:spcBef>
                <a:spcPts val="0"/>
              </a:spcBef>
              <a:defRPr sz="2400" b="0" i="0">
                <a:solidFill>
                  <a:schemeClr val="tx1"/>
                </a:solidFill>
                <a:latin typeface="IBM Plex Sans Light" panose="020B0503050203000203" pitchFamily="34" charset="0"/>
              </a:defRPr>
            </a:lvl2pPr>
            <a:lvl3pPr marL="658800" indent="-327600">
              <a:spcBef>
                <a:spcPts val="0"/>
              </a:spcBef>
              <a:defRPr sz="2400" b="0" i="0">
                <a:solidFill>
                  <a:schemeClr val="tx1"/>
                </a:solidFill>
                <a:latin typeface="IBM Plex Sans Light" panose="020B0503050203000203" pitchFamily="34" charset="0"/>
              </a:defRPr>
            </a:lvl3pPr>
            <a:lvl4pPr marL="986400" indent="-327600">
              <a:spcBef>
                <a:spcPts val="0"/>
              </a:spcBef>
              <a:defRPr sz="2400" b="0" i="0">
                <a:solidFill>
                  <a:schemeClr val="tx1"/>
                </a:solidFill>
                <a:latin typeface="IBM Plex Sans Light" panose="020B0503050203000203" pitchFamily="34" charset="0"/>
              </a:defRPr>
            </a:lvl4pPr>
            <a:lvl5pPr>
              <a:spcBef>
                <a:spcPts val="0"/>
              </a:spcBef>
              <a:defRPr sz="2000" b="0" i="0">
                <a:solidFill>
                  <a:schemeClr val="tx1"/>
                </a:solidFill>
                <a:latin typeface="IBM Plex Sans Light"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Picture Placeholder 11" descr="Place pictogram here">
            <a:extLst>
              <a:ext uri="{FF2B5EF4-FFF2-40B4-BE49-F238E27FC236}">
                <a16:creationId xmlns:a16="http://schemas.microsoft.com/office/drawing/2014/main" id="{484E55D7-CBB2-992D-3E77-5CB7B7CADA9C}"/>
              </a:ext>
            </a:extLst>
          </p:cNvPr>
          <p:cNvSpPr>
            <a:spLocks noGrp="1" noChangeAspect="1"/>
          </p:cNvSpPr>
          <p:nvPr>
            <p:ph type="pic" sz="quarter" idx="17" hasCustomPrompt="1"/>
          </p:nvPr>
        </p:nvSpPr>
        <p:spPr>
          <a:xfrm>
            <a:off x="18859500" y="576072"/>
            <a:ext cx="1217844" cy="1216152"/>
          </a:xfrm>
        </p:spPr>
        <p:txBody>
          <a:bodyPr anchor="ctr"/>
          <a:lstStyle>
            <a:lvl1pPr algn="ctr">
              <a:defRPr sz="1600">
                <a:solidFill>
                  <a:schemeClr val="tx1"/>
                </a:solidFill>
              </a:defRPr>
            </a:lvl1pPr>
          </a:lstStyle>
          <a:p>
            <a:r>
              <a:rPr lang="en-US" dirty="0"/>
              <a:t>Pictogram</a:t>
            </a:r>
          </a:p>
        </p:txBody>
      </p:sp>
      <p:sp>
        <p:nvSpPr>
          <p:cNvPr id="11" name="Text Placeholder 10">
            <a:extLst>
              <a:ext uri="{FF2B5EF4-FFF2-40B4-BE49-F238E27FC236}">
                <a16:creationId xmlns:a16="http://schemas.microsoft.com/office/drawing/2014/main" id="{1E0D5184-93C0-B658-7967-FBC78C38A518}"/>
              </a:ext>
            </a:extLst>
          </p:cNvPr>
          <p:cNvSpPr>
            <a:spLocks noGrp="1"/>
          </p:cNvSpPr>
          <p:nvPr>
            <p:ph type="body" sz="quarter" idx="14"/>
          </p:nvPr>
        </p:nvSpPr>
        <p:spPr>
          <a:xfrm>
            <a:off x="18859500" y="3047999"/>
            <a:ext cx="4959350" cy="9153525"/>
          </a:xfrm>
        </p:spPr>
        <p:txBody>
          <a:bodyPr/>
          <a:lstStyle>
            <a:lvl1pPr>
              <a:spcBef>
                <a:spcPts val="0"/>
              </a:spcBef>
              <a:defRPr sz="2400" b="0" i="0">
                <a:solidFill>
                  <a:schemeClr val="tx1"/>
                </a:solidFill>
                <a:latin typeface="IBM Plex Sans Light" panose="020B0503050203000203" pitchFamily="34" charset="0"/>
              </a:defRPr>
            </a:lvl1pPr>
            <a:lvl2pPr marL="327600" indent="-327600">
              <a:spcBef>
                <a:spcPts val="0"/>
              </a:spcBef>
              <a:defRPr sz="2400" b="0" i="0">
                <a:solidFill>
                  <a:schemeClr val="tx1"/>
                </a:solidFill>
                <a:latin typeface="IBM Plex Sans Light" panose="020B0503050203000203" pitchFamily="34" charset="0"/>
              </a:defRPr>
            </a:lvl2pPr>
            <a:lvl3pPr marL="658800" indent="-327600">
              <a:spcBef>
                <a:spcPts val="0"/>
              </a:spcBef>
              <a:defRPr sz="2400" b="0" i="0">
                <a:solidFill>
                  <a:schemeClr val="tx1"/>
                </a:solidFill>
                <a:latin typeface="IBM Plex Sans Light" panose="020B0503050203000203" pitchFamily="34" charset="0"/>
              </a:defRPr>
            </a:lvl3pPr>
            <a:lvl4pPr marL="986400" indent="-327600">
              <a:spcBef>
                <a:spcPts val="0"/>
              </a:spcBef>
              <a:defRPr sz="2400" b="0" i="0">
                <a:solidFill>
                  <a:schemeClr val="tx1"/>
                </a:solidFill>
                <a:latin typeface="IBM Plex Sans Light" panose="020B0503050203000203" pitchFamily="34" charset="0"/>
              </a:defRPr>
            </a:lvl4pPr>
            <a:lvl5pPr>
              <a:spcBef>
                <a:spcPts val="0"/>
              </a:spcBef>
              <a:defRPr sz="2000" b="0" i="0">
                <a:solidFill>
                  <a:schemeClr val="tx1"/>
                </a:solidFill>
                <a:latin typeface="IBM Plex Sans Light" panose="020B05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 name="Footer Placeholder 3">
            <a:extLst>
              <a:ext uri="{FF2B5EF4-FFF2-40B4-BE49-F238E27FC236}">
                <a16:creationId xmlns:a16="http://schemas.microsoft.com/office/drawing/2014/main" id="{E7E14D98-D346-214C-0437-7A0B4A7F3F06}"/>
              </a:ext>
            </a:extLst>
          </p:cNvPr>
          <p:cNvSpPr>
            <a:spLocks noGrp="1"/>
          </p:cNvSpPr>
          <p:nvPr>
            <p:ph type="ftr" sz="quarter" idx="18"/>
          </p:nvPr>
        </p:nvSpPr>
        <p:spPr>
          <a:xfrm>
            <a:off x="581024" y="12823285"/>
            <a:ext cx="4956176" cy="381000"/>
          </a:xfrm>
        </p:spPr>
        <p:txBody>
          <a:bodyPr/>
          <a:lstStyle/>
          <a:p>
            <a:endParaRPr lang="en-US" dirty="0"/>
          </a:p>
        </p:txBody>
      </p:sp>
      <p:sp>
        <p:nvSpPr>
          <p:cNvPr id="10" name="Slide Number">
            <a:extLst>
              <a:ext uri="{FF2B5EF4-FFF2-40B4-BE49-F238E27FC236}">
                <a16:creationId xmlns:a16="http://schemas.microsoft.com/office/drawing/2014/main" id="{8CDC5D22-5EFB-A82A-2192-76A569B4B0D5}"/>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cxnSp>
        <p:nvCxnSpPr>
          <p:cNvPr id="8" name="Straight Connector 7" descr="Vertical column divider">
            <a:extLst>
              <a:ext uri="{FF2B5EF4-FFF2-40B4-BE49-F238E27FC236}">
                <a16:creationId xmlns:a16="http://schemas.microsoft.com/office/drawing/2014/main" id="{75E2B956-D8A8-9075-0842-BD0DAFFD412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BE2C4D34-A499-856F-2ED0-C6A511B884A1}"/>
              </a:ext>
            </a:extLst>
          </p:cNvPr>
          <p:cNvCxnSpPr>
            <a:cxnSpLocks/>
          </p:cNvCxnSpPr>
          <p:nvPr userDrawn="1"/>
        </p:nvCxnSpPr>
        <p:spPr bwMode="auto">
          <a:xfrm>
            <a:off x="18288000"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33412524"/>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oxes, 4 stacked wide, pictograms">
    <p:bg>
      <p:bgPr>
        <a:solidFill>
          <a:schemeClr val="bg1"/>
        </a:solidFill>
        <a:effectLst/>
      </p:bgPr>
    </p:bg>
    <p:spTree>
      <p:nvGrpSpPr>
        <p:cNvPr id="1" name=""/>
        <p:cNvGrpSpPr/>
        <p:nvPr/>
      </p:nvGrpSpPr>
      <p:grpSpPr>
        <a:xfrm>
          <a:off x="0" y="0"/>
          <a:ext cx="0" cy="0"/>
          <a:chOff x="0" y="0"/>
          <a:chExt cx="0" cy="0"/>
        </a:xfrm>
      </p:grpSpPr>
      <p:sp>
        <p:nvSpPr>
          <p:cNvPr id="13" name="Picture Placeholder 12" descr="Place pictogram here">
            <a:extLst>
              <a:ext uri="{FF2B5EF4-FFF2-40B4-BE49-F238E27FC236}">
                <a16:creationId xmlns:a16="http://schemas.microsoft.com/office/drawing/2014/main" id="{30AB5158-BCB8-39EE-DA85-F2CD01699FBB}"/>
              </a:ext>
            </a:extLst>
          </p:cNvPr>
          <p:cNvSpPr>
            <a:spLocks noGrp="1"/>
          </p:cNvSpPr>
          <p:nvPr>
            <p:ph type="pic" sz="quarter" idx="15" hasCustomPrompt="1"/>
          </p:nvPr>
        </p:nvSpPr>
        <p:spPr>
          <a:xfrm>
            <a:off x="576072" y="576072"/>
            <a:ext cx="1216152" cy="1216152"/>
          </a:xfrm>
        </p:spPr>
        <p:txBody>
          <a:bodyPr anchor="ctr"/>
          <a:lstStyle>
            <a:lvl1pPr algn="ctr">
              <a:defRPr sz="1600"/>
            </a:lvl1pPr>
          </a:lstStyle>
          <a:p>
            <a:r>
              <a:rPr lang="en-US" dirty="0"/>
              <a:t>Pictogram</a:t>
            </a:r>
          </a:p>
        </p:txBody>
      </p:sp>
      <p:sp>
        <p:nvSpPr>
          <p:cNvPr id="5" name="Text Placeholder 4">
            <a:extLst>
              <a:ext uri="{FF2B5EF4-FFF2-40B4-BE49-F238E27FC236}">
                <a16:creationId xmlns:a16="http://schemas.microsoft.com/office/drawing/2014/main" id="{931099CB-CB87-D5D5-506D-4B49C08161D3}"/>
              </a:ext>
            </a:extLst>
          </p:cNvPr>
          <p:cNvSpPr>
            <a:spLocks noGrp="1"/>
          </p:cNvSpPr>
          <p:nvPr>
            <p:ph type="body" sz="quarter" idx="11"/>
          </p:nvPr>
        </p:nvSpPr>
        <p:spPr>
          <a:xfrm>
            <a:off x="576072" y="2478024"/>
            <a:ext cx="6670675" cy="3048000"/>
          </a:xfrm>
        </p:spPr>
        <p:txBody>
          <a:bodyPr/>
          <a:lstStyle>
            <a:lvl1pPr>
              <a:lnSpc>
                <a:spcPct val="100000"/>
              </a:lnSpc>
              <a:spcBef>
                <a:spcPts val="0"/>
              </a:spcBef>
              <a:defRPr sz="4200">
                <a:solidFill>
                  <a:schemeClr val="tx1"/>
                </a:solidFill>
              </a:defRPr>
            </a:lvl1pPr>
            <a:lvl2pPr marL="327600" indent="-327600">
              <a:lnSpc>
                <a:spcPct val="100000"/>
              </a:lnSpc>
              <a:spcBef>
                <a:spcPts val="0"/>
              </a:spcBef>
              <a:defRPr sz="4200">
                <a:solidFill>
                  <a:schemeClr val="tx1"/>
                </a:solidFill>
              </a:defRPr>
            </a:lvl2pPr>
            <a:lvl3pPr marL="658800" indent="-327600">
              <a:lnSpc>
                <a:spcPct val="100000"/>
              </a:lnSpc>
              <a:spcBef>
                <a:spcPts val="0"/>
              </a:spcBef>
              <a:defRPr sz="4200">
                <a:solidFill>
                  <a:schemeClr val="tx1"/>
                </a:solidFill>
              </a:defRPr>
            </a:lvl3pPr>
            <a:lvl4pPr marL="986400" indent="-327600">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5" name="Picture Placeholder 14" descr="Place pictogram here">
            <a:extLst>
              <a:ext uri="{FF2B5EF4-FFF2-40B4-BE49-F238E27FC236}">
                <a16:creationId xmlns:a16="http://schemas.microsoft.com/office/drawing/2014/main" id="{3C3730E5-61EB-7405-CC85-AB04242CDBC4}"/>
              </a:ext>
            </a:extLst>
          </p:cNvPr>
          <p:cNvSpPr>
            <a:spLocks noGrp="1"/>
          </p:cNvSpPr>
          <p:nvPr>
            <p:ph type="pic" sz="quarter" idx="16" hasCustomPrompt="1"/>
          </p:nvPr>
        </p:nvSpPr>
        <p:spPr>
          <a:xfrm>
            <a:off x="12780000" y="576072"/>
            <a:ext cx="1216152" cy="1216152"/>
          </a:xfrm>
        </p:spPr>
        <p:txBody>
          <a:bodyPr anchor="ctr"/>
          <a:lstStyle>
            <a:lvl1pPr algn="ctr">
              <a:defRPr sz="1600"/>
            </a:lvl1pPr>
          </a:lstStyle>
          <a:p>
            <a:r>
              <a:rPr lang="en-US" dirty="0"/>
              <a:t>Pictogram</a:t>
            </a:r>
          </a:p>
        </p:txBody>
      </p:sp>
      <p:sp>
        <p:nvSpPr>
          <p:cNvPr id="7" name="Text Placeholder 6">
            <a:extLst>
              <a:ext uri="{FF2B5EF4-FFF2-40B4-BE49-F238E27FC236}">
                <a16:creationId xmlns:a16="http://schemas.microsoft.com/office/drawing/2014/main" id="{FC1DA3C4-E728-0E45-C91D-8EDF4B495FFC}"/>
              </a:ext>
            </a:extLst>
          </p:cNvPr>
          <p:cNvSpPr>
            <a:spLocks noGrp="1"/>
          </p:cNvSpPr>
          <p:nvPr>
            <p:ph type="body" sz="quarter" idx="12"/>
          </p:nvPr>
        </p:nvSpPr>
        <p:spPr>
          <a:xfrm>
            <a:off x="12780000" y="2476500"/>
            <a:ext cx="6675120" cy="3048000"/>
          </a:xfrm>
        </p:spPr>
        <p:txBody>
          <a:bodyPr/>
          <a:lstStyle>
            <a:lvl1pPr>
              <a:lnSpc>
                <a:spcPct val="100000"/>
              </a:lnSpc>
              <a:spcBef>
                <a:spcPts val="0"/>
              </a:spcBef>
              <a:defRPr sz="4200">
                <a:solidFill>
                  <a:schemeClr val="tx1"/>
                </a:solidFill>
              </a:defRPr>
            </a:lvl1pPr>
            <a:lvl2pPr marL="327600" indent="-327600">
              <a:lnSpc>
                <a:spcPct val="100000"/>
              </a:lnSpc>
              <a:spcBef>
                <a:spcPts val="0"/>
              </a:spcBef>
              <a:defRPr sz="4200">
                <a:solidFill>
                  <a:schemeClr val="tx1"/>
                </a:solidFill>
              </a:defRPr>
            </a:lvl2pPr>
            <a:lvl3pPr marL="658800" indent="-327600">
              <a:lnSpc>
                <a:spcPct val="100000"/>
              </a:lnSpc>
              <a:spcBef>
                <a:spcPts val="0"/>
              </a:spcBef>
              <a:defRPr sz="4200">
                <a:solidFill>
                  <a:schemeClr val="tx1"/>
                </a:solidFill>
              </a:defRPr>
            </a:lvl3pPr>
            <a:lvl4pPr marL="986400" indent="-327600">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cxnSp>
        <p:nvCxnSpPr>
          <p:cNvPr id="16" name="Straight Connector 15" descr="Horizontal row divider">
            <a:extLst>
              <a:ext uri="{FF2B5EF4-FFF2-40B4-BE49-F238E27FC236}">
                <a16:creationId xmlns:a16="http://schemas.microsoft.com/office/drawing/2014/main" id="{9C5483A0-0E31-72CE-21C3-6248FAEBC09A}"/>
              </a:ext>
              <a:ext uri="{C183D7F6-B498-43B3-948B-1728B52AA6E4}">
                <adec:decorative xmlns:adec="http://schemas.microsoft.com/office/drawing/2017/decorative" val="0"/>
              </a:ext>
            </a:extLst>
          </p:cNvPr>
          <p:cNvCxnSpPr>
            <a:cxnSpLocks/>
          </p:cNvCxnSpPr>
          <p:nvPr userDrawn="1"/>
        </p:nvCxnSpPr>
        <p:spPr bwMode="auto">
          <a:xfrm>
            <a:off x="576072" y="6096000"/>
            <a:ext cx="23236428"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7" name="Picture Placeholder 16" descr="Place pictogram here">
            <a:extLst>
              <a:ext uri="{FF2B5EF4-FFF2-40B4-BE49-F238E27FC236}">
                <a16:creationId xmlns:a16="http://schemas.microsoft.com/office/drawing/2014/main" id="{62C94928-6A9B-2EA7-301C-71E5F2547C8A}"/>
              </a:ext>
            </a:extLst>
          </p:cNvPr>
          <p:cNvSpPr>
            <a:spLocks noGrp="1"/>
          </p:cNvSpPr>
          <p:nvPr>
            <p:ph type="pic" sz="quarter" idx="17" hasCustomPrompt="1"/>
          </p:nvPr>
        </p:nvSpPr>
        <p:spPr>
          <a:xfrm>
            <a:off x="576072" y="6473951"/>
            <a:ext cx="1216152" cy="1216152"/>
          </a:xfrm>
        </p:spPr>
        <p:txBody>
          <a:bodyPr anchor="ctr"/>
          <a:lstStyle>
            <a:lvl1pPr algn="ctr">
              <a:defRPr sz="1600"/>
            </a:lvl1pPr>
          </a:lstStyle>
          <a:p>
            <a:r>
              <a:rPr lang="en-US" dirty="0"/>
              <a:t>Pictogram</a:t>
            </a:r>
          </a:p>
        </p:txBody>
      </p:sp>
      <p:sp>
        <p:nvSpPr>
          <p:cNvPr id="9" name="Text Placeholder 8">
            <a:extLst>
              <a:ext uri="{FF2B5EF4-FFF2-40B4-BE49-F238E27FC236}">
                <a16:creationId xmlns:a16="http://schemas.microsoft.com/office/drawing/2014/main" id="{B0565063-698E-31B0-B619-B99A9A0B3DB6}"/>
              </a:ext>
            </a:extLst>
          </p:cNvPr>
          <p:cNvSpPr>
            <a:spLocks noGrp="1"/>
          </p:cNvSpPr>
          <p:nvPr>
            <p:ph type="body" sz="quarter" idx="13"/>
          </p:nvPr>
        </p:nvSpPr>
        <p:spPr>
          <a:xfrm>
            <a:off x="576072" y="8380800"/>
            <a:ext cx="6670676" cy="3048000"/>
          </a:xfrm>
        </p:spPr>
        <p:txBody>
          <a:bodyPr/>
          <a:lstStyle>
            <a:lvl1pPr>
              <a:lnSpc>
                <a:spcPct val="100000"/>
              </a:lnSpc>
              <a:spcBef>
                <a:spcPts val="0"/>
              </a:spcBef>
              <a:defRPr sz="4200">
                <a:solidFill>
                  <a:schemeClr val="tx1"/>
                </a:solidFill>
              </a:defRPr>
            </a:lvl1pPr>
            <a:lvl2pPr marL="327600" indent="-327600">
              <a:lnSpc>
                <a:spcPct val="100000"/>
              </a:lnSpc>
              <a:spcBef>
                <a:spcPts val="0"/>
              </a:spcBef>
              <a:defRPr sz="4200">
                <a:solidFill>
                  <a:schemeClr val="tx1"/>
                </a:solidFill>
              </a:defRPr>
            </a:lvl2pPr>
            <a:lvl3pPr marL="658800" indent="-327600">
              <a:lnSpc>
                <a:spcPct val="100000"/>
              </a:lnSpc>
              <a:spcBef>
                <a:spcPts val="0"/>
              </a:spcBef>
              <a:defRPr sz="4200">
                <a:solidFill>
                  <a:schemeClr val="tx1"/>
                </a:solidFill>
              </a:defRPr>
            </a:lvl3pPr>
            <a:lvl4pPr marL="986400" indent="-327600">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9" name="Picture Placeholder 18" descr="Place pictogram here">
            <a:extLst>
              <a:ext uri="{FF2B5EF4-FFF2-40B4-BE49-F238E27FC236}">
                <a16:creationId xmlns:a16="http://schemas.microsoft.com/office/drawing/2014/main" id="{2E840026-2FAF-826F-DCFD-3FF0082B0823}"/>
              </a:ext>
            </a:extLst>
          </p:cNvPr>
          <p:cNvSpPr>
            <a:spLocks noGrp="1"/>
          </p:cNvSpPr>
          <p:nvPr>
            <p:ph type="pic" sz="quarter" idx="18" hasCustomPrompt="1"/>
          </p:nvPr>
        </p:nvSpPr>
        <p:spPr>
          <a:xfrm>
            <a:off x="12780000" y="6477000"/>
            <a:ext cx="1216152" cy="1216152"/>
          </a:xfrm>
        </p:spPr>
        <p:txBody>
          <a:bodyPr anchor="ctr"/>
          <a:lstStyle>
            <a:lvl1pPr algn="ctr">
              <a:defRPr sz="1600"/>
            </a:lvl1pPr>
          </a:lstStyle>
          <a:p>
            <a:r>
              <a:rPr lang="en-US" dirty="0"/>
              <a:t>Pictogram</a:t>
            </a:r>
          </a:p>
        </p:txBody>
      </p:sp>
      <p:sp>
        <p:nvSpPr>
          <p:cNvPr id="11" name="Text Placeholder 10">
            <a:extLst>
              <a:ext uri="{FF2B5EF4-FFF2-40B4-BE49-F238E27FC236}">
                <a16:creationId xmlns:a16="http://schemas.microsoft.com/office/drawing/2014/main" id="{B4E44FFD-1EB7-1873-F6D1-67DE839EF09E}"/>
              </a:ext>
            </a:extLst>
          </p:cNvPr>
          <p:cNvSpPr>
            <a:spLocks noGrp="1"/>
          </p:cNvSpPr>
          <p:nvPr>
            <p:ph type="body" sz="quarter" idx="14"/>
          </p:nvPr>
        </p:nvSpPr>
        <p:spPr>
          <a:xfrm>
            <a:off x="12780000" y="8382000"/>
            <a:ext cx="6675120" cy="3048000"/>
          </a:xfrm>
        </p:spPr>
        <p:txBody>
          <a:bodyPr/>
          <a:lstStyle>
            <a:lvl1pPr>
              <a:lnSpc>
                <a:spcPct val="100000"/>
              </a:lnSpc>
              <a:spcBef>
                <a:spcPts val="0"/>
              </a:spcBef>
              <a:defRPr sz="4200">
                <a:solidFill>
                  <a:schemeClr val="tx1"/>
                </a:solidFill>
              </a:defRPr>
            </a:lvl1pPr>
            <a:lvl2pPr marL="327600" indent="-327600">
              <a:lnSpc>
                <a:spcPct val="100000"/>
              </a:lnSpc>
              <a:spcBef>
                <a:spcPts val="0"/>
              </a:spcBef>
              <a:defRPr sz="4200">
                <a:solidFill>
                  <a:schemeClr val="tx1"/>
                </a:solidFill>
              </a:defRPr>
            </a:lvl2pPr>
            <a:lvl3pPr marL="658800" indent="-327600">
              <a:lnSpc>
                <a:spcPct val="100000"/>
              </a:lnSpc>
              <a:spcBef>
                <a:spcPts val="0"/>
              </a:spcBef>
              <a:defRPr sz="4200">
                <a:solidFill>
                  <a:schemeClr val="tx1"/>
                </a:solidFill>
              </a:defRPr>
            </a:lvl3pPr>
            <a:lvl4pPr marL="986400" indent="-327600">
              <a:lnSpc>
                <a:spcPct val="100000"/>
              </a:lnSpc>
              <a:spcBef>
                <a:spcPts val="0"/>
              </a:spcBef>
              <a:defRPr sz="4200">
                <a:solidFill>
                  <a:schemeClr val="tx1"/>
                </a:solidFill>
              </a:defRPr>
            </a:lvl4pPr>
            <a:lvl5pPr>
              <a:lnSpc>
                <a:spcPct val="100000"/>
              </a:lnSpc>
              <a:spcBef>
                <a:spcPts val="0"/>
              </a:spcBef>
              <a:defRPr sz="4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 name="Footer Placeholder 3">
            <a:extLst>
              <a:ext uri="{FF2B5EF4-FFF2-40B4-BE49-F238E27FC236}">
                <a16:creationId xmlns:a16="http://schemas.microsoft.com/office/drawing/2014/main" id="{1FC9DA86-6E63-7EF1-DAC1-73040332758F}"/>
              </a:ext>
            </a:extLst>
          </p:cNvPr>
          <p:cNvSpPr>
            <a:spLocks noGrp="1"/>
          </p:cNvSpPr>
          <p:nvPr>
            <p:ph type="ftr" sz="quarter" idx="19"/>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BE7CD285-42F9-CF03-AB5C-1DC86205FBC3}"/>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E664AD27-CDB8-1E16-6F0A-1A4FF8BD97F5}"/>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80496384"/>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oxes, 4 stacked, small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00" y="576072"/>
            <a:ext cx="4961128" cy="462153"/>
          </a:xfrm>
        </p:spPr>
        <p:txBody>
          <a:bodyPr/>
          <a:lstStyle>
            <a:lvl1pPr>
              <a:lnSpc>
                <a:spcPct val="100000"/>
              </a:lnSpc>
              <a:defRPr sz="2800">
                <a:solidFill>
                  <a:schemeClr val="tx2"/>
                </a:solidFill>
              </a:defRPr>
            </a:lvl1pPr>
          </a:lstStyle>
          <a:p>
            <a:pPr lvl="0"/>
            <a:r>
              <a:rPr lang="en-US" dirty="0"/>
              <a:t>Click to edit Master text styles</a:t>
            </a:r>
          </a:p>
        </p:txBody>
      </p:sp>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1524000"/>
            <a:ext cx="4948428" cy="3048000"/>
          </a:xfrm>
        </p:spPr>
        <p:txBody>
          <a:bodyPr/>
          <a:lstStyle>
            <a:lvl1pPr>
              <a:lnSpc>
                <a:spcPct val="100000"/>
              </a:lnSpc>
              <a:defRPr sz="4200">
                <a:solidFill>
                  <a:schemeClr val="tx2"/>
                </a:solidFill>
              </a:defRPr>
            </a:lvl1pPr>
          </a:lstStyle>
          <a:p>
            <a:r>
              <a:rPr lang="en-US" dirty="0"/>
              <a:t>Click to edit Master title style</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3"/>
            <a:ext cx="4953000" cy="4948428"/>
          </a:xfrm>
        </p:spPr>
        <p:txBody>
          <a:bodyPr/>
          <a:lstStyle>
            <a:lvl1pPr>
              <a:lnSpc>
                <a:spcPct val="110000"/>
              </a:lnSpc>
              <a:spcBef>
                <a:spcPts val="0"/>
              </a:spcBef>
              <a:defRPr sz="3600" b="0" i="0">
                <a:solidFill>
                  <a:schemeClr val="tx1"/>
                </a:solidFill>
                <a:latin typeface="IBM Plex Sans Light" panose="020B0403050203000203" pitchFamily="34" charset="0"/>
              </a:defRPr>
            </a:lvl1pPr>
            <a:lvl2pPr marL="327600" indent="-327600">
              <a:lnSpc>
                <a:spcPct val="100000"/>
              </a:lnSpc>
              <a:spcBef>
                <a:spcPts val="0"/>
              </a:spcBef>
              <a:defRPr sz="3600" b="0" i="0">
                <a:solidFill>
                  <a:schemeClr val="tx1"/>
                </a:solidFill>
                <a:latin typeface="IBM Plex Sans Light" panose="020B0403050203000203" pitchFamily="34" charset="0"/>
              </a:defRPr>
            </a:lvl2pPr>
            <a:lvl3pPr marL="658800" indent="-327600">
              <a:lnSpc>
                <a:spcPct val="100000"/>
              </a:lnSpc>
              <a:spcBef>
                <a:spcPts val="0"/>
              </a:spcBef>
              <a:defRPr sz="3600" b="0" i="0">
                <a:solidFill>
                  <a:schemeClr val="tx1"/>
                </a:solidFill>
                <a:latin typeface="IBM Plex Sans Light" panose="020B0403050203000203" pitchFamily="34" charset="0"/>
              </a:defRPr>
            </a:lvl3pPr>
            <a:lvl4pPr marL="986400" indent="-327600">
              <a:lnSpc>
                <a:spcPct val="100000"/>
              </a:lnSpc>
              <a:spcBef>
                <a:spcPts val="0"/>
              </a:spcBef>
              <a:defRPr sz="36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62675" y="576072"/>
            <a:ext cx="4959350" cy="4948427"/>
          </a:xfrm>
        </p:spPr>
        <p:txBody>
          <a:bodyPr/>
          <a:lstStyle>
            <a:lvl1pPr>
              <a:lnSpc>
                <a:spcPct val="110000"/>
              </a:lnSpc>
              <a:spcBef>
                <a:spcPts val="0"/>
              </a:spcBef>
              <a:defRPr sz="3600" b="0" i="0">
                <a:solidFill>
                  <a:schemeClr val="tx1"/>
                </a:solidFill>
                <a:latin typeface="IBM Plex Sans Light" panose="020B0403050203000203" pitchFamily="34" charset="0"/>
              </a:defRPr>
            </a:lvl1pPr>
            <a:lvl2pPr marL="327600" indent="-327600">
              <a:lnSpc>
                <a:spcPct val="100000"/>
              </a:lnSpc>
              <a:spcBef>
                <a:spcPts val="0"/>
              </a:spcBef>
              <a:defRPr sz="3600" b="0" i="0">
                <a:solidFill>
                  <a:schemeClr val="tx1"/>
                </a:solidFill>
                <a:latin typeface="IBM Plex Sans Light" panose="020B0403050203000203" pitchFamily="34" charset="0"/>
              </a:defRPr>
            </a:lvl2pPr>
            <a:lvl3pPr marL="658800" indent="-327600">
              <a:lnSpc>
                <a:spcPct val="100000"/>
              </a:lnSpc>
              <a:spcBef>
                <a:spcPts val="0"/>
              </a:spcBef>
              <a:defRPr sz="3600" b="0" i="0">
                <a:solidFill>
                  <a:schemeClr val="tx1"/>
                </a:solidFill>
                <a:latin typeface="IBM Plex Sans Light" panose="020B0403050203000203" pitchFamily="34" charset="0"/>
              </a:defRPr>
            </a:lvl3pPr>
            <a:lvl4pPr marL="986400" indent="-327600">
              <a:lnSpc>
                <a:spcPct val="100000"/>
              </a:lnSpc>
              <a:spcBef>
                <a:spcPts val="0"/>
              </a:spcBef>
              <a:defRPr sz="36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80000" y="6670675"/>
            <a:ext cx="4953000" cy="4948428"/>
          </a:xfrm>
        </p:spPr>
        <p:txBody>
          <a:bodyPr/>
          <a:lstStyle>
            <a:lvl1pPr>
              <a:lnSpc>
                <a:spcPct val="110000"/>
              </a:lnSpc>
              <a:spcBef>
                <a:spcPts val="0"/>
              </a:spcBef>
              <a:defRPr sz="3600" b="0" i="0">
                <a:solidFill>
                  <a:schemeClr val="tx1"/>
                </a:solidFill>
                <a:latin typeface="IBM Plex Sans Light" panose="020B0403050203000203" pitchFamily="34" charset="0"/>
              </a:defRPr>
            </a:lvl1pPr>
            <a:lvl2pPr marL="327600" indent="-327600">
              <a:lnSpc>
                <a:spcPct val="100000"/>
              </a:lnSpc>
              <a:spcBef>
                <a:spcPts val="0"/>
              </a:spcBef>
              <a:defRPr sz="3600" b="0" i="0">
                <a:solidFill>
                  <a:schemeClr val="tx1"/>
                </a:solidFill>
                <a:latin typeface="IBM Plex Sans Light" panose="020B0403050203000203" pitchFamily="34" charset="0"/>
              </a:defRPr>
            </a:lvl2pPr>
            <a:lvl3pPr marL="658800" indent="-327600">
              <a:lnSpc>
                <a:spcPct val="100000"/>
              </a:lnSpc>
              <a:spcBef>
                <a:spcPts val="0"/>
              </a:spcBef>
              <a:defRPr sz="3600" b="0" i="0">
                <a:solidFill>
                  <a:schemeClr val="tx1"/>
                </a:solidFill>
                <a:latin typeface="IBM Plex Sans Light" panose="020B0403050203000203" pitchFamily="34" charset="0"/>
              </a:defRPr>
            </a:lvl3pPr>
            <a:lvl4pPr marL="986400" indent="-327600">
              <a:lnSpc>
                <a:spcPct val="100000"/>
              </a:lnSpc>
              <a:spcBef>
                <a:spcPts val="0"/>
              </a:spcBef>
              <a:defRPr sz="36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62675" y="6670675"/>
            <a:ext cx="4953000" cy="4948427"/>
          </a:xfrm>
        </p:spPr>
        <p:txBody>
          <a:bodyPr/>
          <a:lstStyle>
            <a:lvl1pPr>
              <a:lnSpc>
                <a:spcPct val="110000"/>
              </a:lnSpc>
              <a:spcBef>
                <a:spcPts val="0"/>
              </a:spcBef>
              <a:defRPr sz="3600" b="0" i="0">
                <a:solidFill>
                  <a:schemeClr val="tx1"/>
                </a:solidFill>
                <a:latin typeface="IBM Plex Sans Light" panose="020B0403050203000203" pitchFamily="34" charset="0"/>
              </a:defRPr>
            </a:lvl1pPr>
            <a:lvl2pPr marL="327600" indent="-327600">
              <a:lnSpc>
                <a:spcPct val="100000"/>
              </a:lnSpc>
              <a:spcBef>
                <a:spcPts val="0"/>
              </a:spcBef>
              <a:defRPr sz="3600" b="0" i="0">
                <a:solidFill>
                  <a:schemeClr val="tx1"/>
                </a:solidFill>
                <a:latin typeface="IBM Plex Sans Light" panose="020B0403050203000203" pitchFamily="34" charset="0"/>
              </a:defRPr>
            </a:lvl2pPr>
            <a:lvl3pPr marL="658800" indent="-327600">
              <a:lnSpc>
                <a:spcPct val="100000"/>
              </a:lnSpc>
              <a:spcBef>
                <a:spcPts val="0"/>
              </a:spcBef>
              <a:defRPr sz="3600" b="0" i="0">
                <a:solidFill>
                  <a:schemeClr val="tx1"/>
                </a:solidFill>
                <a:latin typeface="IBM Plex Sans Light" panose="020B0403050203000203" pitchFamily="34" charset="0"/>
              </a:defRPr>
            </a:lvl3pPr>
            <a:lvl4pPr marL="986400" indent="-327600">
              <a:lnSpc>
                <a:spcPct val="100000"/>
              </a:lnSpc>
              <a:spcBef>
                <a:spcPts val="0"/>
              </a:spcBef>
              <a:defRPr sz="36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70433241"/>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oxes, 4 stacked, large title">
    <p:bg>
      <p:bgPr>
        <a:solidFill>
          <a:schemeClr val="bg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29EF9E2-1551-8357-22BD-8C43EF5EBE34}"/>
              </a:ext>
            </a:extLst>
          </p:cNvPr>
          <p:cNvSpPr>
            <a:spLocks noGrp="1"/>
          </p:cNvSpPr>
          <p:nvPr>
            <p:ph type="body" sz="quarter" idx="21"/>
          </p:nvPr>
        </p:nvSpPr>
        <p:spPr>
          <a:xfrm>
            <a:off x="576000" y="576072"/>
            <a:ext cx="4961128" cy="462153"/>
          </a:xfrm>
        </p:spPr>
        <p:txBody>
          <a:bodyPr/>
          <a:lstStyle>
            <a:lvl1pPr>
              <a:lnSpc>
                <a:spcPct val="100000"/>
              </a:lnSpc>
              <a:defRPr sz="2800">
                <a:solidFill>
                  <a:schemeClr val="tx2"/>
                </a:solidFill>
              </a:defRPr>
            </a:lvl1pPr>
          </a:lstStyle>
          <a:p>
            <a:pPr lvl="0"/>
            <a:r>
              <a:rPr lang="en-US" dirty="0"/>
              <a:t>Click to edit Master text styles</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80000" y="576073"/>
            <a:ext cx="4953000" cy="4948428"/>
          </a:xfrm>
        </p:spPr>
        <p:txBody>
          <a:bodyPr/>
          <a:lstStyle>
            <a:lvl1pPr>
              <a:lnSpc>
                <a:spcPct val="110000"/>
              </a:lnSpc>
              <a:spcBef>
                <a:spcPts val="0"/>
              </a:spcBef>
              <a:defRPr sz="3600" b="0" i="0">
                <a:solidFill>
                  <a:schemeClr val="tx1"/>
                </a:solidFill>
                <a:latin typeface="IBM Plex Sans Light" panose="020B0403050203000203" pitchFamily="34" charset="0"/>
              </a:defRPr>
            </a:lvl1pPr>
            <a:lvl2pPr marL="327600" indent="-327600">
              <a:lnSpc>
                <a:spcPct val="100000"/>
              </a:lnSpc>
              <a:spcBef>
                <a:spcPts val="0"/>
              </a:spcBef>
              <a:defRPr sz="3600" b="0" i="0">
                <a:solidFill>
                  <a:schemeClr val="tx1"/>
                </a:solidFill>
                <a:latin typeface="IBM Plex Sans Light" panose="020B0403050203000203" pitchFamily="34" charset="0"/>
              </a:defRPr>
            </a:lvl2pPr>
            <a:lvl3pPr marL="658800" indent="-327600">
              <a:lnSpc>
                <a:spcPct val="100000"/>
              </a:lnSpc>
              <a:spcBef>
                <a:spcPts val="0"/>
              </a:spcBef>
              <a:defRPr sz="3600" b="0" i="0">
                <a:solidFill>
                  <a:schemeClr val="tx1"/>
                </a:solidFill>
                <a:latin typeface="IBM Plex Sans Light" panose="020B0403050203000203" pitchFamily="34" charset="0"/>
              </a:defRPr>
            </a:lvl3pPr>
            <a:lvl4pPr marL="986400" indent="-327600">
              <a:lnSpc>
                <a:spcPct val="100000"/>
              </a:lnSpc>
              <a:spcBef>
                <a:spcPts val="0"/>
              </a:spcBef>
              <a:defRPr sz="36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62675" y="576072"/>
            <a:ext cx="4959350" cy="4948427"/>
          </a:xfrm>
        </p:spPr>
        <p:txBody>
          <a:bodyPr/>
          <a:lstStyle>
            <a:lvl1pPr>
              <a:lnSpc>
                <a:spcPct val="110000"/>
              </a:lnSpc>
              <a:spcBef>
                <a:spcPts val="0"/>
              </a:spcBef>
              <a:defRPr sz="3600" b="0" i="0">
                <a:solidFill>
                  <a:schemeClr val="tx1"/>
                </a:solidFill>
                <a:latin typeface="IBM Plex Sans Light" panose="020B0403050203000203" pitchFamily="34" charset="0"/>
              </a:defRPr>
            </a:lvl1pPr>
            <a:lvl2pPr marL="327600" indent="-327600">
              <a:lnSpc>
                <a:spcPct val="100000"/>
              </a:lnSpc>
              <a:spcBef>
                <a:spcPts val="0"/>
              </a:spcBef>
              <a:defRPr sz="3600" b="0" i="0">
                <a:solidFill>
                  <a:schemeClr val="tx1"/>
                </a:solidFill>
                <a:latin typeface="IBM Plex Sans Light" panose="020B0403050203000203" pitchFamily="34" charset="0"/>
              </a:defRPr>
            </a:lvl2pPr>
            <a:lvl3pPr marL="658800" indent="-327600">
              <a:lnSpc>
                <a:spcPct val="100000"/>
              </a:lnSpc>
              <a:spcBef>
                <a:spcPts val="0"/>
              </a:spcBef>
              <a:defRPr sz="3600" b="0" i="0">
                <a:solidFill>
                  <a:schemeClr val="tx1"/>
                </a:solidFill>
                <a:latin typeface="IBM Plex Sans Light" panose="020B0403050203000203" pitchFamily="34" charset="0"/>
              </a:defRPr>
            </a:lvl3pPr>
            <a:lvl4pPr marL="986400" indent="-327600">
              <a:lnSpc>
                <a:spcPct val="100000"/>
              </a:lnSpc>
              <a:spcBef>
                <a:spcPts val="0"/>
              </a:spcBef>
              <a:defRPr sz="36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4">
            <a:extLst>
              <a:ext uri="{FF2B5EF4-FFF2-40B4-BE49-F238E27FC236}">
                <a16:creationId xmlns:a16="http://schemas.microsoft.com/office/drawing/2014/main" id="{A5DD5CF1-28D6-74AF-B345-5911CB10D454}"/>
              </a:ext>
            </a:extLst>
          </p:cNvPr>
          <p:cNvSpPr>
            <a:spLocks noGrp="1"/>
          </p:cNvSpPr>
          <p:nvPr>
            <p:ph type="body" sz="quarter" idx="18"/>
          </p:nvPr>
        </p:nvSpPr>
        <p:spPr>
          <a:xfrm>
            <a:off x="12780000" y="6670675"/>
            <a:ext cx="4953000" cy="4948428"/>
          </a:xfrm>
        </p:spPr>
        <p:txBody>
          <a:bodyPr/>
          <a:lstStyle>
            <a:lvl1pPr>
              <a:lnSpc>
                <a:spcPct val="110000"/>
              </a:lnSpc>
              <a:spcBef>
                <a:spcPts val="0"/>
              </a:spcBef>
              <a:defRPr sz="3600" b="0" i="0">
                <a:solidFill>
                  <a:schemeClr val="tx1"/>
                </a:solidFill>
                <a:latin typeface="IBM Plex Sans Light" panose="020B0403050203000203" pitchFamily="34" charset="0"/>
              </a:defRPr>
            </a:lvl1pPr>
            <a:lvl2pPr marL="327600" indent="-327600">
              <a:lnSpc>
                <a:spcPct val="100000"/>
              </a:lnSpc>
              <a:spcBef>
                <a:spcPts val="0"/>
              </a:spcBef>
              <a:defRPr sz="3600" b="0" i="0">
                <a:solidFill>
                  <a:schemeClr val="tx1"/>
                </a:solidFill>
                <a:latin typeface="IBM Plex Sans Light" panose="020B0403050203000203" pitchFamily="34" charset="0"/>
              </a:defRPr>
            </a:lvl2pPr>
            <a:lvl3pPr marL="658800" indent="-327600">
              <a:lnSpc>
                <a:spcPct val="100000"/>
              </a:lnSpc>
              <a:spcBef>
                <a:spcPts val="0"/>
              </a:spcBef>
              <a:defRPr sz="3600" b="0" i="0">
                <a:solidFill>
                  <a:schemeClr val="tx1"/>
                </a:solidFill>
                <a:latin typeface="IBM Plex Sans Light" panose="020B0403050203000203" pitchFamily="34" charset="0"/>
              </a:defRPr>
            </a:lvl3pPr>
            <a:lvl4pPr marL="986400" indent="-327600">
              <a:lnSpc>
                <a:spcPct val="100000"/>
              </a:lnSpc>
              <a:spcBef>
                <a:spcPts val="0"/>
              </a:spcBef>
              <a:defRPr sz="36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11">
            <a:extLst>
              <a:ext uri="{FF2B5EF4-FFF2-40B4-BE49-F238E27FC236}">
                <a16:creationId xmlns:a16="http://schemas.microsoft.com/office/drawing/2014/main" id="{67B1C684-915C-90D4-C69F-C24979A42EFC}"/>
              </a:ext>
            </a:extLst>
          </p:cNvPr>
          <p:cNvSpPr>
            <a:spLocks noGrp="1"/>
          </p:cNvSpPr>
          <p:nvPr>
            <p:ph type="body" sz="quarter" idx="19"/>
          </p:nvPr>
        </p:nvSpPr>
        <p:spPr>
          <a:xfrm>
            <a:off x="18862675" y="6670675"/>
            <a:ext cx="4953000" cy="4948427"/>
          </a:xfrm>
        </p:spPr>
        <p:txBody>
          <a:bodyPr/>
          <a:lstStyle>
            <a:lvl1pPr>
              <a:lnSpc>
                <a:spcPct val="110000"/>
              </a:lnSpc>
              <a:spcBef>
                <a:spcPts val="0"/>
              </a:spcBef>
              <a:defRPr sz="3600" b="0" i="0">
                <a:solidFill>
                  <a:schemeClr val="tx1"/>
                </a:solidFill>
                <a:latin typeface="IBM Plex Sans Light" panose="020B0403050203000203" pitchFamily="34" charset="0"/>
              </a:defRPr>
            </a:lvl1pPr>
            <a:lvl2pPr marL="327600" indent="-327600">
              <a:lnSpc>
                <a:spcPct val="100000"/>
              </a:lnSpc>
              <a:spcBef>
                <a:spcPts val="0"/>
              </a:spcBef>
              <a:defRPr sz="3600" b="0" i="0">
                <a:solidFill>
                  <a:schemeClr val="tx1"/>
                </a:solidFill>
                <a:latin typeface="IBM Plex Sans Light" panose="020B0403050203000203" pitchFamily="34" charset="0"/>
              </a:defRPr>
            </a:lvl2pPr>
            <a:lvl3pPr marL="658800" indent="-327600">
              <a:lnSpc>
                <a:spcPct val="100000"/>
              </a:lnSpc>
              <a:spcBef>
                <a:spcPts val="0"/>
              </a:spcBef>
              <a:defRPr sz="3600" b="0" i="0">
                <a:solidFill>
                  <a:schemeClr val="tx1"/>
                </a:solidFill>
                <a:latin typeface="IBM Plex Sans Light" panose="020B0403050203000203" pitchFamily="34" charset="0"/>
              </a:defRPr>
            </a:lvl3pPr>
            <a:lvl4pPr marL="986400" indent="-327600">
              <a:lnSpc>
                <a:spcPct val="100000"/>
              </a:lnSpc>
              <a:spcBef>
                <a:spcPts val="0"/>
              </a:spcBef>
              <a:defRPr sz="3600" b="0" i="0">
                <a:solidFill>
                  <a:schemeClr val="tx1"/>
                </a:solidFill>
                <a:latin typeface="IBM Plex Sans Light" panose="020B0403050203000203" pitchFamily="34" charset="0"/>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 name="Footer Placeholder 3">
            <a:extLst>
              <a:ext uri="{FF2B5EF4-FFF2-40B4-BE49-F238E27FC236}">
                <a16:creationId xmlns:a16="http://schemas.microsoft.com/office/drawing/2014/main" id="{4D288907-977D-2E2D-D334-59684842A637}"/>
              </a:ext>
            </a:extLst>
          </p:cNvPr>
          <p:cNvSpPr>
            <a:spLocks noGrp="1"/>
          </p:cNvSpPr>
          <p:nvPr>
            <p:ph type="ftr" sz="quarter" idx="22"/>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299C7C32-4361-2D42-DB76-E3E2316F597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
        <p:nvSpPr>
          <p:cNvPr id="4" name="Title 1">
            <a:extLst>
              <a:ext uri="{FF2B5EF4-FFF2-40B4-BE49-F238E27FC236}">
                <a16:creationId xmlns:a16="http://schemas.microsoft.com/office/drawing/2014/main" id="{8009016F-5759-0B27-8DB2-77BDD7980942}"/>
              </a:ext>
            </a:extLst>
          </p:cNvPr>
          <p:cNvSpPr>
            <a:spLocks noGrp="1"/>
          </p:cNvSpPr>
          <p:nvPr>
            <p:ph type="title"/>
          </p:nvPr>
        </p:nvSpPr>
        <p:spPr>
          <a:xfrm>
            <a:off x="576000" y="1523872"/>
            <a:ext cx="11044239" cy="4572128"/>
          </a:xfrm>
        </p:spPr>
        <p:txBody>
          <a:bodyPr rIns="457200"/>
          <a:lstStyle>
            <a:lvl1pPr>
              <a:lnSpc>
                <a:spcPct val="100000"/>
              </a:lnSpc>
              <a:defRPr sz="6800">
                <a:solidFill>
                  <a:schemeClr val="tx2"/>
                </a:solidFill>
              </a:defRPr>
            </a:lvl1pPr>
          </a:lstStyle>
          <a:p>
            <a:r>
              <a:rPr lang="en-US" dirty="0"/>
              <a:t>Click to edit Master title style</a:t>
            </a:r>
          </a:p>
        </p:txBody>
      </p:sp>
    </p:spTree>
    <p:extLst>
      <p:ext uri="{BB962C8B-B14F-4D97-AF65-F5344CB8AC3E}">
        <p14:creationId xmlns:p14="http://schemas.microsoft.com/office/powerpoint/2010/main" val="3092975277"/>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oxes, 4 horizontal, small title">
    <p:bg>
      <p:bgPr>
        <a:solidFill>
          <a:schemeClr val="bg1"/>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2A71C2BF-857E-B291-7D82-5920AF4A5278}"/>
              </a:ext>
            </a:extLst>
          </p:cNvPr>
          <p:cNvSpPr>
            <a:spLocks noGrp="1"/>
          </p:cNvSpPr>
          <p:nvPr>
            <p:ph type="body" sz="quarter" idx="11"/>
          </p:nvPr>
        </p:nvSpPr>
        <p:spPr>
          <a:xfrm>
            <a:off x="576072" y="6675882"/>
            <a:ext cx="4949825" cy="5519293"/>
          </a:xfrm>
        </p:spPr>
        <p:txBody>
          <a:bodyPr/>
          <a:lstStyle>
            <a:lvl1pPr>
              <a:spcBef>
                <a:spcPts val="0"/>
              </a:spcBef>
              <a:defRPr sz="3600">
                <a:solidFill>
                  <a:schemeClr val="tx1"/>
                </a:solidFill>
              </a:defRPr>
            </a:lvl1pPr>
            <a:lvl2pPr marL="327600" indent="-327600">
              <a:spcBef>
                <a:spcPts val="0"/>
              </a:spcBef>
              <a:defRPr sz="3600">
                <a:solidFill>
                  <a:schemeClr val="tx1"/>
                </a:solidFill>
              </a:defRPr>
            </a:lvl2pPr>
            <a:lvl3pPr marL="658800" indent="-327600">
              <a:spcBef>
                <a:spcPts val="0"/>
              </a:spcBef>
              <a:defRPr sz="3600">
                <a:solidFill>
                  <a:schemeClr val="tx1"/>
                </a:solidFill>
              </a:defRPr>
            </a:lvl3pPr>
            <a:lvl4pPr marL="986400" indent="-327600">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Text Placeholder 10">
            <a:extLst>
              <a:ext uri="{FF2B5EF4-FFF2-40B4-BE49-F238E27FC236}">
                <a16:creationId xmlns:a16="http://schemas.microsoft.com/office/drawing/2014/main" id="{257EC586-7CBB-7AC4-C2FA-85F4BA8AA030}"/>
              </a:ext>
            </a:extLst>
          </p:cNvPr>
          <p:cNvSpPr>
            <a:spLocks noGrp="1"/>
          </p:cNvSpPr>
          <p:nvPr>
            <p:ph type="body" sz="quarter" idx="12"/>
          </p:nvPr>
        </p:nvSpPr>
        <p:spPr>
          <a:xfrm>
            <a:off x="6663241" y="6673851"/>
            <a:ext cx="4949825" cy="5521323"/>
          </a:xfrm>
        </p:spPr>
        <p:txBody>
          <a:bodyPr/>
          <a:lstStyle>
            <a:lvl1pPr>
              <a:spcBef>
                <a:spcPts val="0"/>
              </a:spcBef>
              <a:defRPr sz="3600">
                <a:solidFill>
                  <a:schemeClr val="tx1"/>
                </a:solidFill>
              </a:defRPr>
            </a:lvl1pPr>
            <a:lvl2pPr marL="327600" indent="-327600">
              <a:spcBef>
                <a:spcPts val="0"/>
              </a:spcBef>
              <a:defRPr sz="3600">
                <a:solidFill>
                  <a:schemeClr val="tx1"/>
                </a:solidFill>
              </a:defRPr>
            </a:lvl2pPr>
            <a:lvl3pPr marL="658800" indent="-327600">
              <a:spcBef>
                <a:spcPts val="0"/>
              </a:spcBef>
              <a:defRPr sz="3600">
                <a:solidFill>
                  <a:schemeClr val="tx1"/>
                </a:solidFill>
              </a:defRPr>
            </a:lvl3pPr>
            <a:lvl4pPr marL="986400" indent="-327600">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3" name="Text Placeholder 10">
            <a:extLst>
              <a:ext uri="{FF2B5EF4-FFF2-40B4-BE49-F238E27FC236}">
                <a16:creationId xmlns:a16="http://schemas.microsoft.com/office/drawing/2014/main" id="{A0ABD1EA-F6CD-F56B-B5E1-034EEB64D63E}"/>
              </a:ext>
            </a:extLst>
          </p:cNvPr>
          <p:cNvSpPr>
            <a:spLocks noGrp="1"/>
          </p:cNvSpPr>
          <p:nvPr>
            <p:ph type="body" sz="quarter" idx="13"/>
          </p:nvPr>
        </p:nvSpPr>
        <p:spPr>
          <a:xfrm>
            <a:off x="12767760" y="6673851"/>
            <a:ext cx="4949825" cy="5521323"/>
          </a:xfrm>
        </p:spPr>
        <p:txBody>
          <a:bodyPr/>
          <a:lstStyle>
            <a:lvl1pPr>
              <a:spcBef>
                <a:spcPts val="0"/>
              </a:spcBef>
              <a:defRPr sz="3600">
                <a:solidFill>
                  <a:schemeClr val="tx1"/>
                </a:solidFill>
              </a:defRPr>
            </a:lvl1pPr>
            <a:lvl2pPr marL="327600" indent="-327600">
              <a:spcBef>
                <a:spcPts val="0"/>
              </a:spcBef>
              <a:defRPr sz="3600">
                <a:solidFill>
                  <a:schemeClr val="tx1"/>
                </a:solidFill>
              </a:defRPr>
            </a:lvl2pPr>
            <a:lvl3pPr marL="658800" indent="-327600">
              <a:spcBef>
                <a:spcPts val="0"/>
              </a:spcBef>
              <a:defRPr sz="3600">
                <a:solidFill>
                  <a:schemeClr val="tx1"/>
                </a:solidFill>
              </a:defRPr>
            </a:lvl3pPr>
            <a:lvl4pPr marL="986400" indent="-327600">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4" name="Text Placeholder 10">
            <a:extLst>
              <a:ext uri="{FF2B5EF4-FFF2-40B4-BE49-F238E27FC236}">
                <a16:creationId xmlns:a16="http://schemas.microsoft.com/office/drawing/2014/main" id="{0F2DD97F-E181-3C33-32D8-844B57967D83}"/>
              </a:ext>
            </a:extLst>
          </p:cNvPr>
          <p:cNvSpPr>
            <a:spLocks noGrp="1"/>
          </p:cNvSpPr>
          <p:nvPr>
            <p:ph type="body" sz="quarter" idx="14"/>
          </p:nvPr>
        </p:nvSpPr>
        <p:spPr>
          <a:xfrm>
            <a:off x="18859500" y="6673851"/>
            <a:ext cx="4949825" cy="5521324"/>
          </a:xfrm>
        </p:spPr>
        <p:txBody>
          <a:bodyPr/>
          <a:lstStyle>
            <a:lvl1pPr>
              <a:spcBef>
                <a:spcPts val="0"/>
              </a:spcBef>
              <a:defRPr sz="3600">
                <a:solidFill>
                  <a:schemeClr val="tx1"/>
                </a:solidFill>
              </a:defRPr>
            </a:lvl1pPr>
            <a:lvl2pPr marL="327600" indent="-327600">
              <a:spcBef>
                <a:spcPts val="0"/>
              </a:spcBef>
              <a:defRPr sz="3600">
                <a:solidFill>
                  <a:schemeClr val="tx1"/>
                </a:solidFill>
              </a:defRPr>
            </a:lvl2pPr>
            <a:lvl3pPr marL="658800" indent="-327600">
              <a:spcBef>
                <a:spcPts val="0"/>
              </a:spcBef>
              <a:defRPr sz="3600">
                <a:solidFill>
                  <a:schemeClr val="tx1"/>
                </a:solidFill>
              </a:defRPr>
            </a:lvl3pPr>
            <a:lvl4pPr marL="986400" indent="-327600">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3" name="Footer Placeholder 3">
            <a:extLst>
              <a:ext uri="{FF2B5EF4-FFF2-40B4-BE49-F238E27FC236}">
                <a16:creationId xmlns:a16="http://schemas.microsoft.com/office/drawing/2014/main" id="{EB933E98-EDAA-167B-D822-384AE57CFD41}"/>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9CE74F70-DD3B-B787-1122-8CC2F06AD01A}"/>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
        <p:nvSpPr>
          <p:cNvPr id="17" name="Text Placeholder 6">
            <a:extLst>
              <a:ext uri="{FF2B5EF4-FFF2-40B4-BE49-F238E27FC236}">
                <a16:creationId xmlns:a16="http://schemas.microsoft.com/office/drawing/2014/main" id="{73047254-F916-4821-F269-6EDEB3A3FAD7}"/>
              </a:ext>
            </a:extLst>
          </p:cNvPr>
          <p:cNvSpPr>
            <a:spLocks noGrp="1"/>
          </p:cNvSpPr>
          <p:nvPr>
            <p:ph type="body" sz="quarter" idx="21"/>
          </p:nvPr>
        </p:nvSpPr>
        <p:spPr>
          <a:xfrm>
            <a:off x="576000" y="576072"/>
            <a:ext cx="4942078" cy="3995928"/>
          </a:xfrm>
        </p:spPr>
        <p:txBody>
          <a:bodyPr/>
          <a:lstStyle>
            <a:lvl1pPr>
              <a:lnSpc>
                <a:spcPct val="100000"/>
              </a:lnSpc>
              <a:defRPr sz="4200">
                <a:solidFill>
                  <a:schemeClr val="tx2"/>
                </a:solidFill>
              </a:defRPr>
            </a:lvl1pPr>
          </a:lstStyle>
          <a:p>
            <a:pPr lvl="0"/>
            <a:r>
              <a:rPr lang="en-US" dirty="0"/>
              <a:t>Click to edit Master text styles</a:t>
            </a:r>
          </a:p>
        </p:txBody>
      </p:sp>
    </p:spTree>
    <p:extLst>
      <p:ext uri="{BB962C8B-B14F-4D97-AF65-F5344CB8AC3E}">
        <p14:creationId xmlns:p14="http://schemas.microsoft.com/office/powerpoint/2010/main" val="2954362297"/>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oxes, 4 horizontal,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4353C-7670-AC55-CDA3-888971A5482E}"/>
              </a:ext>
            </a:extLst>
          </p:cNvPr>
          <p:cNvSpPr>
            <a:spLocks noGrp="1"/>
          </p:cNvSpPr>
          <p:nvPr>
            <p:ph type="title"/>
          </p:nvPr>
        </p:nvSpPr>
        <p:spPr>
          <a:xfrm>
            <a:off x="576000" y="576000"/>
            <a:ext cx="11036994" cy="4210177"/>
          </a:xfrm>
        </p:spPr>
        <p:txBody>
          <a:bodyPr rIns="457200"/>
          <a:lstStyle>
            <a:lvl1pPr>
              <a:lnSpc>
                <a:spcPct val="100000"/>
              </a:lnSpc>
              <a:defRPr sz="6800">
                <a:solidFill>
                  <a:schemeClr val="tx2"/>
                </a:solidFill>
              </a:defRPr>
            </a:lvl1pPr>
          </a:lstStyle>
          <a:p>
            <a:r>
              <a:rPr lang="en-US" dirty="0"/>
              <a:t>Click to edit Master title style</a:t>
            </a:r>
          </a:p>
        </p:txBody>
      </p:sp>
      <p:sp>
        <p:nvSpPr>
          <p:cNvPr id="3" name="Footer Placeholder 3">
            <a:extLst>
              <a:ext uri="{FF2B5EF4-FFF2-40B4-BE49-F238E27FC236}">
                <a16:creationId xmlns:a16="http://schemas.microsoft.com/office/drawing/2014/main" id="{A61589D3-5821-F43C-9924-D7FBDD5E84A5}"/>
              </a:ext>
            </a:extLst>
          </p:cNvPr>
          <p:cNvSpPr>
            <a:spLocks noGrp="1"/>
          </p:cNvSpPr>
          <p:nvPr>
            <p:ph type="ftr" sz="quarter" idx="18"/>
          </p:nvPr>
        </p:nvSpPr>
        <p:spPr>
          <a:xfrm>
            <a:off x="581024" y="12823285"/>
            <a:ext cx="4956176" cy="381000"/>
          </a:xfrm>
        </p:spPr>
        <p:txBody>
          <a:bodyPr/>
          <a:lstStyle/>
          <a:p>
            <a:endParaRPr lang="en-US" dirty="0"/>
          </a:p>
        </p:txBody>
      </p:sp>
      <p:sp>
        <p:nvSpPr>
          <p:cNvPr id="6" name="Slide Number">
            <a:extLst>
              <a:ext uri="{FF2B5EF4-FFF2-40B4-BE49-F238E27FC236}">
                <a16:creationId xmlns:a16="http://schemas.microsoft.com/office/drawing/2014/main" id="{9EA471B4-B30A-F4D7-84E4-C54A4D1ACDB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
        <p:nvSpPr>
          <p:cNvPr id="4" name="Text Placeholder 10">
            <a:extLst>
              <a:ext uri="{FF2B5EF4-FFF2-40B4-BE49-F238E27FC236}">
                <a16:creationId xmlns:a16="http://schemas.microsoft.com/office/drawing/2014/main" id="{C5CEBFE7-AD2E-DFE8-B046-3B866828612E}"/>
              </a:ext>
            </a:extLst>
          </p:cNvPr>
          <p:cNvSpPr>
            <a:spLocks noGrp="1"/>
          </p:cNvSpPr>
          <p:nvPr>
            <p:ph type="body" sz="quarter" idx="11"/>
          </p:nvPr>
        </p:nvSpPr>
        <p:spPr>
          <a:xfrm>
            <a:off x="576072" y="6675882"/>
            <a:ext cx="4949825" cy="5519293"/>
          </a:xfrm>
        </p:spPr>
        <p:txBody>
          <a:bodyPr/>
          <a:lstStyle>
            <a:lvl1pPr>
              <a:spcBef>
                <a:spcPts val="0"/>
              </a:spcBef>
              <a:defRPr sz="3600">
                <a:solidFill>
                  <a:schemeClr val="tx1"/>
                </a:solidFill>
              </a:defRPr>
            </a:lvl1pPr>
            <a:lvl2pPr marL="327600" indent="-327600">
              <a:spcBef>
                <a:spcPts val="0"/>
              </a:spcBef>
              <a:defRPr sz="3600">
                <a:solidFill>
                  <a:schemeClr val="tx1"/>
                </a:solidFill>
              </a:defRPr>
            </a:lvl2pPr>
            <a:lvl3pPr marL="658800" indent="-327600">
              <a:spcBef>
                <a:spcPts val="0"/>
              </a:spcBef>
              <a:defRPr sz="3600">
                <a:solidFill>
                  <a:schemeClr val="tx1"/>
                </a:solidFill>
              </a:defRPr>
            </a:lvl3pPr>
            <a:lvl4pPr marL="986400" indent="-327600">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10">
            <a:extLst>
              <a:ext uri="{FF2B5EF4-FFF2-40B4-BE49-F238E27FC236}">
                <a16:creationId xmlns:a16="http://schemas.microsoft.com/office/drawing/2014/main" id="{42695C8E-740F-09FE-EEF5-F2D3F3F88137}"/>
              </a:ext>
            </a:extLst>
          </p:cNvPr>
          <p:cNvSpPr>
            <a:spLocks noGrp="1"/>
          </p:cNvSpPr>
          <p:nvPr>
            <p:ph type="body" sz="quarter" idx="12"/>
          </p:nvPr>
        </p:nvSpPr>
        <p:spPr>
          <a:xfrm>
            <a:off x="6663241" y="6673851"/>
            <a:ext cx="4949825" cy="5521323"/>
          </a:xfrm>
        </p:spPr>
        <p:txBody>
          <a:bodyPr/>
          <a:lstStyle>
            <a:lvl1pPr>
              <a:spcBef>
                <a:spcPts val="0"/>
              </a:spcBef>
              <a:defRPr sz="3600">
                <a:solidFill>
                  <a:schemeClr val="tx1"/>
                </a:solidFill>
              </a:defRPr>
            </a:lvl1pPr>
            <a:lvl2pPr marL="327600" indent="-327600">
              <a:spcBef>
                <a:spcPts val="0"/>
              </a:spcBef>
              <a:defRPr sz="3600">
                <a:solidFill>
                  <a:schemeClr val="tx1"/>
                </a:solidFill>
              </a:defRPr>
            </a:lvl2pPr>
            <a:lvl3pPr marL="658800" indent="-327600">
              <a:spcBef>
                <a:spcPts val="0"/>
              </a:spcBef>
              <a:defRPr sz="3600">
                <a:solidFill>
                  <a:schemeClr val="tx1"/>
                </a:solidFill>
              </a:defRPr>
            </a:lvl3pPr>
            <a:lvl4pPr marL="986400" indent="-327600">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Text Placeholder 10">
            <a:extLst>
              <a:ext uri="{FF2B5EF4-FFF2-40B4-BE49-F238E27FC236}">
                <a16:creationId xmlns:a16="http://schemas.microsoft.com/office/drawing/2014/main" id="{59937119-9484-C422-CDBB-7ACF8FB463EA}"/>
              </a:ext>
            </a:extLst>
          </p:cNvPr>
          <p:cNvSpPr>
            <a:spLocks noGrp="1"/>
          </p:cNvSpPr>
          <p:nvPr>
            <p:ph type="body" sz="quarter" idx="13"/>
          </p:nvPr>
        </p:nvSpPr>
        <p:spPr>
          <a:xfrm>
            <a:off x="12767760" y="6673851"/>
            <a:ext cx="4949825" cy="5521323"/>
          </a:xfrm>
        </p:spPr>
        <p:txBody>
          <a:bodyPr/>
          <a:lstStyle>
            <a:lvl1pPr>
              <a:spcBef>
                <a:spcPts val="0"/>
              </a:spcBef>
              <a:defRPr sz="3600">
                <a:solidFill>
                  <a:schemeClr val="tx1"/>
                </a:solidFill>
              </a:defRPr>
            </a:lvl1pPr>
            <a:lvl2pPr marL="327600" indent="-327600">
              <a:spcBef>
                <a:spcPts val="0"/>
              </a:spcBef>
              <a:defRPr sz="3600">
                <a:solidFill>
                  <a:schemeClr val="tx1"/>
                </a:solidFill>
              </a:defRPr>
            </a:lvl2pPr>
            <a:lvl3pPr marL="658800" indent="-327600">
              <a:spcBef>
                <a:spcPts val="0"/>
              </a:spcBef>
              <a:defRPr sz="3600">
                <a:solidFill>
                  <a:schemeClr val="tx1"/>
                </a:solidFill>
              </a:defRPr>
            </a:lvl3pPr>
            <a:lvl4pPr marL="986400" indent="-327600">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Text Placeholder 10">
            <a:extLst>
              <a:ext uri="{FF2B5EF4-FFF2-40B4-BE49-F238E27FC236}">
                <a16:creationId xmlns:a16="http://schemas.microsoft.com/office/drawing/2014/main" id="{031FDB97-22F2-B958-137D-E25328D2B01D}"/>
              </a:ext>
            </a:extLst>
          </p:cNvPr>
          <p:cNvSpPr>
            <a:spLocks noGrp="1"/>
          </p:cNvSpPr>
          <p:nvPr>
            <p:ph type="body" sz="quarter" idx="14"/>
          </p:nvPr>
        </p:nvSpPr>
        <p:spPr>
          <a:xfrm>
            <a:off x="18859500" y="6673851"/>
            <a:ext cx="4949825" cy="5521324"/>
          </a:xfrm>
        </p:spPr>
        <p:txBody>
          <a:bodyPr/>
          <a:lstStyle>
            <a:lvl1pPr>
              <a:spcBef>
                <a:spcPts val="0"/>
              </a:spcBef>
              <a:defRPr sz="3600">
                <a:solidFill>
                  <a:schemeClr val="tx1"/>
                </a:solidFill>
              </a:defRPr>
            </a:lvl1pPr>
            <a:lvl2pPr marL="327600" indent="-327600">
              <a:spcBef>
                <a:spcPts val="0"/>
              </a:spcBef>
              <a:defRPr sz="3600">
                <a:solidFill>
                  <a:schemeClr val="tx1"/>
                </a:solidFill>
              </a:defRPr>
            </a:lvl2pPr>
            <a:lvl3pPr marL="658800" indent="-327600">
              <a:spcBef>
                <a:spcPts val="0"/>
              </a:spcBef>
              <a:defRPr sz="3600">
                <a:solidFill>
                  <a:schemeClr val="tx1"/>
                </a:solidFill>
              </a:defRPr>
            </a:lvl3pPr>
            <a:lvl4pPr marL="986400" indent="-327600">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457828484"/>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oxes, 6 stack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D740D-848C-40A7-AB96-E7B74E0A800D}"/>
              </a:ext>
            </a:extLst>
          </p:cNvPr>
          <p:cNvSpPr>
            <a:spLocks noGrp="1"/>
          </p:cNvSpPr>
          <p:nvPr>
            <p:ph type="title"/>
          </p:nvPr>
        </p:nvSpPr>
        <p:spPr>
          <a:xfrm>
            <a:off x="576000" y="576072"/>
            <a:ext cx="4949825" cy="3995928"/>
          </a:xfrm>
        </p:spPr>
        <p:txBody>
          <a:bodyPr/>
          <a:lstStyle>
            <a:lvl1pPr>
              <a:lnSpc>
                <a:spcPct val="100000"/>
              </a:lnSpc>
              <a:defRPr sz="6800">
                <a:solidFill>
                  <a:schemeClr val="tx2"/>
                </a:solidFill>
              </a:defRPr>
            </a:lvl1pPr>
          </a:lstStyle>
          <a:p>
            <a:r>
              <a:rPr lang="en-US" dirty="0"/>
              <a:t>Click to edit Master title style</a:t>
            </a:r>
          </a:p>
        </p:txBody>
      </p:sp>
      <p:sp>
        <p:nvSpPr>
          <p:cNvPr id="14" name="Text Placeholder 9">
            <a:extLst>
              <a:ext uri="{FF2B5EF4-FFF2-40B4-BE49-F238E27FC236}">
                <a16:creationId xmlns:a16="http://schemas.microsoft.com/office/drawing/2014/main" id="{B1D44C30-196F-B4B1-540A-E556579735DB}"/>
              </a:ext>
            </a:extLst>
          </p:cNvPr>
          <p:cNvSpPr>
            <a:spLocks noGrp="1"/>
          </p:cNvSpPr>
          <p:nvPr>
            <p:ph type="body" sz="quarter" idx="20"/>
          </p:nvPr>
        </p:nvSpPr>
        <p:spPr>
          <a:xfrm>
            <a:off x="6666415" y="576071"/>
            <a:ext cx="4956048" cy="4956048"/>
          </a:xfrm>
        </p:spPr>
        <p:txBody>
          <a:bodyPr/>
          <a:lstStyle>
            <a:lvl1pPr>
              <a:lnSpc>
                <a:spcPct val="110000"/>
              </a:lnSpc>
              <a:spcBef>
                <a:spcPts val="0"/>
              </a:spcBef>
              <a:defRPr sz="3600" b="0" i="0">
                <a:solidFill>
                  <a:schemeClr val="tx1"/>
                </a:solidFill>
                <a:latin typeface="IBM Plex Sans Light"/>
              </a:defRPr>
            </a:lvl1pPr>
            <a:lvl2pPr marL="327600" indent="-327600">
              <a:lnSpc>
                <a:spcPct val="100000"/>
              </a:lnSpc>
              <a:spcBef>
                <a:spcPts val="0"/>
              </a:spcBef>
              <a:defRPr sz="3600" b="0" i="0">
                <a:solidFill>
                  <a:schemeClr val="tx1"/>
                </a:solidFill>
                <a:latin typeface="IBM Plex Sans Light"/>
              </a:defRPr>
            </a:lvl2pPr>
            <a:lvl3pPr marL="658800" indent="-327600">
              <a:lnSpc>
                <a:spcPct val="100000"/>
              </a:lnSpc>
              <a:spcBef>
                <a:spcPts val="0"/>
              </a:spcBef>
              <a:defRPr sz="3600" b="0" i="0">
                <a:solidFill>
                  <a:schemeClr val="tx1"/>
                </a:solidFill>
                <a:latin typeface="IBM Plex Sans Light"/>
              </a:defRPr>
            </a:lvl3pPr>
            <a:lvl4pPr marL="986400" indent="-327600">
              <a:lnSpc>
                <a:spcPct val="100000"/>
              </a:lnSpc>
              <a:spcBef>
                <a:spcPts val="0"/>
              </a:spcBef>
              <a:defRPr sz="3600" b="0" i="0">
                <a:solidFill>
                  <a:schemeClr val="tx1"/>
                </a:solidFill>
                <a:latin typeface="IBM Plex Sans Light"/>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0" name="Text Placeholder 9">
            <a:extLst>
              <a:ext uri="{FF2B5EF4-FFF2-40B4-BE49-F238E27FC236}">
                <a16:creationId xmlns:a16="http://schemas.microsoft.com/office/drawing/2014/main" id="{793A9C8C-F98C-5899-BE8B-D1A544D66C6A}"/>
              </a:ext>
            </a:extLst>
          </p:cNvPr>
          <p:cNvSpPr>
            <a:spLocks noGrp="1"/>
          </p:cNvSpPr>
          <p:nvPr>
            <p:ph type="body" sz="quarter" idx="16"/>
          </p:nvPr>
        </p:nvSpPr>
        <p:spPr>
          <a:xfrm>
            <a:off x="12763500" y="576071"/>
            <a:ext cx="4956048" cy="4956048"/>
          </a:xfrm>
        </p:spPr>
        <p:txBody>
          <a:bodyPr/>
          <a:lstStyle>
            <a:lvl1pPr>
              <a:lnSpc>
                <a:spcPct val="110000"/>
              </a:lnSpc>
              <a:spcBef>
                <a:spcPts val="0"/>
              </a:spcBef>
              <a:defRPr sz="3600" b="0" i="0">
                <a:solidFill>
                  <a:schemeClr val="tx1"/>
                </a:solidFill>
                <a:latin typeface="IBM Plex Sans Light"/>
              </a:defRPr>
            </a:lvl1pPr>
            <a:lvl2pPr marL="256032" indent="-256032">
              <a:lnSpc>
                <a:spcPct val="110000"/>
              </a:lnSpc>
              <a:spcBef>
                <a:spcPts val="0"/>
              </a:spcBef>
              <a:defRPr sz="3600" b="0" i="0">
                <a:solidFill>
                  <a:schemeClr val="tx1"/>
                </a:solidFill>
                <a:latin typeface="IBM Plex Sans Light"/>
              </a:defRPr>
            </a:lvl2pPr>
            <a:lvl3pPr marL="512064" indent="-256032">
              <a:lnSpc>
                <a:spcPct val="110000"/>
              </a:lnSpc>
              <a:spcBef>
                <a:spcPts val="0"/>
              </a:spcBef>
              <a:defRPr sz="3600" b="0" i="0">
                <a:solidFill>
                  <a:schemeClr val="tx1"/>
                </a:solidFill>
                <a:latin typeface="IBM Plex Sans Light"/>
              </a:defRPr>
            </a:lvl3pPr>
            <a:lvl4pPr marL="768096" indent="-256032">
              <a:lnSpc>
                <a:spcPct val="110000"/>
              </a:lnSpc>
              <a:spcBef>
                <a:spcPts val="0"/>
              </a:spcBef>
              <a:defRPr sz="3600" b="0" i="0">
                <a:solidFill>
                  <a:schemeClr val="tx1"/>
                </a:solidFill>
                <a:latin typeface="IBM Plex Sans Light"/>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13" name="Text Placeholder 12">
            <a:extLst>
              <a:ext uri="{FF2B5EF4-FFF2-40B4-BE49-F238E27FC236}">
                <a16:creationId xmlns:a16="http://schemas.microsoft.com/office/drawing/2014/main" id="{2A62B128-D226-0D9B-89EC-51AFD07F30CF}"/>
              </a:ext>
            </a:extLst>
          </p:cNvPr>
          <p:cNvSpPr>
            <a:spLocks noGrp="1"/>
          </p:cNvSpPr>
          <p:nvPr>
            <p:ph type="body" sz="quarter" idx="17"/>
          </p:nvPr>
        </p:nvSpPr>
        <p:spPr>
          <a:xfrm>
            <a:off x="18859499" y="576071"/>
            <a:ext cx="4946904" cy="4956048"/>
          </a:xfrm>
        </p:spPr>
        <p:txBody>
          <a:bodyPr/>
          <a:lstStyle>
            <a:lvl1pPr>
              <a:lnSpc>
                <a:spcPct val="110000"/>
              </a:lnSpc>
              <a:spcBef>
                <a:spcPts val="0"/>
              </a:spcBef>
              <a:defRPr sz="3600" b="0" i="0">
                <a:solidFill>
                  <a:schemeClr val="tx1"/>
                </a:solidFill>
                <a:latin typeface="IBM Plex Sans Light"/>
              </a:defRPr>
            </a:lvl1pPr>
            <a:lvl2pPr marL="256032" indent="-256032">
              <a:lnSpc>
                <a:spcPct val="110000"/>
              </a:lnSpc>
              <a:spcBef>
                <a:spcPts val="0"/>
              </a:spcBef>
              <a:defRPr sz="3600" b="0" i="0">
                <a:solidFill>
                  <a:schemeClr val="tx1"/>
                </a:solidFill>
                <a:latin typeface="IBM Plex Sans Light"/>
              </a:defRPr>
            </a:lvl2pPr>
            <a:lvl3pPr marL="512064" indent="-256032">
              <a:lnSpc>
                <a:spcPct val="110000"/>
              </a:lnSpc>
              <a:spcBef>
                <a:spcPts val="0"/>
              </a:spcBef>
              <a:defRPr sz="3600" b="0" i="0">
                <a:solidFill>
                  <a:schemeClr val="tx1"/>
                </a:solidFill>
                <a:latin typeface="IBM Plex Sans Light"/>
              </a:defRPr>
            </a:lvl3pPr>
            <a:lvl4pPr marL="768096" indent="-256032">
              <a:lnSpc>
                <a:spcPct val="110000"/>
              </a:lnSpc>
              <a:spcBef>
                <a:spcPts val="0"/>
              </a:spcBef>
              <a:defRPr sz="3600" b="0" i="0">
                <a:solidFill>
                  <a:schemeClr val="tx1"/>
                </a:solidFill>
                <a:latin typeface="IBM Plex Sans Light"/>
              </a:defRPr>
            </a:lvl4pPr>
            <a:lvl5pPr>
              <a:lnSpc>
                <a:spcPct val="110000"/>
              </a:lnSpc>
              <a:spcBef>
                <a:spcPts val="0"/>
              </a:spcBef>
              <a:defRPr sz="2800" b="0" i="0">
                <a:solidFill>
                  <a:schemeClr val="tx1"/>
                </a:solidFill>
                <a:latin typeface="IBM Plex Sans Light" panose="020B0403050203000203" pitchFamily="34" charset="0"/>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3" name="Footer Placeholder 3">
            <a:extLst>
              <a:ext uri="{FF2B5EF4-FFF2-40B4-BE49-F238E27FC236}">
                <a16:creationId xmlns:a16="http://schemas.microsoft.com/office/drawing/2014/main" id="{06DFE032-E717-840D-774E-AC6218CA01A8}"/>
              </a:ext>
            </a:extLst>
          </p:cNvPr>
          <p:cNvSpPr>
            <a:spLocks noGrp="1"/>
          </p:cNvSpPr>
          <p:nvPr>
            <p:ph type="ftr" sz="quarter" idx="22"/>
          </p:nvPr>
        </p:nvSpPr>
        <p:spPr>
          <a:xfrm>
            <a:off x="581024" y="12823285"/>
            <a:ext cx="4956176" cy="381000"/>
          </a:xfrm>
        </p:spPr>
        <p:txBody>
          <a:bodyPr/>
          <a:lstStyle/>
          <a:p>
            <a:endParaRPr lang="en-US" dirty="0"/>
          </a:p>
        </p:txBody>
      </p:sp>
      <p:sp>
        <p:nvSpPr>
          <p:cNvPr id="7" name="Slide Number">
            <a:extLst>
              <a:ext uri="{FF2B5EF4-FFF2-40B4-BE49-F238E27FC236}">
                <a16:creationId xmlns:a16="http://schemas.microsoft.com/office/drawing/2014/main" id="{219EFD5E-874A-DCAB-55D5-D376C79F2C67}"/>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
        <p:nvSpPr>
          <p:cNvPr id="6" name="Text Placeholder 10">
            <a:extLst>
              <a:ext uri="{FF2B5EF4-FFF2-40B4-BE49-F238E27FC236}">
                <a16:creationId xmlns:a16="http://schemas.microsoft.com/office/drawing/2014/main" id="{0813F20A-BEE4-B8A6-B7C6-A452A39FAD7F}"/>
              </a:ext>
            </a:extLst>
          </p:cNvPr>
          <p:cNvSpPr>
            <a:spLocks noGrp="1"/>
          </p:cNvSpPr>
          <p:nvPr>
            <p:ph type="body" sz="quarter" idx="12"/>
          </p:nvPr>
        </p:nvSpPr>
        <p:spPr>
          <a:xfrm>
            <a:off x="6666415" y="6673850"/>
            <a:ext cx="4956048" cy="4956048"/>
          </a:xfrm>
        </p:spPr>
        <p:txBody>
          <a:bodyPr/>
          <a:lstStyle>
            <a:lvl1pPr>
              <a:spcBef>
                <a:spcPts val="0"/>
              </a:spcBef>
              <a:defRPr sz="3600">
                <a:solidFill>
                  <a:schemeClr val="tx1"/>
                </a:solidFill>
                <a:latin typeface="IBM Plex Sans Light"/>
              </a:defRPr>
            </a:lvl1pPr>
            <a:lvl2pPr marL="256032" indent="-256032">
              <a:spcBef>
                <a:spcPts val="0"/>
              </a:spcBef>
              <a:defRPr sz="3600">
                <a:solidFill>
                  <a:schemeClr val="tx1"/>
                </a:solidFill>
                <a:latin typeface="IBM Plex Sans Light"/>
              </a:defRPr>
            </a:lvl2pPr>
            <a:lvl3pPr marL="512064" indent="-256032">
              <a:spcBef>
                <a:spcPts val="0"/>
              </a:spcBef>
              <a:defRPr sz="3600">
                <a:solidFill>
                  <a:schemeClr val="tx1"/>
                </a:solidFill>
                <a:latin typeface="IBM Plex Sans Light"/>
              </a:defRPr>
            </a:lvl3pPr>
            <a:lvl4pPr marL="768096" indent="-256032">
              <a:spcBef>
                <a:spcPts val="0"/>
              </a:spcBef>
              <a:defRPr sz="3600">
                <a:solidFill>
                  <a:schemeClr val="tx1"/>
                </a:solidFill>
                <a:latin typeface="IBM Plex Sans Light"/>
              </a:defRPr>
            </a:lvl4pPr>
            <a:lvl5pPr>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8" name="Text Placeholder 10">
            <a:extLst>
              <a:ext uri="{FF2B5EF4-FFF2-40B4-BE49-F238E27FC236}">
                <a16:creationId xmlns:a16="http://schemas.microsoft.com/office/drawing/2014/main" id="{150973AC-ED14-F5BF-FFA2-3AA73BE9F47C}"/>
              </a:ext>
            </a:extLst>
          </p:cNvPr>
          <p:cNvSpPr>
            <a:spLocks noGrp="1"/>
          </p:cNvSpPr>
          <p:nvPr>
            <p:ph type="body" sz="quarter" idx="13"/>
          </p:nvPr>
        </p:nvSpPr>
        <p:spPr>
          <a:xfrm>
            <a:off x="12763500" y="6673850"/>
            <a:ext cx="4956048" cy="4956048"/>
          </a:xfrm>
        </p:spPr>
        <p:txBody>
          <a:bodyPr/>
          <a:lstStyle>
            <a:lvl1pPr>
              <a:spcBef>
                <a:spcPts val="0"/>
              </a:spcBef>
              <a:defRPr sz="3600">
                <a:solidFill>
                  <a:schemeClr val="tx1"/>
                </a:solidFill>
                <a:latin typeface="IBM Plex Sans Light"/>
              </a:defRPr>
            </a:lvl1pPr>
            <a:lvl2pPr marL="256032" indent="-256032">
              <a:spcBef>
                <a:spcPts val="0"/>
              </a:spcBef>
              <a:defRPr sz="3600">
                <a:solidFill>
                  <a:schemeClr val="tx1"/>
                </a:solidFill>
                <a:latin typeface="IBM Plex Sans Light"/>
              </a:defRPr>
            </a:lvl2pPr>
            <a:lvl3pPr marL="512064" indent="-256032">
              <a:spcBef>
                <a:spcPts val="0"/>
              </a:spcBef>
              <a:defRPr sz="3600">
                <a:solidFill>
                  <a:schemeClr val="tx1"/>
                </a:solidFill>
                <a:latin typeface="IBM Plex Sans Light"/>
              </a:defRPr>
            </a:lvl3pPr>
            <a:lvl4pPr marL="768096" indent="-256032">
              <a:spcBef>
                <a:spcPts val="0"/>
              </a:spcBef>
              <a:defRPr sz="3600">
                <a:solidFill>
                  <a:schemeClr val="tx1"/>
                </a:solidFill>
                <a:latin typeface="IBM Plex Sans Light"/>
              </a:defRPr>
            </a:lvl4pPr>
            <a:lvl5pPr>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9" name="Text Placeholder 10">
            <a:extLst>
              <a:ext uri="{FF2B5EF4-FFF2-40B4-BE49-F238E27FC236}">
                <a16:creationId xmlns:a16="http://schemas.microsoft.com/office/drawing/2014/main" id="{BE127C12-10BF-D35C-4112-2B9F89481529}"/>
              </a:ext>
            </a:extLst>
          </p:cNvPr>
          <p:cNvSpPr>
            <a:spLocks noGrp="1"/>
          </p:cNvSpPr>
          <p:nvPr>
            <p:ph type="body" sz="quarter" idx="14"/>
          </p:nvPr>
        </p:nvSpPr>
        <p:spPr>
          <a:xfrm>
            <a:off x="18859499" y="6673850"/>
            <a:ext cx="4946904" cy="4956048"/>
          </a:xfrm>
        </p:spPr>
        <p:txBody>
          <a:bodyPr/>
          <a:lstStyle>
            <a:lvl1pPr>
              <a:spcBef>
                <a:spcPts val="0"/>
              </a:spcBef>
              <a:defRPr sz="3600">
                <a:solidFill>
                  <a:schemeClr val="tx1"/>
                </a:solidFill>
                <a:latin typeface="IBM Plex Sans Light"/>
              </a:defRPr>
            </a:lvl1pPr>
            <a:lvl2pPr marL="256032" indent="-256032">
              <a:spcBef>
                <a:spcPts val="0"/>
              </a:spcBef>
              <a:defRPr sz="3600">
                <a:solidFill>
                  <a:schemeClr val="tx1"/>
                </a:solidFill>
                <a:latin typeface="IBM Plex Sans Light"/>
              </a:defRPr>
            </a:lvl2pPr>
            <a:lvl3pPr marL="512064" indent="-256032">
              <a:spcBef>
                <a:spcPts val="0"/>
              </a:spcBef>
              <a:defRPr sz="3600">
                <a:solidFill>
                  <a:schemeClr val="tx1"/>
                </a:solidFill>
                <a:latin typeface="IBM Plex Sans Light"/>
              </a:defRPr>
            </a:lvl3pPr>
            <a:lvl4pPr marL="768096" indent="-256032">
              <a:spcBef>
                <a:spcPts val="0"/>
              </a:spcBef>
              <a:defRPr sz="3600">
                <a:solidFill>
                  <a:schemeClr val="tx1"/>
                </a:solidFill>
                <a:latin typeface="IBM Plex Sans Light"/>
              </a:defRPr>
            </a:lvl4pPr>
            <a:lvl5pPr>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Tree>
    <p:extLst>
      <p:ext uri="{BB962C8B-B14F-4D97-AF65-F5344CB8AC3E}">
        <p14:creationId xmlns:p14="http://schemas.microsoft.com/office/powerpoint/2010/main" val="3156056091"/>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oxes, 6 stacked, icon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5819-78ED-4475-16CD-65C8A2C5EC85}"/>
              </a:ext>
            </a:extLst>
          </p:cNvPr>
          <p:cNvSpPr>
            <a:spLocks noGrp="1"/>
          </p:cNvSpPr>
          <p:nvPr>
            <p:ph type="title"/>
          </p:nvPr>
        </p:nvSpPr>
        <p:spPr>
          <a:xfrm>
            <a:off x="576000" y="576072"/>
            <a:ext cx="4949825" cy="3995928"/>
          </a:xfrm>
        </p:spPr>
        <p:txBody>
          <a:bodyPr/>
          <a:lstStyle>
            <a:lvl1pPr>
              <a:lnSpc>
                <a:spcPct val="100000"/>
              </a:lnSpc>
              <a:defRPr sz="6800">
                <a:solidFill>
                  <a:schemeClr val="tx2"/>
                </a:solidFill>
              </a:defRPr>
            </a:lvl1pPr>
          </a:lstStyle>
          <a:p>
            <a:r>
              <a:rPr lang="en-US" dirty="0"/>
              <a:t>Click to edit Master title style</a:t>
            </a:r>
          </a:p>
        </p:txBody>
      </p:sp>
      <p:sp>
        <p:nvSpPr>
          <p:cNvPr id="16" name="Picture Placeholder 15" descr="Place icon here">
            <a:extLst>
              <a:ext uri="{FF2B5EF4-FFF2-40B4-BE49-F238E27FC236}">
                <a16:creationId xmlns:a16="http://schemas.microsoft.com/office/drawing/2014/main" id="{DD1F0C48-79E5-E356-43FC-0FCF2DE89A20}"/>
              </a:ext>
            </a:extLst>
          </p:cNvPr>
          <p:cNvSpPr>
            <a:spLocks noGrp="1"/>
          </p:cNvSpPr>
          <p:nvPr>
            <p:ph type="pic" sz="quarter" idx="17" hasCustomPrompt="1"/>
          </p:nvPr>
        </p:nvSpPr>
        <p:spPr>
          <a:xfrm>
            <a:off x="6667500" y="576072"/>
            <a:ext cx="402336" cy="403225"/>
          </a:xfrm>
        </p:spPr>
        <p:txBody>
          <a:bodyPr/>
          <a:lstStyle>
            <a:lvl1pPr>
              <a:defRPr sz="1400">
                <a:solidFill>
                  <a:schemeClr val="tx1"/>
                </a:solidFill>
              </a:defRPr>
            </a:lvl1pPr>
          </a:lstStyle>
          <a:p>
            <a:r>
              <a:rPr lang="en-US" dirty="0"/>
              <a:t>Icon</a:t>
            </a:r>
          </a:p>
        </p:txBody>
      </p:sp>
      <p:sp>
        <p:nvSpPr>
          <p:cNvPr id="5" name="Text Placeholder 4">
            <a:extLst>
              <a:ext uri="{FF2B5EF4-FFF2-40B4-BE49-F238E27FC236}">
                <a16:creationId xmlns:a16="http://schemas.microsoft.com/office/drawing/2014/main" id="{B3148C06-F3C6-0E95-A225-29F730DD158B}"/>
              </a:ext>
            </a:extLst>
          </p:cNvPr>
          <p:cNvSpPr>
            <a:spLocks noGrp="1"/>
          </p:cNvSpPr>
          <p:nvPr>
            <p:ph type="body" sz="quarter" idx="11"/>
          </p:nvPr>
        </p:nvSpPr>
        <p:spPr>
          <a:xfrm>
            <a:off x="6667499" y="1524000"/>
            <a:ext cx="4956048" cy="3999102"/>
          </a:xfrm>
        </p:spPr>
        <p:txBody>
          <a:bodyPr/>
          <a:lstStyle>
            <a:lvl1pPr>
              <a:lnSpc>
                <a:spcPct val="110000"/>
              </a:lnSpc>
              <a:spcBef>
                <a:spcPts val="0"/>
              </a:spcBef>
              <a:defRPr sz="3600">
                <a:solidFill>
                  <a:schemeClr val="tx1"/>
                </a:solidFill>
              </a:defRPr>
            </a:lvl1pPr>
            <a:lvl2pPr marL="219456" indent="-219456">
              <a:lnSpc>
                <a:spcPct val="110000"/>
              </a:lnSpc>
              <a:spcBef>
                <a:spcPts val="0"/>
              </a:spcBef>
              <a:defRPr sz="3600">
                <a:solidFill>
                  <a:schemeClr val="tx1"/>
                </a:solidFill>
              </a:defRPr>
            </a:lvl2pPr>
            <a:lvl3pPr marL="438912" indent="-219456">
              <a:lnSpc>
                <a:spcPct val="110000"/>
              </a:lnSpc>
              <a:spcBef>
                <a:spcPts val="0"/>
              </a:spcBef>
              <a:defRPr sz="3600">
                <a:solidFill>
                  <a:schemeClr val="tx1"/>
                </a:solidFill>
              </a:defRPr>
            </a:lvl3pPr>
            <a:lvl4pPr marL="658368" indent="-219456">
              <a:lnSpc>
                <a:spcPct val="110000"/>
              </a:lnSpc>
              <a:spcBef>
                <a:spcPts val="0"/>
              </a:spcBef>
              <a:defRPr sz="3600">
                <a:solidFill>
                  <a:schemeClr val="tx1"/>
                </a:solidFill>
              </a:defRPr>
            </a:lvl4pPr>
            <a:lvl5pPr>
              <a:lnSpc>
                <a:spcPct val="110000"/>
              </a:lnSpc>
              <a:spcBef>
                <a:spcPts val="0"/>
              </a:spcBef>
              <a:defRPr sz="24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17" name="Picture Placeholder 15" descr="Place icon here">
            <a:extLst>
              <a:ext uri="{FF2B5EF4-FFF2-40B4-BE49-F238E27FC236}">
                <a16:creationId xmlns:a16="http://schemas.microsoft.com/office/drawing/2014/main" id="{18E9E323-0756-7849-8F52-19C58A517BD5}"/>
              </a:ext>
            </a:extLst>
          </p:cNvPr>
          <p:cNvSpPr>
            <a:spLocks noGrp="1"/>
          </p:cNvSpPr>
          <p:nvPr>
            <p:ph type="pic" sz="quarter" idx="18" hasCustomPrompt="1"/>
          </p:nvPr>
        </p:nvSpPr>
        <p:spPr>
          <a:xfrm>
            <a:off x="12780000" y="576072"/>
            <a:ext cx="402336" cy="403225"/>
          </a:xfrm>
        </p:spPr>
        <p:txBody>
          <a:bodyPr/>
          <a:lstStyle>
            <a:lvl1pPr>
              <a:defRPr sz="1400">
                <a:solidFill>
                  <a:schemeClr val="tx1"/>
                </a:solidFill>
              </a:defRPr>
            </a:lvl1pPr>
          </a:lstStyle>
          <a:p>
            <a:r>
              <a:rPr lang="en-US" dirty="0"/>
              <a:t>Icon</a:t>
            </a:r>
          </a:p>
        </p:txBody>
      </p:sp>
      <p:sp>
        <p:nvSpPr>
          <p:cNvPr id="6" name="Text Placeholder 4">
            <a:extLst>
              <a:ext uri="{FF2B5EF4-FFF2-40B4-BE49-F238E27FC236}">
                <a16:creationId xmlns:a16="http://schemas.microsoft.com/office/drawing/2014/main" id="{81FD5E03-A007-B728-4616-E05622A43A3D}"/>
              </a:ext>
            </a:extLst>
          </p:cNvPr>
          <p:cNvSpPr>
            <a:spLocks noGrp="1"/>
          </p:cNvSpPr>
          <p:nvPr>
            <p:ph type="body" sz="quarter" idx="12"/>
          </p:nvPr>
        </p:nvSpPr>
        <p:spPr>
          <a:xfrm>
            <a:off x="12780000" y="1524000"/>
            <a:ext cx="4953000" cy="3999102"/>
          </a:xfrm>
        </p:spPr>
        <p:txBody>
          <a:bodyPr/>
          <a:lstStyle>
            <a:lvl1pPr>
              <a:lnSpc>
                <a:spcPct val="110000"/>
              </a:lnSpc>
              <a:spcBef>
                <a:spcPts val="0"/>
              </a:spcBef>
              <a:defRPr sz="3600">
                <a:solidFill>
                  <a:schemeClr val="tx1"/>
                </a:solidFill>
              </a:defRPr>
            </a:lvl1pPr>
            <a:lvl2pPr marL="219456" indent="-219456">
              <a:lnSpc>
                <a:spcPct val="110000"/>
              </a:lnSpc>
              <a:spcBef>
                <a:spcPts val="0"/>
              </a:spcBef>
              <a:defRPr sz="3600">
                <a:solidFill>
                  <a:schemeClr val="tx1"/>
                </a:solidFill>
              </a:defRPr>
            </a:lvl2pPr>
            <a:lvl3pPr marL="438912" indent="-219456">
              <a:lnSpc>
                <a:spcPct val="110000"/>
              </a:lnSpc>
              <a:spcBef>
                <a:spcPts val="0"/>
              </a:spcBef>
              <a:defRPr sz="3600">
                <a:solidFill>
                  <a:schemeClr val="tx1"/>
                </a:solidFill>
              </a:defRPr>
            </a:lvl3pPr>
            <a:lvl4pPr marL="658368" indent="-219456">
              <a:lnSpc>
                <a:spcPct val="110000"/>
              </a:lnSpc>
              <a:spcBef>
                <a:spcPts val="0"/>
              </a:spcBef>
              <a:defRPr sz="3600">
                <a:solidFill>
                  <a:schemeClr val="tx1"/>
                </a:solidFill>
              </a:defRPr>
            </a:lvl4pPr>
            <a:lvl5pPr>
              <a:lnSpc>
                <a:spcPct val="110000"/>
              </a:lnSpc>
              <a:spcBef>
                <a:spcPts val="0"/>
              </a:spcBef>
              <a:defRPr sz="24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18" name="Picture Placeholder 15" descr="Place icon here">
            <a:extLst>
              <a:ext uri="{FF2B5EF4-FFF2-40B4-BE49-F238E27FC236}">
                <a16:creationId xmlns:a16="http://schemas.microsoft.com/office/drawing/2014/main" id="{7C3BFFDB-5499-B3D7-98B2-1ABDA7D5C9DD}"/>
              </a:ext>
            </a:extLst>
          </p:cNvPr>
          <p:cNvSpPr>
            <a:spLocks noGrp="1"/>
          </p:cNvSpPr>
          <p:nvPr>
            <p:ph type="pic" sz="quarter" idx="19" hasCustomPrompt="1"/>
          </p:nvPr>
        </p:nvSpPr>
        <p:spPr>
          <a:xfrm>
            <a:off x="18859501" y="576072"/>
            <a:ext cx="402336" cy="403225"/>
          </a:xfrm>
        </p:spPr>
        <p:txBody>
          <a:bodyPr/>
          <a:lstStyle>
            <a:lvl1pPr>
              <a:defRPr sz="1400">
                <a:solidFill>
                  <a:schemeClr val="tx1"/>
                </a:solidFill>
              </a:defRPr>
            </a:lvl1pPr>
          </a:lstStyle>
          <a:p>
            <a:r>
              <a:rPr lang="en-US" dirty="0"/>
              <a:t>Icon</a:t>
            </a:r>
          </a:p>
        </p:txBody>
      </p:sp>
      <p:sp>
        <p:nvSpPr>
          <p:cNvPr id="7" name="Text Placeholder 4">
            <a:extLst>
              <a:ext uri="{FF2B5EF4-FFF2-40B4-BE49-F238E27FC236}">
                <a16:creationId xmlns:a16="http://schemas.microsoft.com/office/drawing/2014/main" id="{EEC06719-7195-BBE7-0154-56A039A4B388}"/>
              </a:ext>
            </a:extLst>
          </p:cNvPr>
          <p:cNvSpPr>
            <a:spLocks noGrp="1"/>
          </p:cNvSpPr>
          <p:nvPr>
            <p:ph type="body" sz="quarter" idx="13"/>
          </p:nvPr>
        </p:nvSpPr>
        <p:spPr>
          <a:xfrm>
            <a:off x="18859501" y="1523999"/>
            <a:ext cx="4946904" cy="3999099"/>
          </a:xfrm>
        </p:spPr>
        <p:txBody>
          <a:bodyPr/>
          <a:lstStyle>
            <a:lvl1pPr>
              <a:lnSpc>
                <a:spcPct val="110000"/>
              </a:lnSpc>
              <a:spcBef>
                <a:spcPts val="0"/>
              </a:spcBef>
              <a:defRPr sz="3600">
                <a:solidFill>
                  <a:schemeClr val="tx1"/>
                </a:solidFill>
              </a:defRPr>
            </a:lvl1pPr>
            <a:lvl2pPr marL="219456" indent="-219456">
              <a:lnSpc>
                <a:spcPct val="110000"/>
              </a:lnSpc>
              <a:spcBef>
                <a:spcPts val="0"/>
              </a:spcBef>
              <a:defRPr sz="3600">
                <a:solidFill>
                  <a:schemeClr val="tx1"/>
                </a:solidFill>
              </a:defRPr>
            </a:lvl2pPr>
            <a:lvl3pPr marL="438912" indent="-219456">
              <a:lnSpc>
                <a:spcPct val="110000"/>
              </a:lnSpc>
              <a:spcBef>
                <a:spcPts val="0"/>
              </a:spcBef>
              <a:defRPr sz="3600">
                <a:solidFill>
                  <a:schemeClr val="tx1"/>
                </a:solidFill>
              </a:defRPr>
            </a:lvl3pPr>
            <a:lvl4pPr marL="658368" indent="-219456">
              <a:lnSpc>
                <a:spcPct val="110000"/>
              </a:lnSpc>
              <a:spcBef>
                <a:spcPts val="0"/>
              </a:spcBef>
              <a:defRPr sz="3600">
                <a:solidFill>
                  <a:schemeClr val="tx1"/>
                </a:solidFill>
              </a:defRPr>
            </a:lvl4pPr>
            <a:lvl5pPr>
              <a:lnSpc>
                <a:spcPct val="110000"/>
              </a:lnSpc>
              <a:spcBef>
                <a:spcPts val="0"/>
              </a:spcBef>
              <a:defRPr sz="24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cxnSp>
        <p:nvCxnSpPr>
          <p:cNvPr id="23" name="Straight Connector 22" descr="Horizontal row divider">
            <a:extLst>
              <a:ext uri="{FF2B5EF4-FFF2-40B4-BE49-F238E27FC236}">
                <a16:creationId xmlns:a16="http://schemas.microsoft.com/office/drawing/2014/main" id="{252CDB94-BA57-B58F-95F0-D406FE34BB40}"/>
              </a:ext>
              <a:ext uri="{C183D7F6-B498-43B3-948B-1728B52AA6E4}">
                <adec:decorative xmlns:adec="http://schemas.microsoft.com/office/drawing/2017/decorative" val="0"/>
              </a:ext>
            </a:extLst>
          </p:cNvPr>
          <p:cNvCxnSpPr>
            <a:cxnSpLocks/>
          </p:cNvCxnSpPr>
          <p:nvPr userDrawn="1"/>
        </p:nvCxnSpPr>
        <p:spPr bwMode="auto">
          <a:xfrm>
            <a:off x="6096000" y="6096000"/>
            <a:ext cx="17722850"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9" name="Picture Placeholder 15" descr="Place icon here">
            <a:extLst>
              <a:ext uri="{FF2B5EF4-FFF2-40B4-BE49-F238E27FC236}">
                <a16:creationId xmlns:a16="http://schemas.microsoft.com/office/drawing/2014/main" id="{C00295A2-8D30-455D-EBB9-FA7A46791936}"/>
              </a:ext>
            </a:extLst>
          </p:cNvPr>
          <p:cNvSpPr>
            <a:spLocks noGrp="1"/>
          </p:cNvSpPr>
          <p:nvPr>
            <p:ph type="pic" sz="quarter" idx="20" hasCustomPrompt="1"/>
          </p:nvPr>
        </p:nvSpPr>
        <p:spPr>
          <a:xfrm>
            <a:off x="6667500" y="6694631"/>
            <a:ext cx="402336" cy="403225"/>
          </a:xfrm>
        </p:spPr>
        <p:txBody>
          <a:bodyPr/>
          <a:lstStyle>
            <a:lvl1pPr>
              <a:defRPr sz="1400">
                <a:solidFill>
                  <a:schemeClr val="tx1"/>
                </a:solidFill>
              </a:defRPr>
            </a:lvl1pPr>
          </a:lstStyle>
          <a:p>
            <a:r>
              <a:rPr lang="en-US" dirty="0"/>
              <a:t>Icon</a:t>
            </a:r>
          </a:p>
        </p:txBody>
      </p:sp>
      <p:sp>
        <p:nvSpPr>
          <p:cNvPr id="8" name="Text Placeholder 4">
            <a:extLst>
              <a:ext uri="{FF2B5EF4-FFF2-40B4-BE49-F238E27FC236}">
                <a16:creationId xmlns:a16="http://schemas.microsoft.com/office/drawing/2014/main" id="{2704E464-B0E0-CDD0-B14B-FA6386285AEC}"/>
              </a:ext>
            </a:extLst>
          </p:cNvPr>
          <p:cNvSpPr>
            <a:spLocks noGrp="1"/>
          </p:cNvSpPr>
          <p:nvPr>
            <p:ph type="body" sz="quarter" idx="14"/>
          </p:nvPr>
        </p:nvSpPr>
        <p:spPr>
          <a:xfrm>
            <a:off x="6667499" y="7623594"/>
            <a:ext cx="4956048" cy="3998295"/>
          </a:xfrm>
        </p:spPr>
        <p:txBody>
          <a:bodyPr/>
          <a:lstStyle>
            <a:lvl1pPr>
              <a:lnSpc>
                <a:spcPct val="110000"/>
              </a:lnSpc>
              <a:spcBef>
                <a:spcPts val="0"/>
              </a:spcBef>
              <a:defRPr sz="3600">
                <a:solidFill>
                  <a:schemeClr val="tx1"/>
                </a:solidFill>
              </a:defRPr>
            </a:lvl1pPr>
            <a:lvl2pPr marL="219456" indent="-219456">
              <a:lnSpc>
                <a:spcPct val="110000"/>
              </a:lnSpc>
              <a:spcBef>
                <a:spcPts val="0"/>
              </a:spcBef>
              <a:defRPr sz="3600">
                <a:solidFill>
                  <a:schemeClr val="tx1"/>
                </a:solidFill>
              </a:defRPr>
            </a:lvl2pPr>
            <a:lvl3pPr marL="438912" indent="-219456">
              <a:lnSpc>
                <a:spcPct val="110000"/>
              </a:lnSpc>
              <a:spcBef>
                <a:spcPts val="0"/>
              </a:spcBef>
              <a:defRPr sz="3600">
                <a:solidFill>
                  <a:schemeClr val="tx1"/>
                </a:solidFill>
              </a:defRPr>
            </a:lvl3pPr>
            <a:lvl4pPr marL="658368" indent="-219456">
              <a:lnSpc>
                <a:spcPct val="110000"/>
              </a:lnSpc>
              <a:spcBef>
                <a:spcPts val="0"/>
              </a:spcBef>
              <a:defRPr sz="3600">
                <a:solidFill>
                  <a:schemeClr val="tx1"/>
                </a:solidFill>
              </a:defRPr>
            </a:lvl4pPr>
            <a:lvl5pPr>
              <a:lnSpc>
                <a:spcPct val="110000"/>
              </a:lnSpc>
              <a:spcBef>
                <a:spcPts val="0"/>
              </a:spcBef>
              <a:defRPr sz="24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20" name="Picture Placeholder 15" descr="Place icon here">
            <a:extLst>
              <a:ext uri="{FF2B5EF4-FFF2-40B4-BE49-F238E27FC236}">
                <a16:creationId xmlns:a16="http://schemas.microsoft.com/office/drawing/2014/main" id="{F30F0F2C-CA19-3A79-4375-EB8A00FA887C}"/>
              </a:ext>
            </a:extLst>
          </p:cNvPr>
          <p:cNvSpPr>
            <a:spLocks noGrp="1"/>
          </p:cNvSpPr>
          <p:nvPr>
            <p:ph type="pic" sz="quarter" idx="21" hasCustomPrompt="1"/>
          </p:nvPr>
        </p:nvSpPr>
        <p:spPr>
          <a:xfrm>
            <a:off x="12780000" y="6694631"/>
            <a:ext cx="402336" cy="403225"/>
          </a:xfrm>
        </p:spPr>
        <p:txBody>
          <a:bodyPr/>
          <a:lstStyle>
            <a:lvl1pPr>
              <a:defRPr sz="1400">
                <a:solidFill>
                  <a:schemeClr val="tx1"/>
                </a:solidFill>
              </a:defRPr>
            </a:lvl1pPr>
          </a:lstStyle>
          <a:p>
            <a:r>
              <a:rPr lang="en-US" dirty="0"/>
              <a:t>Icon</a:t>
            </a:r>
          </a:p>
        </p:txBody>
      </p:sp>
      <p:sp>
        <p:nvSpPr>
          <p:cNvPr id="9" name="Text Placeholder 4">
            <a:extLst>
              <a:ext uri="{FF2B5EF4-FFF2-40B4-BE49-F238E27FC236}">
                <a16:creationId xmlns:a16="http://schemas.microsoft.com/office/drawing/2014/main" id="{E96B64B8-6DA8-8704-DD30-37587B3E6824}"/>
              </a:ext>
            </a:extLst>
          </p:cNvPr>
          <p:cNvSpPr>
            <a:spLocks noGrp="1"/>
          </p:cNvSpPr>
          <p:nvPr>
            <p:ph type="body" sz="quarter" idx="15"/>
          </p:nvPr>
        </p:nvSpPr>
        <p:spPr>
          <a:xfrm>
            <a:off x="12780000" y="7623594"/>
            <a:ext cx="4956048" cy="3998291"/>
          </a:xfrm>
        </p:spPr>
        <p:txBody>
          <a:bodyPr/>
          <a:lstStyle>
            <a:lvl1pPr>
              <a:lnSpc>
                <a:spcPct val="110000"/>
              </a:lnSpc>
              <a:spcBef>
                <a:spcPts val="0"/>
              </a:spcBef>
              <a:defRPr sz="3600">
                <a:solidFill>
                  <a:schemeClr val="tx1"/>
                </a:solidFill>
              </a:defRPr>
            </a:lvl1pPr>
            <a:lvl2pPr marL="219456" indent="-219456">
              <a:lnSpc>
                <a:spcPct val="110000"/>
              </a:lnSpc>
              <a:spcBef>
                <a:spcPts val="0"/>
              </a:spcBef>
              <a:defRPr sz="3600">
                <a:solidFill>
                  <a:schemeClr val="tx1"/>
                </a:solidFill>
              </a:defRPr>
            </a:lvl2pPr>
            <a:lvl3pPr marL="438912" indent="-219456">
              <a:lnSpc>
                <a:spcPct val="110000"/>
              </a:lnSpc>
              <a:spcBef>
                <a:spcPts val="0"/>
              </a:spcBef>
              <a:defRPr sz="3600">
                <a:solidFill>
                  <a:schemeClr val="tx1"/>
                </a:solidFill>
              </a:defRPr>
            </a:lvl3pPr>
            <a:lvl4pPr marL="658368" indent="-219456">
              <a:lnSpc>
                <a:spcPct val="110000"/>
              </a:lnSpc>
              <a:spcBef>
                <a:spcPts val="0"/>
              </a:spcBef>
              <a:defRPr sz="3600">
                <a:solidFill>
                  <a:schemeClr val="tx1"/>
                </a:solidFill>
              </a:defRPr>
            </a:lvl4pPr>
            <a:lvl5pPr>
              <a:lnSpc>
                <a:spcPct val="110000"/>
              </a:lnSpc>
              <a:spcBef>
                <a:spcPts val="0"/>
              </a:spcBef>
              <a:defRPr sz="24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21" name="Picture Placeholder 15" descr="Place icon here">
            <a:extLst>
              <a:ext uri="{FF2B5EF4-FFF2-40B4-BE49-F238E27FC236}">
                <a16:creationId xmlns:a16="http://schemas.microsoft.com/office/drawing/2014/main" id="{9354D8C6-F61D-3FC1-07F8-FEE730E2D7A8}"/>
              </a:ext>
            </a:extLst>
          </p:cNvPr>
          <p:cNvSpPr>
            <a:spLocks noGrp="1"/>
          </p:cNvSpPr>
          <p:nvPr>
            <p:ph type="pic" sz="quarter" idx="22" hasCustomPrompt="1"/>
          </p:nvPr>
        </p:nvSpPr>
        <p:spPr>
          <a:xfrm>
            <a:off x="18859501" y="6694631"/>
            <a:ext cx="402336" cy="403225"/>
          </a:xfrm>
        </p:spPr>
        <p:txBody>
          <a:bodyPr/>
          <a:lstStyle>
            <a:lvl1pPr>
              <a:defRPr sz="1400">
                <a:solidFill>
                  <a:schemeClr val="tx1"/>
                </a:solidFill>
              </a:defRPr>
            </a:lvl1pPr>
          </a:lstStyle>
          <a:p>
            <a:r>
              <a:rPr lang="en-US" dirty="0"/>
              <a:t>Icon</a:t>
            </a:r>
          </a:p>
        </p:txBody>
      </p:sp>
      <p:sp>
        <p:nvSpPr>
          <p:cNvPr id="10" name="Text Placeholder 4">
            <a:extLst>
              <a:ext uri="{FF2B5EF4-FFF2-40B4-BE49-F238E27FC236}">
                <a16:creationId xmlns:a16="http://schemas.microsoft.com/office/drawing/2014/main" id="{AF965C82-A0A6-A670-C10A-6073DD3549EB}"/>
              </a:ext>
            </a:extLst>
          </p:cNvPr>
          <p:cNvSpPr>
            <a:spLocks noGrp="1"/>
          </p:cNvSpPr>
          <p:nvPr>
            <p:ph type="body" sz="quarter" idx="16"/>
          </p:nvPr>
        </p:nvSpPr>
        <p:spPr>
          <a:xfrm>
            <a:off x="18859501" y="7623594"/>
            <a:ext cx="4946904" cy="3998287"/>
          </a:xfrm>
        </p:spPr>
        <p:txBody>
          <a:bodyPr/>
          <a:lstStyle>
            <a:lvl1pPr>
              <a:lnSpc>
                <a:spcPct val="110000"/>
              </a:lnSpc>
              <a:spcBef>
                <a:spcPts val="0"/>
              </a:spcBef>
              <a:defRPr sz="3600">
                <a:solidFill>
                  <a:schemeClr val="tx1"/>
                </a:solidFill>
              </a:defRPr>
            </a:lvl1pPr>
            <a:lvl2pPr marL="219456" indent="-219456">
              <a:lnSpc>
                <a:spcPct val="110000"/>
              </a:lnSpc>
              <a:spcBef>
                <a:spcPts val="0"/>
              </a:spcBef>
              <a:defRPr sz="3600">
                <a:solidFill>
                  <a:schemeClr val="tx1"/>
                </a:solidFill>
              </a:defRPr>
            </a:lvl2pPr>
            <a:lvl3pPr marL="438912" indent="-219456">
              <a:lnSpc>
                <a:spcPct val="110000"/>
              </a:lnSpc>
              <a:spcBef>
                <a:spcPts val="0"/>
              </a:spcBef>
              <a:defRPr sz="3600">
                <a:solidFill>
                  <a:schemeClr val="tx1"/>
                </a:solidFill>
              </a:defRPr>
            </a:lvl3pPr>
            <a:lvl4pPr marL="658368" indent="-219456">
              <a:lnSpc>
                <a:spcPct val="110000"/>
              </a:lnSpc>
              <a:spcBef>
                <a:spcPts val="0"/>
              </a:spcBef>
              <a:defRPr sz="3600">
                <a:solidFill>
                  <a:schemeClr val="tx1"/>
                </a:solidFill>
              </a:defRPr>
            </a:lvl4pPr>
            <a:lvl5pPr>
              <a:lnSpc>
                <a:spcPct val="110000"/>
              </a:lnSpc>
              <a:spcBef>
                <a:spcPts val="0"/>
              </a:spcBef>
              <a:defRPr sz="24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3" name="Footer Placeholder 3">
            <a:extLst>
              <a:ext uri="{FF2B5EF4-FFF2-40B4-BE49-F238E27FC236}">
                <a16:creationId xmlns:a16="http://schemas.microsoft.com/office/drawing/2014/main" id="{56C9A7FC-6BA2-EF1D-18D5-F605D8C7C003}"/>
              </a:ext>
            </a:extLst>
          </p:cNvPr>
          <p:cNvSpPr>
            <a:spLocks noGrp="1"/>
          </p:cNvSpPr>
          <p:nvPr>
            <p:ph type="ftr" sz="quarter" idx="23"/>
          </p:nvPr>
        </p:nvSpPr>
        <p:spPr>
          <a:xfrm>
            <a:off x="576000" y="12816000"/>
            <a:ext cx="4956176" cy="381000"/>
          </a:xfrm>
        </p:spPr>
        <p:txBody>
          <a:bodyPr/>
          <a:lstStyle/>
          <a:p>
            <a:endParaRPr lang="en-US" dirty="0"/>
          </a:p>
        </p:txBody>
      </p:sp>
      <p:sp>
        <p:nvSpPr>
          <p:cNvPr id="12" name="Slide Number">
            <a:extLst>
              <a:ext uri="{FF2B5EF4-FFF2-40B4-BE49-F238E27FC236}">
                <a16:creationId xmlns:a16="http://schemas.microsoft.com/office/drawing/2014/main" id="{C0294F07-890E-B2F9-0CAD-1B5AFB7648AB}"/>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cxnSp>
        <p:nvCxnSpPr>
          <p:cNvPr id="4" name="Straight Connector 3" descr="Vertical column divider">
            <a:extLst>
              <a:ext uri="{FF2B5EF4-FFF2-40B4-BE49-F238E27FC236}">
                <a16:creationId xmlns:a16="http://schemas.microsoft.com/office/drawing/2014/main" id="{0E795639-6102-AB6C-5918-29F86236BFD2}"/>
              </a:ext>
            </a:extLst>
          </p:cNvPr>
          <p:cNvCxnSpPr>
            <a:cxnSpLocks/>
          </p:cNvCxnSpPr>
          <p:nvPr userDrawn="1"/>
        </p:nvCxnSpPr>
        <p:spPr bwMode="auto">
          <a:xfrm>
            <a:off x="6096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 name="Straight Connector 10" descr="Vertical column divider">
            <a:extLst>
              <a:ext uri="{FF2B5EF4-FFF2-40B4-BE49-F238E27FC236}">
                <a16:creationId xmlns:a16="http://schemas.microsoft.com/office/drawing/2014/main" id="{357E5319-53C7-E291-189E-B5A9A71EC85F}"/>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Vertical column divider">
            <a:extLst>
              <a:ext uri="{FF2B5EF4-FFF2-40B4-BE49-F238E27FC236}">
                <a16:creationId xmlns:a16="http://schemas.microsoft.com/office/drawing/2014/main" id="{C5786CF5-FEFB-F111-90C8-4410630FD7A3}"/>
              </a:ext>
            </a:extLst>
          </p:cNvPr>
          <p:cNvCxnSpPr>
            <a:cxnSpLocks/>
          </p:cNvCxnSpPr>
          <p:nvPr userDrawn="1"/>
        </p:nvCxnSpPr>
        <p:spPr bwMode="auto">
          <a:xfrm>
            <a:off x="18288000" y="570103"/>
            <a:ext cx="0" cy="1162208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54205542"/>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oxes, 6 stacked, alternate, large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00" y="576000"/>
            <a:ext cx="11039475" cy="3413126"/>
          </a:xfrm>
        </p:spPr>
        <p:txBody>
          <a:bodyPr rIns="457200"/>
          <a:lstStyle>
            <a:lvl1pPr>
              <a:lnSpc>
                <a:spcPct val="100000"/>
              </a:lnSpc>
              <a:defRPr sz="6800">
                <a:solidFill>
                  <a:schemeClr val="tx2"/>
                </a:solidFill>
              </a:defRPr>
            </a:lvl1pPr>
          </a:lstStyle>
          <a:p>
            <a:r>
              <a:rPr lang="en-US" dirty="0"/>
              <a:t>Click to edit Master title style</a:t>
            </a:r>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80000" y="576072"/>
            <a:ext cx="4953000" cy="4954587"/>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cxnSp>
        <p:nvCxnSpPr>
          <p:cNvPr id="19" name="Straight Connector 18" descr="Vertical column divider">
            <a:extLst>
              <a:ext uri="{FF2B5EF4-FFF2-40B4-BE49-F238E27FC236}">
                <a16:creationId xmlns:a16="http://schemas.microsoft.com/office/drawing/2014/main" id="{B87B78A1-A315-98D3-1692-18AAAF4C6002}"/>
              </a:ext>
              <a:ext uri="{C183D7F6-B498-43B3-948B-1728B52AA6E4}">
                <adec:decorative xmlns:adec="http://schemas.microsoft.com/office/drawing/2017/decorative" val="0"/>
              </a:ext>
            </a:extLst>
          </p:cNvPr>
          <p:cNvCxnSpPr>
            <a:cxnSpLocks/>
          </p:cNvCxnSpPr>
          <p:nvPr userDrawn="1"/>
        </p:nvCxnSpPr>
        <p:spPr bwMode="auto">
          <a:xfrm>
            <a:off x="18288000" y="573138"/>
            <a:ext cx="0" cy="1162203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8" name="Text Placeholder 6">
            <a:extLst>
              <a:ext uri="{FF2B5EF4-FFF2-40B4-BE49-F238E27FC236}">
                <a16:creationId xmlns:a16="http://schemas.microsoft.com/office/drawing/2014/main" id="{C1675E3B-BB72-1CF2-CC6C-1977AEAF5921}"/>
              </a:ext>
            </a:extLst>
          </p:cNvPr>
          <p:cNvSpPr>
            <a:spLocks noGrp="1"/>
          </p:cNvSpPr>
          <p:nvPr userDrawn="1">
            <p:ph type="body" sz="quarter" idx="13"/>
          </p:nvPr>
        </p:nvSpPr>
        <p:spPr>
          <a:xfrm>
            <a:off x="18860400" y="576072"/>
            <a:ext cx="4953000" cy="4954587"/>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cxnSp>
        <p:nvCxnSpPr>
          <p:cNvPr id="16" name="Straight Connector 15" descr="Horizontal row divider">
            <a:extLst>
              <a:ext uri="{FF2B5EF4-FFF2-40B4-BE49-F238E27FC236}">
                <a16:creationId xmlns:a16="http://schemas.microsoft.com/office/drawing/2014/main" id="{4F455E69-0B51-1D31-E569-651079398D33}"/>
              </a:ext>
              <a:ext uri="{C183D7F6-B498-43B3-948B-1728B52AA6E4}">
                <adec:decorative xmlns:adec="http://schemas.microsoft.com/office/drawing/2017/decorative" val="0"/>
              </a:ext>
            </a:extLst>
          </p:cNvPr>
          <p:cNvCxnSpPr>
            <a:cxnSpLocks/>
          </p:cNvCxnSpPr>
          <p:nvPr userDrawn="1"/>
        </p:nvCxnSpPr>
        <p:spPr bwMode="auto">
          <a:xfrm>
            <a:off x="576072" y="6096000"/>
            <a:ext cx="2322849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Straight Connector 17" descr="Vertical column divider">
            <a:extLst>
              <a:ext uri="{FF2B5EF4-FFF2-40B4-BE49-F238E27FC236}">
                <a16:creationId xmlns:a16="http://schemas.microsoft.com/office/drawing/2014/main" id="{54C560F4-CB2D-6B04-588B-57BB4D4E6DC3}"/>
              </a:ext>
              <a:ext uri="{C183D7F6-B498-43B3-948B-1728B52AA6E4}">
                <adec:decorative xmlns:adec="http://schemas.microsoft.com/office/drawing/2017/decorative" val="0"/>
              </a:ext>
            </a:extLst>
          </p:cNvPr>
          <p:cNvCxnSpPr>
            <a:cxnSpLocks/>
          </p:cNvCxnSpPr>
          <p:nvPr userDrawn="1"/>
        </p:nvCxnSpPr>
        <p:spPr bwMode="auto">
          <a:xfrm>
            <a:off x="6096000" y="6096000"/>
            <a:ext cx="0" cy="60991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 name="Footer Placeholder 3">
            <a:extLst>
              <a:ext uri="{FF2B5EF4-FFF2-40B4-BE49-F238E27FC236}">
                <a16:creationId xmlns:a16="http://schemas.microsoft.com/office/drawing/2014/main" id="{59A0B1DF-AF8B-38B3-B47C-60722DFBF162}"/>
              </a:ext>
            </a:extLst>
          </p:cNvPr>
          <p:cNvSpPr>
            <a:spLocks noGrp="1"/>
          </p:cNvSpPr>
          <p:nvPr userDrawn="1">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EFD38FC2-A92F-D3A8-74D5-CE6E95D9C133}"/>
              </a:ext>
            </a:extLst>
          </p:cNvPr>
          <p:cNvSpPr txBox="1">
            <a:spLocks noGrp="1"/>
          </p:cNvSpPr>
          <p:nvPr userDrawn="1">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cxnSp>
        <p:nvCxnSpPr>
          <p:cNvPr id="5" name="Straight Connector 4" descr="Vertical column divider">
            <a:extLst>
              <a:ext uri="{FF2B5EF4-FFF2-40B4-BE49-F238E27FC236}">
                <a16:creationId xmlns:a16="http://schemas.microsoft.com/office/drawing/2014/main" id="{A5B6E0FE-2F6F-9D77-9834-2DF9E13E226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9" name="Text Placeholder 10">
            <a:extLst>
              <a:ext uri="{FF2B5EF4-FFF2-40B4-BE49-F238E27FC236}">
                <a16:creationId xmlns:a16="http://schemas.microsoft.com/office/drawing/2014/main" id="{022E65FD-CDEF-1AA2-2521-5B200BF4B6BD}"/>
              </a:ext>
            </a:extLst>
          </p:cNvPr>
          <p:cNvSpPr>
            <a:spLocks noGrp="1"/>
          </p:cNvSpPr>
          <p:nvPr>
            <p:ph type="body" sz="quarter" idx="11"/>
          </p:nvPr>
        </p:nvSpPr>
        <p:spPr>
          <a:xfrm>
            <a:off x="576072" y="6675882"/>
            <a:ext cx="4949825" cy="5519293"/>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10" name="Text Placeholder 10">
            <a:extLst>
              <a:ext uri="{FF2B5EF4-FFF2-40B4-BE49-F238E27FC236}">
                <a16:creationId xmlns:a16="http://schemas.microsoft.com/office/drawing/2014/main" id="{83C43A7A-FFA5-D00F-7BEB-AA5C5DA6FB8E}"/>
              </a:ext>
            </a:extLst>
          </p:cNvPr>
          <p:cNvSpPr>
            <a:spLocks noGrp="1"/>
          </p:cNvSpPr>
          <p:nvPr>
            <p:ph type="body" sz="quarter" idx="19"/>
          </p:nvPr>
        </p:nvSpPr>
        <p:spPr>
          <a:xfrm>
            <a:off x="6667200" y="6673851"/>
            <a:ext cx="4949825" cy="5521323"/>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11" name="Text Placeholder 10">
            <a:extLst>
              <a:ext uri="{FF2B5EF4-FFF2-40B4-BE49-F238E27FC236}">
                <a16:creationId xmlns:a16="http://schemas.microsoft.com/office/drawing/2014/main" id="{6558C27E-CF79-F761-3827-DA392178DC8E}"/>
              </a:ext>
            </a:extLst>
          </p:cNvPr>
          <p:cNvSpPr>
            <a:spLocks noGrp="1"/>
          </p:cNvSpPr>
          <p:nvPr>
            <p:ph type="body" sz="quarter" idx="20"/>
          </p:nvPr>
        </p:nvSpPr>
        <p:spPr>
          <a:xfrm>
            <a:off x="12780000" y="6673851"/>
            <a:ext cx="4949825" cy="5521323"/>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12" name="Text Placeholder 10">
            <a:extLst>
              <a:ext uri="{FF2B5EF4-FFF2-40B4-BE49-F238E27FC236}">
                <a16:creationId xmlns:a16="http://schemas.microsoft.com/office/drawing/2014/main" id="{C0BF9C6F-22AC-2FF0-D8C9-37373CDEB3A5}"/>
              </a:ext>
            </a:extLst>
          </p:cNvPr>
          <p:cNvSpPr>
            <a:spLocks noGrp="1"/>
          </p:cNvSpPr>
          <p:nvPr>
            <p:ph type="body" sz="quarter" idx="14"/>
          </p:nvPr>
        </p:nvSpPr>
        <p:spPr>
          <a:xfrm>
            <a:off x="18859500" y="6673851"/>
            <a:ext cx="4949825" cy="5521324"/>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Tree>
    <p:extLst>
      <p:ext uri="{BB962C8B-B14F-4D97-AF65-F5344CB8AC3E}">
        <p14:creationId xmlns:p14="http://schemas.microsoft.com/office/powerpoint/2010/main" val="784512172"/>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oxes, 6 stacked, alternate, small 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E52F-EEA1-D56F-5E7A-C1983151DCC0}"/>
              </a:ext>
            </a:extLst>
          </p:cNvPr>
          <p:cNvSpPr>
            <a:spLocks noGrp="1"/>
          </p:cNvSpPr>
          <p:nvPr>
            <p:ph type="title"/>
          </p:nvPr>
        </p:nvSpPr>
        <p:spPr>
          <a:xfrm>
            <a:off x="576000" y="576072"/>
            <a:ext cx="4949825" cy="3413126"/>
          </a:xfrm>
        </p:spPr>
        <p:txBody>
          <a:bodyPr rIns="0"/>
          <a:lstStyle>
            <a:lvl1pPr>
              <a:lnSpc>
                <a:spcPct val="100000"/>
              </a:lnSpc>
              <a:defRPr sz="4200">
                <a:solidFill>
                  <a:schemeClr val="tx2"/>
                </a:solidFill>
              </a:defRPr>
            </a:lvl1pPr>
          </a:lstStyle>
          <a:p>
            <a:r>
              <a:rPr lang="en-US" dirty="0"/>
              <a:t>Click to edit Master title style</a:t>
            </a:r>
          </a:p>
        </p:txBody>
      </p:sp>
      <p:sp>
        <p:nvSpPr>
          <p:cNvPr id="7" name="Text Placeholder 6">
            <a:extLst>
              <a:ext uri="{FF2B5EF4-FFF2-40B4-BE49-F238E27FC236}">
                <a16:creationId xmlns:a16="http://schemas.microsoft.com/office/drawing/2014/main" id="{6D534223-A15F-A9E6-C7FA-95FFDF117A57}"/>
              </a:ext>
            </a:extLst>
          </p:cNvPr>
          <p:cNvSpPr>
            <a:spLocks noGrp="1"/>
          </p:cNvSpPr>
          <p:nvPr>
            <p:ph type="body" sz="quarter" idx="12"/>
          </p:nvPr>
        </p:nvSpPr>
        <p:spPr>
          <a:xfrm>
            <a:off x="12780000" y="576072"/>
            <a:ext cx="4953000" cy="4954587"/>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8" name="Text Placeholder 6">
            <a:extLst>
              <a:ext uri="{FF2B5EF4-FFF2-40B4-BE49-F238E27FC236}">
                <a16:creationId xmlns:a16="http://schemas.microsoft.com/office/drawing/2014/main" id="{C1675E3B-BB72-1CF2-CC6C-1977AEAF5921}"/>
              </a:ext>
            </a:extLst>
          </p:cNvPr>
          <p:cNvSpPr>
            <a:spLocks noGrp="1"/>
          </p:cNvSpPr>
          <p:nvPr>
            <p:ph type="body" sz="quarter" idx="13"/>
          </p:nvPr>
        </p:nvSpPr>
        <p:spPr>
          <a:xfrm>
            <a:off x="18860400" y="576072"/>
            <a:ext cx="4953000" cy="4954587"/>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3" name="Footer Placeholder 3">
            <a:extLst>
              <a:ext uri="{FF2B5EF4-FFF2-40B4-BE49-F238E27FC236}">
                <a16:creationId xmlns:a16="http://schemas.microsoft.com/office/drawing/2014/main" id="{7C192388-DAC3-247F-4457-03A65F8CDF36}"/>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72D75691-23B7-FADC-4357-CB3662EB3779}"/>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cxnSp>
        <p:nvCxnSpPr>
          <p:cNvPr id="5" name="Straight Connector 4" descr="Vertical column divider">
            <a:extLst>
              <a:ext uri="{FF2B5EF4-FFF2-40B4-BE49-F238E27FC236}">
                <a16:creationId xmlns:a16="http://schemas.microsoft.com/office/drawing/2014/main" id="{CB17488F-3B5A-CD3F-8D89-787477C1F946}"/>
              </a:ext>
              <a:ext uri="{C183D7F6-B498-43B3-948B-1728B52AA6E4}">
                <adec:decorative xmlns:adec="http://schemas.microsoft.com/office/drawing/2017/decorative" val="0"/>
              </a:ext>
            </a:extLst>
          </p:cNvPr>
          <p:cNvCxnSpPr>
            <a:cxnSpLocks/>
          </p:cNvCxnSpPr>
          <p:nvPr userDrawn="1"/>
        </p:nvCxnSpPr>
        <p:spPr bwMode="auto">
          <a:xfrm>
            <a:off x="18288000" y="573138"/>
            <a:ext cx="0" cy="1162203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descr="Horizontal row divider">
            <a:extLst>
              <a:ext uri="{FF2B5EF4-FFF2-40B4-BE49-F238E27FC236}">
                <a16:creationId xmlns:a16="http://schemas.microsoft.com/office/drawing/2014/main" id="{7B2108DD-FE3A-F98C-D857-CDFA3DAD9666}"/>
              </a:ext>
              <a:ext uri="{C183D7F6-B498-43B3-948B-1728B52AA6E4}">
                <adec:decorative xmlns:adec="http://schemas.microsoft.com/office/drawing/2017/decorative" val="0"/>
              </a:ext>
            </a:extLst>
          </p:cNvPr>
          <p:cNvCxnSpPr>
            <a:cxnSpLocks/>
          </p:cNvCxnSpPr>
          <p:nvPr userDrawn="1"/>
        </p:nvCxnSpPr>
        <p:spPr bwMode="auto">
          <a:xfrm>
            <a:off x="576072" y="6096000"/>
            <a:ext cx="23228491"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descr="Vertical column divider">
            <a:extLst>
              <a:ext uri="{FF2B5EF4-FFF2-40B4-BE49-F238E27FC236}">
                <a16:creationId xmlns:a16="http://schemas.microsoft.com/office/drawing/2014/main" id="{03D0E68D-02AF-474A-3224-FF5108D23382}"/>
              </a:ext>
              <a:ext uri="{C183D7F6-B498-43B3-948B-1728B52AA6E4}">
                <adec:decorative xmlns:adec="http://schemas.microsoft.com/office/drawing/2017/decorative" val="0"/>
              </a:ext>
            </a:extLst>
          </p:cNvPr>
          <p:cNvCxnSpPr>
            <a:cxnSpLocks/>
          </p:cNvCxnSpPr>
          <p:nvPr userDrawn="1"/>
        </p:nvCxnSpPr>
        <p:spPr bwMode="auto">
          <a:xfrm>
            <a:off x="6096000" y="6083300"/>
            <a:ext cx="0" cy="6111875"/>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 name="Straight Connector 14" descr="Vertical column divider">
            <a:extLst>
              <a:ext uri="{FF2B5EF4-FFF2-40B4-BE49-F238E27FC236}">
                <a16:creationId xmlns:a16="http://schemas.microsoft.com/office/drawing/2014/main" id="{5600EFDE-928F-B419-8585-5582A68373F2}"/>
              </a:ext>
            </a:extLst>
          </p:cNvPr>
          <p:cNvCxnSpPr>
            <a:cxnSpLocks/>
          </p:cNvCxnSpPr>
          <p:nvPr userDrawn="1"/>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6" name="Text Placeholder 10">
            <a:extLst>
              <a:ext uri="{FF2B5EF4-FFF2-40B4-BE49-F238E27FC236}">
                <a16:creationId xmlns:a16="http://schemas.microsoft.com/office/drawing/2014/main" id="{5C1B1885-0510-1907-4EAD-DB9018C133E5}"/>
              </a:ext>
            </a:extLst>
          </p:cNvPr>
          <p:cNvSpPr>
            <a:spLocks noGrp="1"/>
          </p:cNvSpPr>
          <p:nvPr>
            <p:ph type="body" sz="quarter" idx="11"/>
          </p:nvPr>
        </p:nvSpPr>
        <p:spPr>
          <a:xfrm>
            <a:off x="576072" y="6675882"/>
            <a:ext cx="4949825" cy="5519293"/>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17" name="Text Placeholder 10">
            <a:extLst>
              <a:ext uri="{FF2B5EF4-FFF2-40B4-BE49-F238E27FC236}">
                <a16:creationId xmlns:a16="http://schemas.microsoft.com/office/drawing/2014/main" id="{5804D2DB-0651-E704-D761-49FB6352B7C3}"/>
              </a:ext>
            </a:extLst>
          </p:cNvPr>
          <p:cNvSpPr>
            <a:spLocks noGrp="1"/>
          </p:cNvSpPr>
          <p:nvPr>
            <p:ph type="body" sz="quarter" idx="19"/>
          </p:nvPr>
        </p:nvSpPr>
        <p:spPr>
          <a:xfrm>
            <a:off x="6663241" y="6673851"/>
            <a:ext cx="4949825" cy="5521323"/>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18" name="Text Placeholder 10">
            <a:extLst>
              <a:ext uri="{FF2B5EF4-FFF2-40B4-BE49-F238E27FC236}">
                <a16:creationId xmlns:a16="http://schemas.microsoft.com/office/drawing/2014/main" id="{9900EBA3-CCC2-CE83-A620-B68ADAF8371C}"/>
              </a:ext>
            </a:extLst>
          </p:cNvPr>
          <p:cNvSpPr>
            <a:spLocks noGrp="1"/>
          </p:cNvSpPr>
          <p:nvPr>
            <p:ph type="body" sz="quarter" idx="20"/>
          </p:nvPr>
        </p:nvSpPr>
        <p:spPr>
          <a:xfrm>
            <a:off x="12780000" y="6673851"/>
            <a:ext cx="4949825" cy="5521323"/>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19" name="Text Placeholder 10">
            <a:extLst>
              <a:ext uri="{FF2B5EF4-FFF2-40B4-BE49-F238E27FC236}">
                <a16:creationId xmlns:a16="http://schemas.microsoft.com/office/drawing/2014/main" id="{FAB4091C-FF62-7BAF-B996-F22392D5E709}"/>
              </a:ext>
            </a:extLst>
          </p:cNvPr>
          <p:cNvSpPr>
            <a:spLocks noGrp="1"/>
          </p:cNvSpPr>
          <p:nvPr>
            <p:ph type="body" sz="quarter" idx="14"/>
          </p:nvPr>
        </p:nvSpPr>
        <p:spPr>
          <a:xfrm>
            <a:off x="18859500" y="6673851"/>
            <a:ext cx="4949825" cy="5521324"/>
          </a:xfrm>
        </p:spPr>
        <p:txBody>
          <a:bodyPr/>
          <a:lstStyle>
            <a:lvl1pPr>
              <a:spcBef>
                <a:spcPts val="0"/>
              </a:spcBef>
              <a:defRPr sz="3600">
                <a:solidFill>
                  <a:schemeClr val="tx1"/>
                </a:solidFill>
              </a:defRPr>
            </a:lvl1pPr>
            <a:lvl2pPr marL="256032" indent="-256032">
              <a:spcBef>
                <a:spcPts val="0"/>
              </a:spcBef>
              <a:defRPr sz="3600">
                <a:solidFill>
                  <a:schemeClr val="tx1"/>
                </a:solidFill>
              </a:defRPr>
            </a:lvl2pPr>
            <a:lvl3pPr marL="512064" indent="-256032">
              <a:spcBef>
                <a:spcPts val="0"/>
              </a:spcBef>
              <a:defRPr sz="3600">
                <a:solidFill>
                  <a:schemeClr val="tx1"/>
                </a:solidFill>
              </a:defRPr>
            </a:lvl3pPr>
            <a:lvl4pPr marL="768096" indent="-256032">
              <a:spcBef>
                <a:spcPts val="0"/>
              </a:spcBef>
              <a:defRPr sz="3600">
                <a:solidFill>
                  <a:schemeClr val="tx1"/>
                </a:solidFill>
              </a:defRPr>
            </a:lvl4pPr>
            <a:lvl5pPr>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Tree>
    <p:extLst>
      <p:ext uri="{BB962C8B-B14F-4D97-AF65-F5344CB8AC3E}">
        <p14:creationId xmlns:p14="http://schemas.microsoft.com/office/powerpoint/2010/main" val="171212167"/>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Video or imagery, half,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00000"/>
              </a:lnSpc>
              <a:defRPr sz="6800">
                <a:solidFill>
                  <a:schemeClr val="tx2"/>
                </a:solidFill>
              </a:defRPr>
            </a:lvl1pPr>
          </a:lstStyle>
          <a:p>
            <a:r>
              <a:rPr lang="en-US" dirty="0"/>
              <a:t>Click to edit Master title style</a:t>
            </a:r>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00" y="3041649"/>
            <a:ext cx="4946904" cy="9153525"/>
          </a:xfrm>
        </p:spPr>
        <p:txBody>
          <a:bodyPr/>
          <a:lstStyle>
            <a:lvl1pPr>
              <a:lnSpc>
                <a:spcPct val="110000"/>
              </a:lnSpc>
              <a:spcBef>
                <a:spcPts val="0"/>
              </a:spcBef>
              <a:defRPr sz="3600">
                <a:solidFill>
                  <a:schemeClr val="tx1"/>
                </a:solidFill>
              </a:defRPr>
            </a:lvl1pPr>
            <a:lvl2pPr marL="256032" indent="-256032">
              <a:lnSpc>
                <a:spcPct val="110000"/>
              </a:lnSpc>
              <a:spcBef>
                <a:spcPts val="0"/>
              </a:spcBef>
              <a:defRPr sz="3600">
                <a:solidFill>
                  <a:schemeClr val="tx1"/>
                </a:solidFill>
              </a:defRPr>
            </a:lvl2pPr>
            <a:lvl3pPr marL="512064" indent="-256032">
              <a:lnSpc>
                <a:spcPct val="110000"/>
              </a:lnSpc>
              <a:spcBef>
                <a:spcPts val="0"/>
              </a:spcBef>
              <a:defRPr sz="3600">
                <a:solidFill>
                  <a:schemeClr val="tx1"/>
                </a:solidFill>
              </a:defRPr>
            </a:lvl3pPr>
            <a:lvl4pPr marL="768096" indent="-256032">
              <a:lnSpc>
                <a:spcPct val="110000"/>
              </a:lnSpc>
              <a:spcBef>
                <a:spcPts val="0"/>
              </a:spcBef>
              <a:defRPr sz="36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7" name="Text Placeholder 5">
            <a:extLst>
              <a:ext uri="{FF2B5EF4-FFF2-40B4-BE49-F238E27FC236}">
                <a16:creationId xmlns:a16="http://schemas.microsoft.com/office/drawing/2014/main" id="{88F00625-4E10-D884-2256-56B294B4BA89}"/>
              </a:ext>
            </a:extLst>
          </p:cNvPr>
          <p:cNvSpPr>
            <a:spLocks noGrp="1"/>
          </p:cNvSpPr>
          <p:nvPr>
            <p:ph type="body" sz="quarter" idx="13"/>
          </p:nvPr>
        </p:nvSpPr>
        <p:spPr>
          <a:xfrm>
            <a:off x="6670675" y="3041649"/>
            <a:ext cx="4951413" cy="9153525"/>
          </a:xfrm>
        </p:spPr>
        <p:txBody>
          <a:bodyPr/>
          <a:lstStyle>
            <a:lvl1pPr>
              <a:lnSpc>
                <a:spcPct val="110000"/>
              </a:lnSpc>
              <a:spcBef>
                <a:spcPts val="0"/>
              </a:spcBef>
              <a:defRPr sz="3600">
                <a:solidFill>
                  <a:schemeClr val="tx1"/>
                </a:solidFill>
              </a:defRPr>
            </a:lvl1pPr>
            <a:lvl2pPr marL="256032" indent="-256032">
              <a:lnSpc>
                <a:spcPct val="110000"/>
              </a:lnSpc>
              <a:spcBef>
                <a:spcPts val="0"/>
              </a:spcBef>
              <a:defRPr sz="3600">
                <a:solidFill>
                  <a:schemeClr val="tx1"/>
                </a:solidFill>
              </a:defRPr>
            </a:lvl2pPr>
            <a:lvl3pPr marL="512064" indent="-256032">
              <a:lnSpc>
                <a:spcPct val="110000"/>
              </a:lnSpc>
              <a:spcBef>
                <a:spcPts val="0"/>
              </a:spcBef>
              <a:defRPr sz="3600">
                <a:solidFill>
                  <a:schemeClr val="tx1"/>
                </a:solidFill>
              </a:defRPr>
            </a:lvl3pPr>
            <a:lvl4pPr marL="768096" indent="-256032">
              <a:lnSpc>
                <a:spcPct val="110000"/>
              </a:lnSpc>
              <a:spcBef>
                <a:spcPts val="0"/>
              </a:spcBef>
              <a:defRPr sz="36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5" name="Picture Placeholder 10" descr="Place imagery here">
            <a:extLst>
              <a:ext uri="{FF2B5EF4-FFF2-40B4-BE49-F238E27FC236}">
                <a16:creationId xmlns:a16="http://schemas.microsoft.com/office/drawing/2014/main" id="{468A48E8-BE84-7972-AB73-8E31C1C13499}"/>
              </a:ext>
            </a:extLst>
          </p:cNvPr>
          <p:cNvSpPr>
            <a:spLocks noGrp="1"/>
          </p:cNvSpPr>
          <p:nvPr>
            <p:ph type="pic" sz="quarter" idx="15" hasCustomPrompt="1"/>
          </p:nvPr>
        </p:nvSpPr>
        <p:spPr>
          <a:xfrm>
            <a:off x="12763500" y="576073"/>
            <a:ext cx="11041253" cy="12571602"/>
          </a:xfrm>
          <a:solidFill>
            <a:srgbClr val="E0E0E0"/>
          </a:solidFill>
        </p:spPr>
        <p:txBody>
          <a:bodyPr anchor="ctr"/>
          <a:lstStyle>
            <a:lvl1pPr algn="ctr">
              <a:defRPr>
                <a:solidFill>
                  <a:schemeClr val="accent5"/>
                </a:solidFill>
              </a:defRPr>
            </a:lvl1pPr>
          </a:lstStyle>
          <a:p>
            <a:r>
              <a:rPr lang="en-US" dirty="0"/>
              <a:t>Place imagery here</a:t>
            </a:r>
          </a:p>
        </p:txBody>
      </p:sp>
      <p:sp>
        <p:nvSpPr>
          <p:cNvPr id="3" name="Footer Placeholder 3">
            <a:extLst>
              <a:ext uri="{FF2B5EF4-FFF2-40B4-BE49-F238E27FC236}">
                <a16:creationId xmlns:a16="http://schemas.microsoft.com/office/drawing/2014/main" id="{765F8DDE-78BD-E2B6-1CAB-2A9EF14E9F71}"/>
              </a:ext>
            </a:extLst>
          </p:cNvPr>
          <p:cNvSpPr>
            <a:spLocks noGrp="1"/>
          </p:cNvSpPr>
          <p:nvPr>
            <p:ph type="ftr" sz="quarter" idx="18"/>
          </p:nvPr>
        </p:nvSpPr>
        <p:spPr>
          <a:xfrm>
            <a:off x="576000" y="12816000"/>
            <a:ext cx="4956176" cy="381000"/>
          </a:xfrm>
        </p:spPr>
        <p:txBody>
          <a:bodyPr/>
          <a:lstStyle/>
          <a:p>
            <a:endParaRPr lang="en-US" dirty="0"/>
          </a:p>
        </p:txBody>
      </p:sp>
    </p:spTree>
    <p:extLst>
      <p:ext uri="{BB962C8B-B14F-4D97-AF65-F5344CB8AC3E}">
        <p14:creationId xmlns:p14="http://schemas.microsoft.com/office/powerpoint/2010/main" val="3224836230"/>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ideo or imagery, 3/4, blee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00000"/>
              </a:lnSpc>
              <a:defRPr sz="6800">
                <a:solidFill>
                  <a:schemeClr val="tx2"/>
                </a:solidFill>
              </a:defRPr>
            </a:lvl1pPr>
          </a:lstStyle>
          <a:p>
            <a:r>
              <a:rPr lang="en-US" dirty="0"/>
              <a:t>Click to edit Master title style</a:t>
            </a:r>
          </a:p>
        </p:txBody>
      </p:sp>
      <p:sp>
        <p:nvSpPr>
          <p:cNvPr id="6" name="Text Placeholder 5">
            <a:extLst>
              <a:ext uri="{FF2B5EF4-FFF2-40B4-BE49-F238E27FC236}">
                <a16:creationId xmlns:a16="http://schemas.microsoft.com/office/drawing/2014/main" id="{75EDE688-75EF-DA04-F0B3-24F53FFC6BAF}"/>
              </a:ext>
            </a:extLst>
          </p:cNvPr>
          <p:cNvSpPr>
            <a:spLocks noGrp="1"/>
          </p:cNvSpPr>
          <p:nvPr>
            <p:ph type="body" sz="quarter" idx="13"/>
          </p:nvPr>
        </p:nvSpPr>
        <p:spPr>
          <a:xfrm>
            <a:off x="576000" y="3041649"/>
            <a:ext cx="4956175" cy="9153525"/>
          </a:xfrm>
        </p:spPr>
        <p:txBody>
          <a:bodyPr/>
          <a:lstStyle>
            <a:lvl1pPr>
              <a:lnSpc>
                <a:spcPct val="110000"/>
              </a:lnSpc>
              <a:spcBef>
                <a:spcPts val="0"/>
              </a:spcBef>
              <a:defRPr sz="3600">
                <a:solidFill>
                  <a:schemeClr val="tx1"/>
                </a:solidFill>
              </a:defRPr>
            </a:lvl1pPr>
            <a:lvl2pPr marL="327600" indent="-327600">
              <a:lnSpc>
                <a:spcPct val="100000"/>
              </a:lnSpc>
              <a:spcBef>
                <a:spcPts val="0"/>
              </a:spcBef>
              <a:defRPr sz="3600">
                <a:solidFill>
                  <a:schemeClr val="tx1"/>
                </a:solidFill>
              </a:defRPr>
            </a:lvl2pPr>
            <a:lvl3pPr marL="658800" indent="-327600">
              <a:lnSpc>
                <a:spcPct val="100000"/>
              </a:lnSpc>
              <a:spcBef>
                <a:spcPts val="0"/>
              </a:spcBef>
              <a:defRPr sz="3600">
                <a:solidFill>
                  <a:schemeClr val="tx1"/>
                </a:solidFill>
              </a:defRPr>
            </a:lvl3pPr>
            <a:lvl4pPr marL="986400" indent="-327600">
              <a:lnSpc>
                <a:spcPct val="100000"/>
              </a:lnSpc>
              <a:spcBef>
                <a:spcPts val="0"/>
              </a:spcBef>
              <a:defRPr sz="36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12" name="Picture Placeholder 11" descr="Place imagery here">
            <a:extLst>
              <a:ext uri="{FF2B5EF4-FFF2-40B4-BE49-F238E27FC236}">
                <a16:creationId xmlns:a16="http://schemas.microsoft.com/office/drawing/2014/main" id="{DE390102-FDF4-C834-3F45-02B57A70ADB2}"/>
              </a:ext>
            </a:extLst>
          </p:cNvPr>
          <p:cNvSpPr>
            <a:spLocks noGrp="1"/>
          </p:cNvSpPr>
          <p:nvPr>
            <p:ph type="pic" sz="quarter" idx="14" hasCustomPrompt="1"/>
          </p:nvPr>
        </p:nvSpPr>
        <p:spPr>
          <a:xfrm>
            <a:off x="6096000" y="0"/>
            <a:ext cx="18291175" cy="13716000"/>
          </a:xfrm>
          <a:solidFill>
            <a:srgbClr val="E0E0E0"/>
          </a:solidFill>
        </p:spPr>
        <p:txBody>
          <a:bodyPr anchor="ctr"/>
          <a:lstStyle>
            <a:lvl1pPr algn="ctr">
              <a:defRPr>
                <a:solidFill>
                  <a:schemeClr val="accent5"/>
                </a:solidFill>
              </a:defRPr>
            </a:lvl1pPr>
          </a:lstStyle>
          <a:p>
            <a:r>
              <a:rPr lang="en-US" dirty="0"/>
              <a:t>Place imagery here</a:t>
            </a:r>
          </a:p>
        </p:txBody>
      </p:sp>
      <p:sp>
        <p:nvSpPr>
          <p:cNvPr id="5" name="Footer Placeholder 3">
            <a:extLst>
              <a:ext uri="{FF2B5EF4-FFF2-40B4-BE49-F238E27FC236}">
                <a16:creationId xmlns:a16="http://schemas.microsoft.com/office/drawing/2014/main" id="{7B09C899-A6D4-3826-EAB8-A75F78607CE3}"/>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BEB46264-65A0-272C-CC19-DCA9B586608B}"/>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830154425"/>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ideo or imagery, 3/4, inse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00000"/>
              </a:lnSpc>
              <a:defRPr sz="6800">
                <a:solidFill>
                  <a:schemeClr val="tx2"/>
                </a:solidFill>
              </a:defRPr>
            </a:lvl1pPr>
          </a:lstStyle>
          <a:p>
            <a:r>
              <a:rPr lang="en-US" dirty="0"/>
              <a:t>Click to edit Master title style</a:t>
            </a:r>
          </a:p>
        </p:txBody>
      </p:sp>
      <p:sp>
        <p:nvSpPr>
          <p:cNvPr id="6" name="Text Placeholder 5">
            <a:extLst>
              <a:ext uri="{FF2B5EF4-FFF2-40B4-BE49-F238E27FC236}">
                <a16:creationId xmlns:a16="http://schemas.microsoft.com/office/drawing/2014/main" id="{28FE37E5-0FED-B2B2-3150-F02A8956CD38}"/>
              </a:ext>
            </a:extLst>
          </p:cNvPr>
          <p:cNvSpPr>
            <a:spLocks noGrp="1"/>
          </p:cNvSpPr>
          <p:nvPr>
            <p:ph type="body" sz="quarter" idx="12"/>
          </p:nvPr>
        </p:nvSpPr>
        <p:spPr>
          <a:xfrm>
            <a:off x="576000" y="3041649"/>
            <a:ext cx="4956175" cy="9153525"/>
          </a:xfrm>
        </p:spPr>
        <p:txBody>
          <a:bodyPr/>
          <a:lstStyle>
            <a:lvl1pPr>
              <a:lnSpc>
                <a:spcPct val="110000"/>
              </a:lnSpc>
              <a:spcBef>
                <a:spcPts val="0"/>
              </a:spcBef>
              <a:defRPr sz="3600">
                <a:solidFill>
                  <a:schemeClr val="tx1"/>
                </a:solidFill>
              </a:defRPr>
            </a:lvl1pPr>
            <a:lvl2pPr marL="327600" indent="-327600">
              <a:lnSpc>
                <a:spcPct val="100000"/>
              </a:lnSpc>
              <a:spcBef>
                <a:spcPts val="0"/>
              </a:spcBef>
              <a:defRPr sz="3600">
                <a:solidFill>
                  <a:schemeClr val="tx1"/>
                </a:solidFill>
              </a:defRPr>
            </a:lvl2pPr>
            <a:lvl3pPr marL="658800" indent="-327600">
              <a:lnSpc>
                <a:spcPct val="100000"/>
              </a:lnSpc>
              <a:spcBef>
                <a:spcPts val="0"/>
              </a:spcBef>
              <a:defRPr sz="3600">
                <a:solidFill>
                  <a:schemeClr val="tx1"/>
                </a:solidFill>
              </a:defRPr>
            </a:lvl3pPr>
            <a:lvl4pPr marL="986400" indent="-327600">
              <a:lnSpc>
                <a:spcPct val="100000"/>
              </a:lnSpc>
              <a:spcBef>
                <a:spcPts val="0"/>
              </a:spcBef>
              <a:defRPr sz="36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Picture Placeholder 6" descr="Place imagery here">
            <a:extLst>
              <a:ext uri="{FF2B5EF4-FFF2-40B4-BE49-F238E27FC236}">
                <a16:creationId xmlns:a16="http://schemas.microsoft.com/office/drawing/2014/main" id="{CC70703B-65B6-4B78-8B7C-73857A06C3A8}"/>
              </a:ext>
            </a:extLst>
          </p:cNvPr>
          <p:cNvSpPr>
            <a:spLocks noGrp="1"/>
          </p:cNvSpPr>
          <p:nvPr>
            <p:ph type="pic" sz="quarter" idx="14" hasCustomPrompt="1"/>
          </p:nvPr>
        </p:nvSpPr>
        <p:spPr>
          <a:xfrm>
            <a:off x="6667500" y="571500"/>
            <a:ext cx="17137063" cy="12579350"/>
          </a:xfrm>
          <a:solidFill>
            <a:srgbClr val="E0E0E0"/>
          </a:solidFill>
        </p:spPr>
        <p:txBody>
          <a:bodyPr anchor="ctr"/>
          <a:lstStyle>
            <a:lvl1pPr algn="ctr">
              <a:defRPr>
                <a:solidFill>
                  <a:schemeClr val="accent5"/>
                </a:solidFill>
              </a:defRPr>
            </a:lvl1pPr>
          </a:lstStyle>
          <a:p>
            <a:r>
              <a:rPr lang="en-US" dirty="0"/>
              <a:t>Place imagery here</a:t>
            </a:r>
          </a:p>
        </p:txBody>
      </p:sp>
      <p:sp>
        <p:nvSpPr>
          <p:cNvPr id="3" name="Footer Placeholder 3">
            <a:extLst>
              <a:ext uri="{FF2B5EF4-FFF2-40B4-BE49-F238E27FC236}">
                <a16:creationId xmlns:a16="http://schemas.microsoft.com/office/drawing/2014/main" id="{547D5110-D587-CC11-18F6-FEB7AA2D7851}"/>
              </a:ext>
            </a:extLst>
          </p:cNvPr>
          <p:cNvSpPr>
            <a:spLocks noGrp="1"/>
          </p:cNvSpPr>
          <p:nvPr>
            <p:ph type="ftr" sz="quarter" idx="18"/>
          </p:nvPr>
        </p:nvSpPr>
        <p:spPr>
          <a:xfrm>
            <a:off x="576000" y="12816000"/>
            <a:ext cx="4956176" cy="381000"/>
          </a:xfrm>
        </p:spPr>
        <p:txBody>
          <a:bodyPr/>
          <a:lstStyle/>
          <a:p>
            <a:endParaRPr lang="en-US" dirty="0"/>
          </a:p>
        </p:txBody>
      </p:sp>
    </p:spTree>
    <p:extLst>
      <p:ext uri="{BB962C8B-B14F-4D97-AF65-F5344CB8AC3E}">
        <p14:creationId xmlns:p14="http://schemas.microsoft.com/office/powerpoint/2010/main" val="2327768506"/>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ideo or imagery, bleed">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F6679120-DB81-97FD-CD5A-00DC1F5E6658}"/>
              </a:ext>
            </a:extLst>
          </p:cNvPr>
          <p:cNvSpPr>
            <a:spLocks noGrp="1"/>
          </p:cNvSpPr>
          <p:nvPr>
            <p:ph type="pic" sz="quarter" idx="11" hasCustomPrompt="1"/>
          </p:nvPr>
        </p:nvSpPr>
        <p:spPr>
          <a:xfrm>
            <a:off x="1" y="0"/>
            <a:ext cx="24387174" cy="13715999"/>
          </a:xfrm>
          <a:solidFill>
            <a:srgbClr val="E0E0E0"/>
          </a:solidFill>
        </p:spPr>
        <p:txBody>
          <a:bodyPr anchor="ctr"/>
          <a:lstStyle>
            <a:lvl1pPr algn="ctr">
              <a:defRPr>
                <a:solidFill>
                  <a:schemeClr val="accent5"/>
                </a:solidFill>
              </a:defRPr>
            </a:lvl1pPr>
          </a:lstStyle>
          <a:p>
            <a:r>
              <a:rPr lang="en-US" dirty="0"/>
              <a:t>Place imagery here</a:t>
            </a:r>
          </a:p>
        </p:txBody>
      </p:sp>
      <p:sp>
        <p:nvSpPr>
          <p:cNvPr id="2" name="Slide Number">
            <a:extLst>
              <a:ext uri="{FF2B5EF4-FFF2-40B4-BE49-F238E27FC236}">
                <a16:creationId xmlns:a16="http://schemas.microsoft.com/office/drawing/2014/main" id="{8A69D316-0792-83BD-3912-71CDE3BB681F}"/>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4066270910"/>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ideo or imagery, inset">
    <p:bg>
      <p:bgPr>
        <a:solidFill>
          <a:schemeClr val="bg1"/>
        </a:solidFill>
        <a:effectLst/>
      </p:bgPr>
    </p:bg>
    <p:spTree>
      <p:nvGrpSpPr>
        <p:cNvPr id="1" name=""/>
        <p:cNvGrpSpPr/>
        <p:nvPr/>
      </p:nvGrpSpPr>
      <p:grpSpPr>
        <a:xfrm>
          <a:off x="0" y="0"/>
          <a:ext cx="0" cy="0"/>
          <a:chOff x="0" y="0"/>
          <a:chExt cx="0" cy="0"/>
        </a:xfrm>
      </p:grpSpPr>
      <p:sp>
        <p:nvSpPr>
          <p:cNvPr id="4" name="Picture Placeholder 3" descr="Place imagery here">
            <a:extLst>
              <a:ext uri="{FF2B5EF4-FFF2-40B4-BE49-F238E27FC236}">
                <a16:creationId xmlns:a16="http://schemas.microsoft.com/office/drawing/2014/main" id="{34239CCE-9A38-90E1-F860-FF40FBDA2409}"/>
              </a:ext>
            </a:extLst>
          </p:cNvPr>
          <p:cNvSpPr>
            <a:spLocks noGrp="1"/>
          </p:cNvSpPr>
          <p:nvPr>
            <p:ph type="pic" sz="quarter" idx="11" hasCustomPrompt="1"/>
          </p:nvPr>
        </p:nvSpPr>
        <p:spPr>
          <a:xfrm>
            <a:off x="577850" y="571500"/>
            <a:ext cx="23226713" cy="12579349"/>
          </a:xfrm>
          <a:solidFill>
            <a:srgbClr val="E0E0E0"/>
          </a:solidFill>
        </p:spPr>
        <p:txBody>
          <a:bodyPr anchor="ctr"/>
          <a:lstStyle>
            <a:lvl1pPr algn="ctr">
              <a:defRPr>
                <a:solidFill>
                  <a:schemeClr val="accent5"/>
                </a:solidFill>
              </a:defRPr>
            </a:lvl1pPr>
          </a:lstStyle>
          <a:p>
            <a:r>
              <a:rPr lang="en-US" dirty="0"/>
              <a:t>Place imagery here</a:t>
            </a:r>
          </a:p>
        </p:txBody>
      </p:sp>
    </p:spTree>
    <p:extLst>
      <p:ext uri="{BB962C8B-B14F-4D97-AF65-F5344CB8AC3E}">
        <p14:creationId xmlns:p14="http://schemas.microsoft.com/office/powerpoint/2010/main" val="7694905"/>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acts, profiles, contributors">
    <p:bg>
      <p:bgPr>
        <a:solidFill>
          <a:schemeClr val="bg1"/>
        </a:solidFill>
        <a:effectLst/>
      </p:bgPr>
    </p:bg>
    <p:spTree>
      <p:nvGrpSpPr>
        <p:cNvPr id="1" name=""/>
        <p:cNvGrpSpPr/>
        <p:nvPr/>
      </p:nvGrpSpPr>
      <p:grpSpPr>
        <a:xfrm>
          <a:off x="0" y="0"/>
          <a:ext cx="0" cy="0"/>
          <a:chOff x="0" y="0"/>
          <a:chExt cx="0" cy="0"/>
        </a:xfrm>
      </p:grpSpPr>
      <p:sp>
        <p:nvSpPr>
          <p:cNvPr id="7" name="Picture Placeholder 7" descr="Place bio portrait here">
            <a:extLst>
              <a:ext uri="{FF2B5EF4-FFF2-40B4-BE49-F238E27FC236}">
                <a16:creationId xmlns:a16="http://schemas.microsoft.com/office/drawing/2014/main" id="{0B1677E6-5066-100D-29D6-CCAD04C21BCE}"/>
              </a:ext>
            </a:extLst>
          </p:cNvPr>
          <p:cNvSpPr>
            <a:spLocks noGrp="1"/>
          </p:cNvSpPr>
          <p:nvPr>
            <p:ph type="pic" sz="quarter" idx="28" hasCustomPrompt="1"/>
          </p:nvPr>
        </p:nvSpPr>
        <p:spPr>
          <a:xfrm>
            <a:off x="576000" y="3044825"/>
            <a:ext cx="2462402" cy="2476500"/>
          </a:xfrm>
          <a:solidFill>
            <a:srgbClr val="E0E0E0"/>
          </a:solidFill>
        </p:spPr>
        <p:txBody>
          <a:bodyPr anchor="ctr"/>
          <a:lstStyle>
            <a:lvl1pPr algn="ctr">
              <a:defRPr>
                <a:solidFill>
                  <a:schemeClr val="accent5"/>
                </a:solidFill>
              </a:defRPr>
            </a:lvl1pPr>
          </a:lstStyle>
          <a:p>
            <a:r>
              <a:rPr lang="en-US" dirty="0"/>
              <a:t>Place imagery here</a:t>
            </a:r>
          </a:p>
        </p:txBody>
      </p:sp>
      <p:sp>
        <p:nvSpPr>
          <p:cNvPr id="13" name="Picture Placeholder 7" descr="Place bio portrait here">
            <a:extLst>
              <a:ext uri="{FF2B5EF4-FFF2-40B4-BE49-F238E27FC236}">
                <a16:creationId xmlns:a16="http://schemas.microsoft.com/office/drawing/2014/main" id="{3DCE12BA-53E1-8B67-A029-029F1E6F9163}"/>
              </a:ext>
            </a:extLst>
          </p:cNvPr>
          <p:cNvSpPr>
            <a:spLocks noGrp="1"/>
          </p:cNvSpPr>
          <p:nvPr>
            <p:ph type="pic" sz="quarter" idx="30" hasCustomPrompt="1"/>
          </p:nvPr>
        </p:nvSpPr>
        <p:spPr>
          <a:xfrm>
            <a:off x="576000" y="6096000"/>
            <a:ext cx="2462402"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15" name="Picture Placeholder 7" descr="Place bio portrait here">
            <a:extLst>
              <a:ext uri="{FF2B5EF4-FFF2-40B4-BE49-F238E27FC236}">
                <a16:creationId xmlns:a16="http://schemas.microsoft.com/office/drawing/2014/main" id="{05E149CA-A25F-74EE-93DF-1A877CDE924F}"/>
              </a:ext>
            </a:extLst>
          </p:cNvPr>
          <p:cNvSpPr>
            <a:spLocks noGrp="1"/>
          </p:cNvSpPr>
          <p:nvPr>
            <p:ph type="pic" sz="quarter" idx="32" hasCustomPrompt="1"/>
          </p:nvPr>
        </p:nvSpPr>
        <p:spPr>
          <a:xfrm>
            <a:off x="576000" y="9140825"/>
            <a:ext cx="2462402"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5" name="Picture Placeholder 7" descr="Place bio portrait here">
            <a:extLst>
              <a:ext uri="{FF2B5EF4-FFF2-40B4-BE49-F238E27FC236}">
                <a16:creationId xmlns:a16="http://schemas.microsoft.com/office/drawing/2014/main" id="{AAC7C1AD-0F8C-4D02-0112-981444AFE98D}"/>
              </a:ext>
            </a:extLst>
          </p:cNvPr>
          <p:cNvSpPr>
            <a:spLocks noGrp="1"/>
          </p:cNvSpPr>
          <p:nvPr>
            <p:ph type="pic" sz="quarter" idx="34" hasCustomPrompt="1"/>
          </p:nvPr>
        </p:nvSpPr>
        <p:spPr>
          <a:xfrm>
            <a:off x="12780000" y="3044825"/>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7" name="Picture Placeholder 7" descr="Place bio portrait here">
            <a:extLst>
              <a:ext uri="{FF2B5EF4-FFF2-40B4-BE49-F238E27FC236}">
                <a16:creationId xmlns:a16="http://schemas.microsoft.com/office/drawing/2014/main" id="{22271FFB-E2D1-459B-4089-A291A1110AE8}"/>
              </a:ext>
            </a:extLst>
          </p:cNvPr>
          <p:cNvSpPr>
            <a:spLocks noGrp="1"/>
          </p:cNvSpPr>
          <p:nvPr>
            <p:ph type="pic" sz="quarter" idx="36" hasCustomPrompt="1"/>
          </p:nvPr>
        </p:nvSpPr>
        <p:spPr>
          <a:xfrm>
            <a:off x="12780000" y="6096000"/>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9" name="Picture Placeholder 7" descr="Place bio portrait here">
            <a:extLst>
              <a:ext uri="{FF2B5EF4-FFF2-40B4-BE49-F238E27FC236}">
                <a16:creationId xmlns:a16="http://schemas.microsoft.com/office/drawing/2014/main" id="{F3C99020-5BF1-8A8C-BDCB-42766A5B9BE5}"/>
              </a:ext>
            </a:extLst>
          </p:cNvPr>
          <p:cNvSpPr>
            <a:spLocks noGrp="1"/>
          </p:cNvSpPr>
          <p:nvPr>
            <p:ph type="pic" sz="quarter" idx="38" hasCustomPrompt="1"/>
          </p:nvPr>
        </p:nvSpPr>
        <p:spPr>
          <a:xfrm>
            <a:off x="12780000" y="9140825"/>
            <a:ext cx="2459736" cy="2476500"/>
          </a:xfrm>
          <a:solidFill>
            <a:srgbClr val="E0E0E0"/>
          </a:solidFill>
        </p:spPr>
        <p:txBody>
          <a:bodyPr anchor="ctr"/>
          <a:lstStyle>
            <a:lvl1pPr marL="0" marR="0" indent="0" algn="ctr" defTabSz="2438400" rtl="0" eaLnBrk="1" fontAlgn="auto" latinLnBrk="0" hangingPunct="1">
              <a:lnSpc>
                <a:spcPct val="110000"/>
              </a:lnSpc>
              <a:spcBef>
                <a:spcPts val="0"/>
              </a:spcBef>
              <a:spcAft>
                <a:spcPts val="0"/>
              </a:spcAft>
              <a:buClrTx/>
              <a:buSzTx/>
              <a:buFontTx/>
              <a:buNone/>
              <a:tabLst/>
              <a:defRPr>
                <a:solidFill>
                  <a:schemeClr val="accent5"/>
                </a:solidFill>
              </a:defRPr>
            </a:lvl1pPr>
          </a:lstStyle>
          <a:p>
            <a:pPr marL="0" marR="0" lvl="0" indent="0" algn="ctr" defTabSz="2438400" rtl="0" eaLnBrk="1" fontAlgn="auto" latinLnBrk="0" hangingPunct="1">
              <a:lnSpc>
                <a:spcPct val="110000"/>
              </a:lnSpc>
              <a:spcBef>
                <a:spcPts val="0"/>
              </a:spcBef>
              <a:spcAft>
                <a:spcPts val="0"/>
              </a:spcAft>
              <a:buClrTx/>
              <a:buSzTx/>
              <a:buFontTx/>
              <a:buNone/>
              <a:tabLst/>
              <a:defRPr/>
            </a:pPr>
            <a:r>
              <a:rPr lang="en-US" dirty="0"/>
              <a:t>Place imagery here</a:t>
            </a:r>
          </a:p>
        </p:txBody>
      </p:sp>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2"/>
            <a:ext cx="4949825" cy="1525588"/>
          </a:xfrm>
        </p:spPr>
        <p:txBody>
          <a:bodyPr/>
          <a:lstStyle>
            <a:lvl1pPr>
              <a:lnSpc>
                <a:spcPct val="100000"/>
              </a:lnSpc>
              <a:defRPr sz="6800">
                <a:solidFill>
                  <a:schemeClr val="tx2"/>
                </a:solidFill>
              </a:defRPr>
            </a:lvl1pPr>
          </a:lstStyle>
          <a:p>
            <a:r>
              <a:rPr lang="en-US" dirty="0"/>
              <a:t>Click to edit Master title style</a:t>
            </a:r>
          </a:p>
        </p:txBody>
      </p:sp>
      <p:sp>
        <p:nvSpPr>
          <p:cNvPr id="18" name="Text Placeholder 9">
            <a:extLst>
              <a:ext uri="{FF2B5EF4-FFF2-40B4-BE49-F238E27FC236}">
                <a16:creationId xmlns:a16="http://schemas.microsoft.com/office/drawing/2014/main" id="{31D025A0-5106-DFB0-90B1-8B366B78913F}"/>
              </a:ext>
            </a:extLst>
          </p:cNvPr>
          <p:cNvSpPr>
            <a:spLocks noGrp="1"/>
          </p:cNvSpPr>
          <p:nvPr>
            <p:ph type="body" sz="quarter" idx="21"/>
          </p:nvPr>
        </p:nvSpPr>
        <p:spPr>
          <a:xfrm>
            <a:off x="3429000" y="3044825"/>
            <a:ext cx="5708650" cy="2476500"/>
          </a:xfrm>
        </p:spPr>
        <p:txBody>
          <a:bodyPr/>
          <a:lstStyle>
            <a:lvl1pPr>
              <a:lnSpc>
                <a:spcPct val="110000"/>
              </a:lnSpc>
              <a:spcBef>
                <a:spcPts val="0"/>
              </a:spcBef>
              <a:defRPr sz="3600">
                <a:solidFill>
                  <a:schemeClr val="tx1"/>
                </a:solidFill>
              </a:defRPr>
            </a:lvl1pPr>
            <a:lvl2pPr marL="256032" indent="-256032">
              <a:lnSpc>
                <a:spcPct val="110000"/>
              </a:lnSpc>
              <a:spcBef>
                <a:spcPts val="0"/>
              </a:spcBef>
              <a:defRPr sz="3600">
                <a:solidFill>
                  <a:schemeClr val="tx1"/>
                </a:solidFill>
              </a:defRPr>
            </a:lvl2pPr>
            <a:lvl3pPr marL="512064" indent="-256032">
              <a:lnSpc>
                <a:spcPct val="110000"/>
              </a:lnSpc>
              <a:spcBef>
                <a:spcPts val="0"/>
              </a:spcBef>
              <a:defRPr sz="3600">
                <a:solidFill>
                  <a:schemeClr val="tx1"/>
                </a:solidFill>
              </a:defRPr>
            </a:lvl3pPr>
            <a:lvl4pPr marL="768096" indent="-256032">
              <a:lnSpc>
                <a:spcPct val="110000"/>
              </a:lnSpc>
              <a:spcBef>
                <a:spcPts val="0"/>
              </a:spcBef>
              <a:defRPr sz="36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10" name="Text Placeholder 9">
            <a:extLst>
              <a:ext uri="{FF2B5EF4-FFF2-40B4-BE49-F238E27FC236}">
                <a16:creationId xmlns:a16="http://schemas.microsoft.com/office/drawing/2014/main" id="{126F49A0-96BE-0B44-B1C8-17D765B10B3E}"/>
              </a:ext>
            </a:extLst>
          </p:cNvPr>
          <p:cNvSpPr>
            <a:spLocks noGrp="1"/>
          </p:cNvSpPr>
          <p:nvPr>
            <p:ph type="body" sz="quarter" idx="12"/>
          </p:nvPr>
        </p:nvSpPr>
        <p:spPr>
          <a:xfrm>
            <a:off x="3429000" y="6096000"/>
            <a:ext cx="5708650" cy="2476500"/>
          </a:xfrm>
        </p:spPr>
        <p:txBody>
          <a:bodyPr/>
          <a:lstStyle>
            <a:lvl1pPr>
              <a:lnSpc>
                <a:spcPct val="110000"/>
              </a:lnSpc>
              <a:spcBef>
                <a:spcPts val="0"/>
              </a:spcBef>
              <a:defRPr sz="3600">
                <a:solidFill>
                  <a:schemeClr val="tx1"/>
                </a:solidFill>
              </a:defRPr>
            </a:lvl1pPr>
            <a:lvl2pPr marL="256032" indent="-256032">
              <a:lnSpc>
                <a:spcPct val="110000"/>
              </a:lnSpc>
              <a:spcBef>
                <a:spcPts val="0"/>
              </a:spcBef>
              <a:defRPr sz="3600">
                <a:solidFill>
                  <a:schemeClr val="tx1"/>
                </a:solidFill>
              </a:defRPr>
            </a:lvl2pPr>
            <a:lvl3pPr marL="512064" indent="-256032">
              <a:lnSpc>
                <a:spcPct val="110000"/>
              </a:lnSpc>
              <a:spcBef>
                <a:spcPts val="0"/>
              </a:spcBef>
              <a:defRPr sz="3600">
                <a:solidFill>
                  <a:schemeClr val="tx1"/>
                </a:solidFill>
              </a:defRPr>
            </a:lvl3pPr>
            <a:lvl4pPr marL="768096" indent="-256032">
              <a:lnSpc>
                <a:spcPct val="110000"/>
              </a:lnSpc>
              <a:spcBef>
                <a:spcPts val="0"/>
              </a:spcBef>
              <a:defRPr sz="36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a:p>
            <a:pPr lvl="3"/>
            <a:endParaRPr lang="en-US" dirty="0"/>
          </a:p>
        </p:txBody>
      </p:sp>
      <p:sp>
        <p:nvSpPr>
          <p:cNvPr id="12" name="Text Placeholder 9">
            <a:extLst>
              <a:ext uri="{FF2B5EF4-FFF2-40B4-BE49-F238E27FC236}">
                <a16:creationId xmlns:a16="http://schemas.microsoft.com/office/drawing/2014/main" id="{D4772377-8015-4C99-7ED3-E4475C524D2A}"/>
              </a:ext>
            </a:extLst>
          </p:cNvPr>
          <p:cNvSpPr>
            <a:spLocks noGrp="1"/>
          </p:cNvSpPr>
          <p:nvPr>
            <p:ph type="body" sz="quarter" idx="14"/>
          </p:nvPr>
        </p:nvSpPr>
        <p:spPr>
          <a:xfrm>
            <a:off x="3429000" y="9140825"/>
            <a:ext cx="5708650" cy="2476500"/>
          </a:xfrm>
        </p:spPr>
        <p:txBody>
          <a:bodyPr/>
          <a:lstStyle>
            <a:lvl1pPr>
              <a:lnSpc>
                <a:spcPct val="110000"/>
              </a:lnSpc>
              <a:spcBef>
                <a:spcPts val="0"/>
              </a:spcBef>
              <a:defRPr sz="3600">
                <a:solidFill>
                  <a:schemeClr val="tx1"/>
                </a:solidFill>
              </a:defRPr>
            </a:lvl1pPr>
            <a:lvl2pPr marL="256032" indent="-256032">
              <a:lnSpc>
                <a:spcPct val="110000"/>
              </a:lnSpc>
              <a:spcBef>
                <a:spcPts val="0"/>
              </a:spcBef>
              <a:defRPr sz="3600">
                <a:solidFill>
                  <a:schemeClr val="tx1"/>
                </a:solidFill>
              </a:defRPr>
            </a:lvl2pPr>
            <a:lvl3pPr marL="512064" indent="-256032">
              <a:lnSpc>
                <a:spcPct val="110000"/>
              </a:lnSpc>
              <a:spcBef>
                <a:spcPts val="0"/>
              </a:spcBef>
              <a:defRPr sz="3600">
                <a:solidFill>
                  <a:schemeClr val="tx1"/>
                </a:solidFill>
              </a:defRPr>
            </a:lvl3pPr>
            <a:lvl4pPr marL="768096" indent="-256032">
              <a:lnSpc>
                <a:spcPct val="110000"/>
              </a:lnSpc>
              <a:spcBef>
                <a:spcPts val="0"/>
              </a:spcBef>
              <a:defRPr sz="36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24" name="Text Placeholder 9">
            <a:extLst>
              <a:ext uri="{FF2B5EF4-FFF2-40B4-BE49-F238E27FC236}">
                <a16:creationId xmlns:a16="http://schemas.microsoft.com/office/drawing/2014/main" id="{3E3566C7-C728-77B2-2A34-BBB83D482F56}"/>
              </a:ext>
            </a:extLst>
          </p:cNvPr>
          <p:cNvSpPr>
            <a:spLocks noGrp="1"/>
          </p:cNvSpPr>
          <p:nvPr>
            <p:ph type="body" sz="quarter" idx="27"/>
          </p:nvPr>
        </p:nvSpPr>
        <p:spPr>
          <a:xfrm>
            <a:off x="15617825" y="3044825"/>
            <a:ext cx="5708650" cy="2476500"/>
          </a:xfrm>
        </p:spPr>
        <p:txBody>
          <a:bodyPr/>
          <a:lstStyle>
            <a:lvl1pPr>
              <a:lnSpc>
                <a:spcPct val="110000"/>
              </a:lnSpc>
              <a:spcBef>
                <a:spcPts val="0"/>
              </a:spcBef>
              <a:defRPr sz="3600">
                <a:solidFill>
                  <a:schemeClr val="tx1"/>
                </a:solidFill>
              </a:defRPr>
            </a:lvl1pPr>
            <a:lvl2pPr marL="256032" indent="-256032">
              <a:lnSpc>
                <a:spcPct val="110000"/>
              </a:lnSpc>
              <a:spcBef>
                <a:spcPts val="0"/>
              </a:spcBef>
              <a:defRPr sz="3600">
                <a:solidFill>
                  <a:schemeClr val="tx1"/>
                </a:solidFill>
              </a:defRPr>
            </a:lvl2pPr>
            <a:lvl3pPr marL="512064" indent="-256032">
              <a:lnSpc>
                <a:spcPct val="110000"/>
              </a:lnSpc>
              <a:spcBef>
                <a:spcPts val="0"/>
              </a:spcBef>
              <a:defRPr sz="3600">
                <a:solidFill>
                  <a:schemeClr val="tx1"/>
                </a:solidFill>
              </a:defRPr>
            </a:lvl3pPr>
            <a:lvl4pPr marL="768096" indent="-256032">
              <a:lnSpc>
                <a:spcPct val="110000"/>
              </a:lnSpc>
              <a:spcBef>
                <a:spcPts val="0"/>
              </a:spcBef>
              <a:defRPr sz="36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20" name="Text Placeholder 9">
            <a:extLst>
              <a:ext uri="{FF2B5EF4-FFF2-40B4-BE49-F238E27FC236}">
                <a16:creationId xmlns:a16="http://schemas.microsoft.com/office/drawing/2014/main" id="{A52D1EA1-405F-7875-BAB9-B258776E1460}"/>
              </a:ext>
            </a:extLst>
          </p:cNvPr>
          <p:cNvSpPr>
            <a:spLocks noGrp="1"/>
          </p:cNvSpPr>
          <p:nvPr>
            <p:ph type="body" sz="quarter" idx="23"/>
          </p:nvPr>
        </p:nvSpPr>
        <p:spPr>
          <a:xfrm>
            <a:off x="15617825" y="6096000"/>
            <a:ext cx="5708650" cy="2476500"/>
          </a:xfrm>
        </p:spPr>
        <p:txBody>
          <a:bodyPr/>
          <a:lstStyle>
            <a:lvl1pPr>
              <a:lnSpc>
                <a:spcPct val="110000"/>
              </a:lnSpc>
              <a:spcBef>
                <a:spcPts val="0"/>
              </a:spcBef>
              <a:defRPr sz="3600">
                <a:solidFill>
                  <a:schemeClr val="tx1"/>
                </a:solidFill>
              </a:defRPr>
            </a:lvl1pPr>
            <a:lvl2pPr marL="256032" indent="-256032">
              <a:lnSpc>
                <a:spcPct val="110000"/>
              </a:lnSpc>
              <a:spcBef>
                <a:spcPts val="0"/>
              </a:spcBef>
              <a:defRPr sz="3600">
                <a:solidFill>
                  <a:schemeClr val="tx1"/>
                </a:solidFill>
              </a:defRPr>
            </a:lvl2pPr>
            <a:lvl3pPr marL="512064" indent="-256032">
              <a:lnSpc>
                <a:spcPct val="110000"/>
              </a:lnSpc>
              <a:spcBef>
                <a:spcPts val="0"/>
              </a:spcBef>
              <a:defRPr sz="3600">
                <a:solidFill>
                  <a:schemeClr val="tx1"/>
                </a:solidFill>
              </a:defRPr>
            </a:lvl3pPr>
            <a:lvl4pPr marL="768096" indent="-256032">
              <a:lnSpc>
                <a:spcPct val="110000"/>
              </a:lnSpc>
              <a:spcBef>
                <a:spcPts val="0"/>
              </a:spcBef>
              <a:defRPr sz="36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22" name="Text Placeholder 9">
            <a:extLst>
              <a:ext uri="{FF2B5EF4-FFF2-40B4-BE49-F238E27FC236}">
                <a16:creationId xmlns:a16="http://schemas.microsoft.com/office/drawing/2014/main" id="{73849969-24A3-113A-C58E-4A4B0FB29BAD}"/>
              </a:ext>
            </a:extLst>
          </p:cNvPr>
          <p:cNvSpPr>
            <a:spLocks noGrp="1"/>
          </p:cNvSpPr>
          <p:nvPr>
            <p:ph type="body" sz="quarter" idx="25"/>
          </p:nvPr>
        </p:nvSpPr>
        <p:spPr>
          <a:xfrm>
            <a:off x="15617825" y="9140825"/>
            <a:ext cx="5708650" cy="2476500"/>
          </a:xfrm>
        </p:spPr>
        <p:txBody>
          <a:bodyPr/>
          <a:lstStyle>
            <a:lvl1pPr>
              <a:lnSpc>
                <a:spcPct val="110000"/>
              </a:lnSpc>
              <a:spcBef>
                <a:spcPts val="0"/>
              </a:spcBef>
              <a:defRPr sz="3600">
                <a:solidFill>
                  <a:schemeClr val="tx1"/>
                </a:solidFill>
              </a:defRPr>
            </a:lvl1pPr>
            <a:lvl2pPr marL="256032" indent="-256032">
              <a:lnSpc>
                <a:spcPct val="110000"/>
              </a:lnSpc>
              <a:spcBef>
                <a:spcPts val="0"/>
              </a:spcBef>
              <a:defRPr sz="3600">
                <a:solidFill>
                  <a:schemeClr val="tx1"/>
                </a:solidFill>
              </a:defRPr>
            </a:lvl2pPr>
            <a:lvl3pPr marL="512064" indent="-256032">
              <a:lnSpc>
                <a:spcPct val="110000"/>
              </a:lnSpc>
              <a:spcBef>
                <a:spcPts val="0"/>
              </a:spcBef>
              <a:defRPr sz="3600">
                <a:solidFill>
                  <a:schemeClr val="tx1"/>
                </a:solidFill>
              </a:defRPr>
            </a:lvl3pPr>
            <a:lvl4pPr marL="768096" indent="-256032">
              <a:lnSpc>
                <a:spcPct val="110000"/>
              </a:lnSpc>
              <a:spcBef>
                <a:spcPts val="0"/>
              </a:spcBef>
              <a:defRPr sz="3600">
                <a:solidFill>
                  <a:schemeClr val="tx1"/>
                </a:solidFill>
              </a:defRPr>
            </a:lvl4pPr>
            <a:lvl5pPr>
              <a:lnSpc>
                <a:spcPct val="110000"/>
              </a:lnSpc>
              <a:spcBef>
                <a:spcPts val="0"/>
              </a:spcBef>
              <a:defRPr sz="2800">
                <a:solidFill>
                  <a:schemeClr val="tx1"/>
                </a:solidFill>
              </a:defRPr>
            </a:lvl5pPr>
          </a:lstStyle>
          <a:p>
            <a:pPr lvl="0"/>
            <a:r>
              <a:rPr lang="en-US" dirty="0"/>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p:txBody>
      </p:sp>
      <p:sp>
        <p:nvSpPr>
          <p:cNvPr id="3" name="Footer Placeholder 3">
            <a:extLst>
              <a:ext uri="{FF2B5EF4-FFF2-40B4-BE49-F238E27FC236}">
                <a16:creationId xmlns:a16="http://schemas.microsoft.com/office/drawing/2014/main" id="{7D4D4C25-96EE-FF6D-B301-962CD7A63666}"/>
              </a:ext>
            </a:extLst>
          </p:cNvPr>
          <p:cNvSpPr>
            <a:spLocks noGrp="1"/>
          </p:cNvSpPr>
          <p:nvPr>
            <p:ph type="ftr" sz="quarter" idx="18"/>
          </p:nvPr>
        </p:nvSpPr>
        <p:spPr>
          <a:xfrm>
            <a:off x="576000" y="12816000"/>
            <a:ext cx="4956176" cy="381000"/>
          </a:xfrm>
        </p:spPr>
        <p:txBody>
          <a:bodyPr/>
          <a:lstStyle/>
          <a:p>
            <a:endParaRPr lang="en-US" dirty="0"/>
          </a:p>
        </p:txBody>
      </p:sp>
      <p:sp>
        <p:nvSpPr>
          <p:cNvPr id="6" name="Slide Number">
            <a:extLst>
              <a:ext uri="{FF2B5EF4-FFF2-40B4-BE49-F238E27FC236}">
                <a16:creationId xmlns:a16="http://schemas.microsoft.com/office/drawing/2014/main" id="{DA0E5B0D-36A0-4281-7D57-C2CC4453113C}"/>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936719277"/>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3"/>
            <a:ext cx="4949825" cy="3995928"/>
          </a:xfrm>
        </p:spPr>
        <p:txBody>
          <a:bodyPr/>
          <a:lstStyle>
            <a:lvl1pPr>
              <a:lnSpc>
                <a:spcPct val="100000"/>
              </a:lnSpc>
              <a:defRPr sz="6800">
                <a:solidFill>
                  <a:schemeClr val="tx2"/>
                </a:solidFill>
              </a:defRPr>
            </a:lvl1pPr>
          </a:lstStyle>
          <a:p>
            <a:r>
              <a:rPr lang="en-US" dirty="0"/>
              <a:t>Click to edit Master title style</a:t>
            </a:r>
          </a:p>
        </p:txBody>
      </p:sp>
      <p:sp>
        <p:nvSpPr>
          <p:cNvPr id="5" name="Table Placeholder 4">
            <a:extLst>
              <a:ext uri="{FF2B5EF4-FFF2-40B4-BE49-F238E27FC236}">
                <a16:creationId xmlns:a16="http://schemas.microsoft.com/office/drawing/2014/main" id="{B3D8D357-75A1-F4FD-F531-380CF7DE4340}"/>
              </a:ext>
            </a:extLst>
          </p:cNvPr>
          <p:cNvSpPr>
            <a:spLocks noGrp="1"/>
          </p:cNvSpPr>
          <p:nvPr>
            <p:ph type="tbl" sz="quarter" idx="11"/>
          </p:nvPr>
        </p:nvSpPr>
        <p:spPr>
          <a:xfrm>
            <a:off x="6667500" y="576000"/>
            <a:ext cx="17145000" cy="11623675"/>
          </a:xfrm>
        </p:spPr>
        <p:txBody>
          <a:bodyPr anchor="ctr"/>
          <a:lstStyle>
            <a:lvl1pPr algn="ctr">
              <a:defRPr>
                <a:solidFill>
                  <a:schemeClr val="tx1"/>
                </a:solidFill>
              </a:defRPr>
            </a:lvl1pPr>
          </a:lstStyle>
          <a:p>
            <a:r>
              <a:rPr lang="en-US" dirty="0"/>
              <a:t>Click icon to add table</a:t>
            </a:r>
          </a:p>
        </p:txBody>
      </p:sp>
      <p:sp>
        <p:nvSpPr>
          <p:cNvPr id="3" name="Footer Placeholder 3">
            <a:extLst>
              <a:ext uri="{FF2B5EF4-FFF2-40B4-BE49-F238E27FC236}">
                <a16:creationId xmlns:a16="http://schemas.microsoft.com/office/drawing/2014/main" id="{3694FFFD-5196-625E-C3FC-9AB6BB13FC34}"/>
              </a:ext>
            </a:extLst>
          </p:cNvPr>
          <p:cNvSpPr>
            <a:spLocks noGrp="1"/>
          </p:cNvSpPr>
          <p:nvPr>
            <p:ph type="ftr" sz="quarter" idx="18"/>
          </p:nvPr>
        </p:nvSpPr>
        <p:spPr>
          <a:xfrm>
            <a:off x="576000" y="12816000"/>
            <a:ext cx="4956176" cy="381000"/>
          </a:xfrm>
        </p:spPr>
        <p:txBody>
          <a:bodyPr/>
          <a:lstStyle/>
          <a:p>
            <a:endParaRPr lang="en-US" dirty="0"/>
          </a:p>
        </p:txBody>
      </p:sp>
      <p:sp>
        <p:nvSpPr>
          <p:cNvPr id="7" name="Slide Number">
            <a:extLst>
              <a:ext uri="{FF2B5EF4-FFF2-40B4-BE49-F238E27FC236}">
                <a16:creationId xmlns:a16="http://schemas.microsoft.com/office/drawing/2014/main" id="{DD2D25A8-2AEC-F554-8D58-47C112486D41}"/>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388229029"/>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hasCustomPrompt="1"/>
          </p:nvPr>
        </p:nvSpPr>
        <p:spPr>
          <a:xfrm>
            <a:off x="576000" y="576071"/>
            <a:ext cx="4949825" cy="1527049"/>
          </a:xfrm>
        </p:spPr>
        <p:txBody>
          <a:bodyPr/>
          <a:lstStyle>
            <a:lvl1pPr>
              <a:lnSpc>
                <a:spcPct val="100000"/>
              </a:lnSpc>
              <a:defRPr sz="6800">
                <a:solidFill>
                  <a:schemeClr val="tx2"/>
                </a:solidFill>
              </a:defRPr>
            </a:lvl1pPr>
          </a:lstStyle>
          <a:p>
            <a:r>
              <a:rPr lang="en-US" dirty="0"/>
              <a:t>Click to edit Master title style </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
        <p:nvSpPr>
          <p:cNvPr id="10" name="Text Placeholder 9">
            <a:extLst>
              <a:ext uri="{FF2B5EF4-FFF2-40B4-BE49-F238E27FC236}">
                <a16:creationId xmlns:a16="http://schemas.microsoft.com/office/drawing/2014/main" id="{BDFFC916-9B64-A7DC-672D-A4AFA1AE968C}"/>
              </a:ext>
            </a:extLst>
          </p:cNvPr>
          <p:cNvSpPr>
            <a:spLocks noGrp="1"/>
          </p:cNvSpPr>
          <p:nvPr>
            <p:ph type="body" sz="quarter" idx="13" hasCustomPrompt="1"/>
          </p:nvPr>
        </p:nvSpPr>
        <p:spPr>
          <a:xfrm>
            <a:off x="6667500" y="12782487"/>
            <a:ext cx="5524500" cy="425450"/>
          </a:xfrm>
        </p:spPr>
        <p:txBody>
          <a:bodyPr anchor="b" anchorCtr="0"/>
          <a:lstStyle>
            <a:lvl1pPr>
              <a:defRPr sz="1600">
                <a:latin typeface="IBM Plex Sans Light" panose="020B0503050203000203" pitchFamily="34" charset="0"/>
              </a:defRPr>
            </a:lvl1pPr>
            <a:lvl2pPr>
              <a:defRPr sz="1600"/>
            </a:lvl2pPr>
            <a:lvl3pPr>
              <a:defRPr sz="1600"/>
            </a:lvl3pPr>
            <a:lvl4pPr>
              <a:defRPr sz="1600"/>
            </a:lvl4pPr>
            <a:lvl5pPr>
              <a:defRPr sz="1600"/>
            </a:lvl5pPr>
          </a:lstStyle>
          <a:p>
            <a:pPr lvl="0"/>
            <a:r>
              <a:rPr lang="en-US" dirty="0"/>
              <a:t>Source</a:t>
            </a:r>
          </a:p>
        </p:txBody>
      </p:sp>
      <p:sp>
        <p:nvSpPr>
          <p:cNvPr id="13" name="Text Placeholder 12">
            <a:extLst>
              <a:ext uri="{FF2B5EF4-FFF2-40B4-BE49-F238E27FC236}">
                <a16:creationId xmlns:a16="http://schemas.microsoft.com/office/drawing/2014/main" id="{81A85749-B0F2-6B16-9E7E-1C979593E9E7}"/>
              </a:ext>
            </a:extLst>
          </p:cNvPr>
          <p:cNvSpPr>
            <a:spLocks noGrp="1"/>
          </p:cNvSpPr>
          <p:nvPr>
            <p:ph type="body" sz="quarter" idx="14"/>
          </p:nvPr>
        </p:nvSpPr>
        <p:spPr>
          <a:xfrm>
            <a:off x="576000" y="3044825"/>
            <a:ext cx="4943475" cy="9150350"/>
          </a:xfrm>
        </p:spPr>
        <p:txBody>
          <a:bodyPr/>
          <a:lstStyle>
            <a:lvl1pPr>
              <a:defRPr sz="3600">
                <a:latin typeface="IBM Plex Sans Light"/>
              </a:defRPr>
            </a:lvl1pPr>
            <a:lvl2pPr marL="327600" indent="-327600">
              <a:lnSpc>
                <a:spcPct val="100000"/>
              </a:lnSpc>
              <a:defRPr sz="2800">
                <a:latin typeface="IBM Plex Sans Light"/>
              </a:defRPr>
            </a:lvl2pPr>
            <a:lvl3pPr marL="658800" indent="-327600">
              <a:lnSpc>
                <a:spcPct val="100000"/>
              </a:lnSpc>
              <a:defRPr sz="2800">
                <a:latin typeface="IBM Plex Sans Light"/>
              </a:defRPr>
            </a:lvl3pPr>
            <a:lvl4pPr marL="986400" indent="-327600">
              <a:lnSpc>
                <a:spcPct val="100000"/>
              </a:lnSpc>
              <a:defRPr sz="2800">
                <a:latin typeface="IBM Plex Sans Light"/>
              </a:defRPr>
            </a:lvl4pPr>
            <a:lvl5pPr>
              <a:defRPr sz="2800">
                <a:latin typeface="IBM Plex Sans Light"/>
              </a:defRPr>
            </a:lvl5pPr>
          </a:lstStyle>
          <a:p>
            <a:pPr marL="0" marR="0" lvl="0" indent="0" algn="l" defTabSz="2438400" rtl="0" eaLnBrk="1" fontAlgn="auto" latinLnBrk="0" hangingPunct="1">
              <a:lnSpc>
                <a:spcPct val="110000"/>
              </a:lnSpc>
              <a:spcBef>
                <a:spcPts val="0"/>
              </a:spcBef>
              <a:spcAft>
                <a:spcPts val="0"/>
              </a:spcAft>
              <a:buClrTx/>
              <a:buSzTx/>
              <a:buFontTx/>
              <a:buNone/>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Click to edit Master text styles</a:t>
            </a:r>
          </a:p>
          <a:p>
            <a:pPr marL="327600" marR="0" lvl="1"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Second level</a:t>
            </a:r>
          </a:p>
          <a:p>
            <a:pPr marL="658800" marR="0" lvl="2"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Third level</a:t>
            </a:r>
          </a:p>
          <a:p>
            <a:pPr marL="986400" marR="0" lvl="3" indent="-327600" algn="l" defTabSz="2438400" rtl="0" eaLnBrk="1" fontAlgn="auto" latinLnBrk="0" hangingPunct="1">
              <a:lnSpc>
                <a:spcPct val="100000"/>
              </a:lnSpc>
              <a:spcBef>
                <a:spcPts val="0"/>
              </a:spcBef>
              <a:spcAft>
                <a:spcPts val="0"/>
              </a:spcAft>
              <a:buClrTx/>
              <a:buSzPct val="100000"/>
              <a:buFont typeface="IBM Plex Sans Light" panose="020B0604020202020204" pitchFamily="34" charset="0"/>
              <a:buChar char="•"/>
              <a:tabLst/>
              <a:defRPr/>
            </a:pPr>
            <a:r>
              <a:rPr kumimoji="0" lang="en-US" sz="3600" b="0" i="0" u="none" strike="noStrike" kern="0" cap="none" spc="0" normalizeH="0" baseline="0" noProof="0" dirty="0">
                <a:ln>
                  <a:noFill/>
                </a:ln>
                <a:solidFill>
                  <a:srgbClr val="000000"/>
                </a:solidFill>
                <a:effectLst/>
                <a:uLnTx/>
                <a:uFillTx/>
                <a:latin typeface="IBM Plex Sans Light"/>
                <a:sym typeface="IBM Plex Sans Light"/>
              </a:rPr>
              <a:t>Fourth level</a:t>
            </a:r>
          </a:p>
          <a:p>
            <a:pPr>
              <a:lnSpc>
                <a:spcPct val="110000"/>
              </a:lnSpc>
            </a:pPr>
            <a:endParaRPr lang="en-US" sz="2800" dirty="0">
              <a:latin typeface="IBM Plex Sans Light" panose="020B0403050203000203" pitchFamily="34" charset="0"/>
            </a:endParaRPr>
          </a:p>
        </p:txBody>
      </p:sp>
      <p:sp>
        <p:nvSpPr>
          <p:cNvPr id="4" name="Footer Placeholder 3">
            <a:extLst>
              <a:ext uri="{FF2B5EF4-FFF2-40B4-BE49-F238E27FC236}">
                <a16:creationId xmlns:a16="http://schemas.microsoft.com/office/drawing/2014/main" id="{E71CF978-95F1-0188-4FBB-81AAB884C2C1}"/>
              </a:ext>
            </a:extLst>
          </p:cNvPr>
          <p:cNvSpPr>
            <a:spLocks noGrp="1"/>
          </p:cNvSpPr>
          <p:nvPr>
            <p:ph type="ftr" sz="quarter" idx="18"/>
          </p:nvPr>
        </p:nvSpPr>
        <p:spPr>
          <a:xfrm>
            <a:off x="576000" y="12816000"/>
            <a:ext cx="4956176" cy="381000"/>
          </a:xfrm>
        </p:spPr>
        <p:txBody>
          <a:bodyPr/>
          <a:lstStyle/>
          <a:p>
            <a:endParaRPr lang="en-US" dirty="0"/>
          </a:p>
        </p:txBody>
      </p:sp>
    </p:spTree>
    <p:extLst>
      <p:ext uri="{BB962C8B-B14F-4D97-AF65-F5344CB8AC3E}">
        <p14:creationId xmlns:p14="http://schemas.microsoft.com/office/powerpoint/2010/main" val="3264910353"/>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Legal disclaimer, one column">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00" y="576000"/>
            <a:ext cx="4956175" cy="2859087"/>
          </a:xfrm>
        </p:spPr>
        <p:txBody>
          <a:bodyPr/>
          <a:lstStyle>
            <a:lvl1pPr>
              <a:lnSpc>
                <a:spcPct val="100000"/>
              </a:lnSpc>
              <a:spcBef>
                <a:spcPts val="0"/>
              </a:spcBef>
              <a:defRPr sz="68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US" dirty="0"/>
              <a:t>Click to edit Master text styles</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62675" y="576000"/>
            <a:ext cx="4953000" cy="11625262"/>
          </a:xfrm>
        </p:spPr>
        <p:txBody>
          <a:bodyPr/>
          <a:lstStyle>
            <a:lvl1pPr>
              <a:lnSpc>
                <a:spcPct val="120000"/>
              </a:lnSpc>
              <a:spcBef>
                <a:spcPts val="0"/>
              </a:spcBef>
              <a:defRPr sz="1600" b="0" i="0">
                <a:solidFill>
                  <a:schemeClr val="tx1"/>
                </a:solidFill>
                <a:latin typeface="IBM Plex Sans Light" panose="020B0503050203000203" pitchFamily="34" charset="0"/>
              </a:defRPr>
            </a:lvl1pPr>
            <a:lvl2pPr marL="146304" indent="-146304">
              <a:lnSpc>
                <a:spcPct val="120000"/>
              </a:lnSpc>
              <a:spcBef>
                <a:spcPts val="0"/>
              </a:spcBef>
              <a:defRPr sz="1600" b="0" i="0">
                <a:solidFill>
                  <a:schemeClr val="tx1"/>
                </a:solidFill>
                <a:latin typeface="IBM Plex Sans Light" panose="020B0503050203000203" pitchFamily="34" charset="0"/>
              </a:defRPr>
            </a:lvl2pPr>
            <a:lvl3pPr marL="292608" indent="-146304">
              <a:lnSpc>
                <a:spcPct val="120000"/>
              </a:lnSpc>
              <a:spcBef>
                <a:spcPts val="0"/>
              </a:spcBef>
              <a:defRPr sz="1600" b="0" i="0">
                <a:solidFill>
                  <a:schemeClr val="tx1"/>
                </a:solidFill>
                <a:latin typeface="IBM Plex Sans Light" panose="020B0503050203000203" pitchFamily="34" charset="0"/>
              </a:defRPr>
            </a:lvl3pPr>
            <a:lvl4pPr marL="438912" indent="-146304">
              <a:lnSpc>
                <a:spcPct val="120000"/>
              </a:lnSpc>
              <a:spcBef>
                <a:spcPts val="0"/>
              </a:spcBef>
              <a:defRPr sz="1600" b="0" i="0">
                <a:solidFill>
                  <a:schemeClr val="tx1"/>
                </a:solidFill>
                <a:latin typeface="IBM Plex Sans Light" panose="020B0503050203000203" pitchFamily="34" charset="0"/>
              </a:defRPr>
            </a:lvl4pPr>
            <a:lvl5pPr>
              <a:lnSpc>
                <a:spcPct val="120000"/>
              </a:lnSpc>
              <a:spcBef>
                <a:spcPts val="0"/>
              </a:spcBef>
              <a:defRPr sz="1600" b="0" i="0">
                <a:solidFill>
                  <a:schemeClr val="tx1"/>
                </a:solidFill>
                <a:latin typeface="IBM Plex Sans Light"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2" name="Footer Placeholder 1">
            <a:extLst>
              <a:ext uri="{FF2B5EF4-FFF2-40B4-BE49-F238E27FC236}">
                <a16:creationId xmlns:a16="http://schemas.microsoft.com/office/drawing/2014/main" id="{04A6E1A4-1881-81E9-2BBE-BC4DBFE11A0E}"/>
              </a:ext>
            </a:extLst>
          </p:cNvPr>
          <p:cNvSpPr>
            <a:spLocks noGrp="1"/>
          </p:cNvSpPr>
          <p:nvPr>
            <p:ph type="ftr" sz="quarter" idx="16"/>
          </p:nvPr>
        </p:nvSpPr>
        <p:spPr>
          <a:xfrm>
            <a:off x="576000" y="12816000"/>
            <a:ext cx="4956176" cy="381000"/>
          </a:xfrm>
        </p:spPr>
        <p:txBody>
          <a:bodyPr/>
          <a:lstStyle/>
          <a:p>
            <a:endParaRPr lang="en-US" dirty="0"/>
          </a:p>
        </p:txBody>
      </p:sp>
      <p:sp>
        <p:nvSpPr>
          <p:cNvPr id="3" name="Slide Number">
            <a:extLst>
              <a:ext uri="{FF2B5EF4-FFF2-40B4-BE49-F238E27FC236}">
                <a16:creationId xmlns:a16="http://schemas.microsoft.com/office/drawing/2014/main" id="{0C628C1A-F2DD-6011-5846-A9A3A6D3BD7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186187956"/>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gal disclaimer, two columns">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BB717A5-5D28-36C3-250F-93E0C68721CA}"/>
              </a:ext>
            </a:extLst>
          </p:cNvPr>
          <p:cNvSpPr>
            <a:spLocks noGrp="1"/>
          </p:cNvSpPr>
          <p:nvPr>
            <p:ph type="body" sz="quarter" idx="14"/>
          </p:nvPr>
        </p:nvSpPr>
        <p:spPr>
          <a:xfrm>
            <a:off x="576000" y="576000"/>
            <a:ext cx="4956175" cy="2859087"/>
          </a:xfrm>
        </p:spPr>
        <p:txBody>
          <a:bodyPr/>
          <a:lstStyle>
            <a:lvl1pPr>
              <a:lnSpc>
                <a:spcPct val="100000"/>
              </a:lnSpc>
              <a:spcBef>
                <a:spcPts val="0"/>
              </a:spcBef>
              <a:defRPr sz="6800">
                <a:solidFill>
                  <a:schemeClr val="tx2"/>
                </a:solidFill>
              </a:defRPr>
            </a:lvl1pPr>
            <a:lvl2pPr>
              <a:lnSpc>
                <a:spcPct val="100000"/>
              </a:lnSpc>
              <a:spcBef>
                <a:spcPts val="0"/>
              </a:spcBef>
              <a:defRPr sz="6400">
                <a:solidFill>
                  <a:schemeClr val="tx1"/>
                </a:solidFill>
              </a:defRPr>
            </a:lvl2pPr>
            <a:lvl3pPr>
              <a:lnSpc>
                <a:spcPct val="100000"/>
              </a:lnSpc>
              <a:spcBef>
                <a:spcPts val="0"/>
              </a:spcBef>
              <a:defRPr sz="6400">
                <a:solidFill>
                  <a:schemeClr val="tx1"/>
                </a:solidFill>
              </a:defRPr>
            </a:lvl3pPr>
            <a:lvl4pPr>
              <a:lnSpc>
                <a:spcPct val="100000"/>
              </a:lnSpc>
              <a:spcBef>
                <a:spcPts val="0"/>
              </a:spcBef>
              <a:defRPr sz="6400">
                <a:solidFill>
                  <a:schemeClr val="tx1"/>
                </a:solidFill>
              </a:defRPr>
            </a:lvl4pPr>
            <a:lvl5pPr>
              <a:lnSpc>
                <a:spcPct val="100000"/>
              </a:lnSpc>
              <a:spcBef>
                <a:spcPts val="0"/>
              </a:spcBef>
              <a:defRPr sz="6400">
                <a:solidFill>
                  <a:schemeClr val="tx1"/>
                </a:solidFill>
              </a:defRPr>
            </a:lvl5pPr>
          </a:lstStyle>
          <a:p>
            <a:pPr lvl="0"/>
            <a:r>
              <a:rPr lang="en-US" dirty="0"/>
              <a:t>Click to edit Master text styles</a:t>
            </a:r>
          </a:p>
        </p:txBody>
      </p:sp>
      <p:sp>
        <p:nvSpPr>
          <p:cNvPr id="6" name="Text Placeholder 6">
            <a:extLst>
              <a:ext uri="{FF2B5EF4-FFF2-40B4-BE49-F238E27FC236}">
                <a16:creationId xmlns:a16="http://schemas.microsoft.com/office/drawing/2014/main" id="{54E531DA-4051-706E-065B-21A03914153D}"/>
              </a:ext>
            </a:extLst>
          </p:cNvPr>
          <p:cNvSpPr>
            <a:spLocks noGrp="1"/>
          </p:cNvSpPr>
          <p:nvPr>
            <p:ph type="body" sz="quarter" idx="17" hasCustomPrompt="1"/>
          </p:nvPr>
        </p:nvSpPr>
        <p:spPr>
          <a:xfrm>
            <a:off x="12780000" y="576000"/>
            <a:ext cx="4953000" cy="11625262"/>
          </a:xfrm>
        </p:spPr>
        <p:txBody>
          <a:bodyPr/>
          <a:lstStyle>
            <a:lvl1pPr>
              <a:lnSpc>
                <a:spcPct val="120000"/>
              </a:lnSpc>
              <a:spcBef>
                <a:spcPts val="0"/>
              </a:spcBef>
              <a:defRPr sz="1600" b="0" i="0">
                <a:solidFill>
                  <a:schemeClr val="tx1"/>
                </a:solidFill>
                <a:latin typeface="IBM Plex Sans Light" panose="020B0503050203000203" pitchFamily="34" charset="0"/>
              </a:defRPr>
            </a:lvl1pPr>
            <a:lvl2pPr marL="146304" indent="-146304">
              <a:lnSpc>
                <a:spcPct val="120000"/>
              </a:lnSpc>
              <a:spcBef>
                <a:spcPts val="0"/>
              </a:spcBef>
              <a:defRPr sz="1600" b="0" i="0">
                <a:solidFill>
                  <a:schemeClr val="tx1"/>
                </a:solidFill>
                <a:latin typeface="IBM Plex Sans Light" panose="020B0503050203000203" pitchFamily="34" charset="0"/>
              </a:defRPr>
            </a:lvl2pPr>
            <a:lvl3pPr marL="292608" indent="-146304">
              <a:lnSpc>
                <a:spcPct val="120000"/>
              </a:lnSpc>
              <a:spcBef>
                <a:spcPts val="0"/>
              </a:spcBef>
              <a:defRPr sz="1600" b="0" i="0">
                <a:solidFill>
                  <a:schemeClr val="tx1"/>
                </a:solidFill>
                <a:latin typeface="IBM Plex Sans Light" panose="020B0503050203000203" pitchFamily="34" charset="0"/>
              </a:defRPr>
            </a:lvl3pPr>
            <a:lvl4pPr marL="438912" indent="-146304">
              <a:lnSpc>
                <a:spcPct val="120000"/>
              </a:lnSpc>
              <a:spcBef>
                <a:spcPts val="0"/>
              </a:spcBef>
              <a:defRPr sz="1600" b="0" i="0">
                <a:solidFill>
                  <a:schemeClr val="tx1"/>
                </a:solidFill>
                <a:latin typeface="IBM Plex Sans Light" panose="020B0503050203000203" pitchFamily="34" charset="0"/>
              </a:defRPr>
            </a:lvl4pPr>
            <a:lvl5pPr>
              <a:lnSpc>
                <a:spcPct val="120000"/>
              </a:lnSpc>
              <a:spcBef>
                <a:spcPts val="0"/>
              </a:spcBef>
              <a:defRPr sz="1600" b="0" i="0">
                <a:solidFill>
                  <a:schemeClr val="tx1"/>
                </a:solidFill>
                <a:latin typeface="IBM Plex Sans Light"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7" name="Text Placeholder 6">
            <a:extLst>
              <a:ext uri="{FF2B5EF4-FFF2-40B4-BE49-F238E27FC236}">
                <a16:creationId xmlns:a16="http://schemas.microsoft.com/office/drawing/2014/main" id="{13FF5DC1-E283-8AC5-8620-936474303181}"/>
              </a:ext>
            </a:extLst>
          </p:cNvPr>
          <p:cNvSpPr>
            <a:spLocks noGrp="1"/>
          </p:cNvSpPr>
          <p:nvPr>
            <p:ph type="body" sz="quarter" idx="15" hasCustomPrompt="1"/>
          </p:nvPr>
        </p:nvSpPr>
        <p:spPr>
          <a:xfrm>
            <a:off x="18859500" y="576000"/>
            <a:ext cx="4953000" cy="11625262"/>
          </a:xfrm>
        </p:spPr>
        <p:txBody>
          <a:bodyPr/>
          <a:lstStyle>
            <a:lvl1pPr>
              <a:lnSpc>
                <a:spcPct val="120000"/>
              </a:lnSpc>
              <a:spcBef>
                <a:spcPts val="0"/>
              </a:spcBef>
              <a:defRPr sz="1600" b="0" i="0">
                <a:solidFill>
                  <a:schemeClr val="tx1"/>
                </a:solidFill>
                <a:latin typeface="IBM Plex Sans Light" panose="020B0503050203000203" pitchFamily="34" charset="0"/>
              </a:defRPr>
            </a:lvl1pPr>
            <a:lvl2pPr marL="146304" indent="-146304">
              <a:lnSpc>
                <a:spcPct val="120000"/>
              </a:lnSpc>
              <a:spcBef>
                <a:spcPts val="0"/>
              </a:spcBef>
              <a:defRPr sz="1600" b="0" i="0">
                <a:solidFill>
                  <a:schemeClr val="tx1"/>
                </a:solidFill>
                <a:latin typeface="IBM Plex Sans Light" panose="020B0503050203000203" pitchFamily="34" charset="0"/>
              </a:defRPr>
            </a:lvl2pPr>
            <a:lvl3pPr marL="292608" indent="-146304">
              <a:lnSpc>
                <a:spcPct val="120000"/>
              </a:lnSpc>
              <a:spcBef>
                <a:spcPts val="0"/>
              </a:spcBef>
              <a:defRPr sz="1600" b="0" i="0">
                <a:solidFill>
                  <a:schemeClr val="tx1"/>
                </a:solidFill>
                <a:latin typeface="IBM Plex Sans Light" panose="020B0503050203000203" pitchFamily="34" charset="0"/>
              </a:defRPr>
            </a:lvl3pPr>
            <a:lvl4pPr marL="438912" indent="-146304">
              <a:lnSpc>
                <a:spcPct val="120000"/>
              </a:lnSpc>
              <a:spcBef>
                <a:spcPts val="0"/>
              </a:spcBef>
              <a:defRPr sz="1600" b="0" i="0">
                <a:solidFill>
                  <a:schemeClr val="tx1"/>
                </a:solidFill>
                <a:latin typeface="IBM Plex Sans Light" panose="020B0503050203000203" pitchFamily="34" charset="0"/>
              </a:defRPr>
            </a:lvl4pPr>
            <a:lvl5pPr>
              <a:lnSpc>
                <a:spcPct val="120000"/>
              </a:lnSpc>
              <a:spcBef>
                <a:spcPts val="0"/>
              </a:spcBef>
              <a:defRPr sz="1600" b="0" i="0">
                <a:solidFill>
                  <a:schemeClr val="tx1"/>
                </a:solidFill>
                <a:latin typeface="IBM Plex Sans Light" panose="020B0503050203000203" pitchFamily="34" charset="0"/>
              </a:defRPr>
            </a:lvl5pPr>
          </a:lstStyle>
          <a:p>
            <a:r>
              <a:rPr lang="en-US" dirty="0"/>
              <a:t>Copy and paste appropriate legal disclaimer text from one of the three options in the PDF guidance deck, found on pages 22-24. Always use the proper legal disclaimer for your presentation audience.</a:t>
            </a:r>
          </a:p>
        </p:txBody>
      </p:sp>
      <p:sp>
        <p:nvSpPr>
          <p:cNvPr id="3" name="Footer Placeholder 3">
            <a:extLst>
              <a:ext uri="{FF2B5EF4-FFF2-40B4-BE49-F238E27FC236}">
                <a16:creationId xmlns:a16="http://schemas.microsoft.com/office/drawing/2014/main" id="{F5CA4A6F-2777-D002-EE9E-92C246A4DA85}"/>
              </a:ext>
            </a:extLst>
          </p:cNvPr>
          <p:cNvSpPr>
            <a:spLocks noGrp="1"/>
          </p:cNvSpPr>
          <p:nvPr>
            <p:ph type="ftr" sz="quarter" idx="18"/>
          </p:nvPr>
        </p:nvSpPr>
        <p:spPr>
          <a:xfrm>
            <a:off x="576000" y="12816000"/>
            <a:ext cx="4956176" cy="381000"/>
          </a:xfrm>
        </p:spPr>
        <p:txBody>
          <a:bodyPr/>
          <a:lstStyle/>
          <a:p>
            <a:endParaRPr lang="en-US" dirty="0"/>
          </a:p>
        </p:txBody>
      </p:sp>
      <p:sp>
        <p:nvSpPr>
          <p:cNvPr id="8" name="Slide Number">
            <a:extLst>
              <a:ext uri="{FF2B5EF4-FFF2-40B4-BE49-F238E27FC236}">
                <a16:creationId xmlns:a16="http://schemas.microsoft.com/office/drawing/2014/main" id="{3FBFB86A-A7DC-B54C-4EEC-B69E1897903E}"/>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19196161"/>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2468753"/>
          </a:xfrm>
        </p:spPr>
        <p:txBody>
          <a:bodyPr/>
          <a:lstStyle>
            <a:lvl1pPr>
              <a:lnSpc>
                <a:spcPct val="100000"/>
              </a:lnSpc>
              <a:defRPr sz="6800">
                <a:solidFill>
                  <a:schemeClr val="tx2"/>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69559113-A66F-B148-0A73-FD8B5C2B023D}"/>
              </a:ext>
            </a:extLst>
          </p:cNvPr>
          <p:cNvSpPr>
            <a:spLocks noGrp="1"/>
          </p:cNvSpPr>
          <p:nvPr>
            <p:ph type="ftr" sz="quarter" idx="12"/>
          </p:nvPr>
        </p:nvSpPr>
        <p:spPr>
          <a:xfrm>
            <a:off x="576000" y="12816000"/>
            <a:ext cx="4956176" cy="381000"/>
          </a:xfrm>
        </p:spPr>
        <p:txBody>
          <a:bodyPr/>
          <a:lstStyle/>
          <a:p>
            <a:endParaRPr lang="en-US" dirty="0"/>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09605039"/>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lank slide, no foot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D0BFE-82FD-94B0-E6D9-A9096777C842}"/>
              </a:ext>
            </a:extLst>
          </p:cNvPr>
          <p:cNvSpPr>
            <a:spLocks noGrp="1"/>
          </p:cNvSpPr>
          <p:nvPr>
            <p:ph type="title"/>
          </p:nvPr>
        </p:nvSpPr>
        <p:spPr>
          <a:xfrm>
            <a:off x="576000" y="576071"/>
            <a:ext cx="4949825" cy="2468753"/>
          </a:xfrm>
        </p:spPr>
        <p:txBody>
          <a:bodyPr/>
          <a:lstStyle>
            <a:lvl1pPr>
              <a:lnSpc>
                <a:spcPct val="100000"/>
              </a:lnSpc>
              <a:defRPr sz="6800">
                <a:solidFill>
                  <a:schemeClr val="tx2"/>
                </a:solidFill>
              </a:defRPr>
            </a:lvl1pPr>
          </a:lstStyle>
          <a:p>
            <a:r>
              <a:rPr lang="en-US" dirty="0"/>
              <a:t>Click to edit Master title style</a:t>
            </a:r>
          </a:p>
        </p:txBody>
      </p:sp>
      <p:sp>
        <p:nvSpPr>
          <p:cNvPr id="3" name="Slide Number">
            <a:extLst>
              <a:ext uri="{FF2B5EF4-FFF2-40B4-BE49-F238E27FC236}">
                <a16:creationId xmlns:a16="http://schemas.microsoft.com/office/drawing/2014/main" id="{B0435695-E156-66C6-5CE4-B0F751F125D2}"/>
              </a:ext>
            </a:extLst>
          </p:cNvPr>
          <p:cNvSpPr txBox="1">
            <a:spLocks noGrp="1"/>
          </p:cNvSpPr>
          <p:nvPr>
            <p:ph type="sldNum" sz="quarter" idx="4"/>
          </p:nvPr>
        </p:nvSpPr>
        <p:spPr>
          <a:xfrm>
            <a:off x="23541592" y="129515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681719226"/>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4" name="Picture 3" descr="IBM 8-bar logo">
            <a:extLst>
              <a:ext uri="{FF2B5EF4-FFF2-40B4-BE49-F238E27FC236}">
                <a16:creationId xmlns:a16="http://schemas.microsoft.com/office/drawing/2014/main" id="{F7060FE5-C047-4041-AB41-F553D2847ED5}"/>
              </a:ext>
            </a:extLst>
          </p:cNvPr>
          <p:cNvPicPr>
            <a:picLocks noChangeAspect="1"/>
          </p:cNvPicPr>
          <p:nvPr userDrawn="1"/>
        </p:nvPicPr>
        <p:blipFill>
          <a:blip r:embed="rId2"/>
          <a:stretch>
            <a:fillRect/>
          </a:stretch>
        </p:blipFill>
        <p:spPr>
          <a:xfrm>
            <a:off x="10465371" y="6168460"/>
            <a:ext cx="3456432" cy="1379081"/>
          </a:xfrm>
          <a:prstGeom prst="rect">
            <a:avLst/>
          </a:prstGeom>
        </p:spPr>
      </p:pic>
    </p:spTree>
    <p:extLst>
      <p:ext uri="{BB962C8B-B14F-4D97-AF65-F5344CB8AC3E}">
        <p14:creationId xmlns:p14="http://schemas.microsoft.com/office/powerpoint/2010/main" val="4195384914"/>
      </p:ext>
    </p:extLst>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246800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1_Text, 2 wide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6C39-902F-3DA0-AAF4-319DA8AE384D}"/>
              </a:ext>
            </a:extLst>
          </p:cNvPr>
          <p:cNvSpPr>
            <a:spLocks noGrp="1"/>
          </p:cNvSpPr>
          <p:nvPr>
            <p:ph type="title"/>
          </p:nvPr>
        </p:nvSpPr>
        <p:spPr>
          <a:xfrm>
            <a:off x="576072" y="385200"/>
            <a:ext cx="7424927" cy="1906588"/>
          </a:xfrm>
        </p:spPr>
        <p:txBody>
          <a:bodyPr/>
          <a:lstStyle>
            <a:lvl1pPr>
              <a:lnSpc>
                <a:spcPct val="100000"/>
              </a:lnSpc>
              <a:defRPr sz="6400" b="0" i="0">
                <a:solidFill>
                  <a:schemeClr val="tx2"/>
                </a:solidFill>
                <a:latin typeface="IBM Plex Sans" panose="020B0403050203000203" pitchFamily="34" charset="0"/>
              </a:defRPr>
            </a:lvl1pPr>
          </a:lstStyle>
          <a:p>
            <a:r>
              <a:rPr lang="en-US" dirty="0"/>
              <a:t>Click to edit Master title style</a:t>
            </a:r>
          </a:p>
        </p:txBody>
      </p:sp>
      <p:sp>
        <p:nvSpPr>
          <p:cNvPr id="4" name="Footer Placeholder 3">
            <a:extLst>
              <a:ext uri="{FF2B5EF4-FFF2-40B4-BE49-F238E27FC236}">
                <a16:creationId xmlns:a16="http://schemas.microsoft.com/office/drawing/2014/main" id="{91A0F4B3-D63C-0D8F-2804-F97776F90E4E}"/>
              </a:ext>
            </a:extLst>
          </p:cNvPr>
          <p:cNvSpPr>
            <a:spLocks noGrp="1"/>
          </p:cNvSpPr>
          <p:nvPr>
            <p:ph type="ftr" sz="quarter" idx="13"/>
          </p:nvPr>
        </p:nvSpPr>
        <p:spPr/>
        <p:txBody>
          <a:bodyPr/>
          <a:lstStyle>
            <a:lvl1pPr>
              <a:defRPr b="0" i="0">
                <a:latin typeface="IBM Plex Sans" panose="020B0403050203000203" pitchFamily="34" charset="0"/>
              </a:defRPr>
            </a:lvl1pPr>
          </a:lstStyle>
          <a:p>
            <a:endParaRPr lang="en-US" dirty="0"/>
          </a:p>
        </p:txBody>
      </p:sp>
      <p:sp>
        <p:nvSpPr>
          <p:cNvPr id="7" name="Slide Number">
            <a:extLst>
              <a:ext uri="{FF2B5EF4-FFF2-40B4-BE49-F238E27FC236}">
                <a16:creationId xmlns:a16="http://schemas.microsoft.com/office/drawing/2014/main" id="{38EC09FB-402F-F3CE-E1D2-51583F1BCCFA}"/>
              </a:ext>
            </a:extLst>
          </p:cNvPr>
          <p:cNvSpPr txBox="1">
            <a:spLocks noGrp="1"/>
          </p:cNvSpPr>
          <p:nvPr>
            <p:ph type="sldNum" sz="quarter" idx="4"/>
          </p:nvPr>
        </p:nvSpPr>
        <p:spPr>
          <a:xfrm>
            <a:off x="23541592" y="12938838"/>
            <a:ext cx="270908" cy="246221"/>
          </a:xfrm>
          <a:prstGeom prst="rect">
            <a:avLst/>
          </a:prstGeom>
          <a:ln w="12700">
            <a:miter lim="400000"/>
          </a:ln>
        </p:spPr>
        <p:txBody>
          <a:bodyPr wrap="none" lIns="0" tIns="0" rIns="0" bIns="0" anchor="ctr">
            <a:spAutoFit/>
          </a:bodyPr>
          <a:lstStyle>
            <a:lvl1pPr algn="r">
              <a:defRPr sz="1600" b="0" i="0">
                <a:solidFill>
                  <a:schemeClr val="tx1"/>
                </a:solidFill>
                <a:latin typeface="IBM Plex Sans" panose="020B0403050203000203" pitchFamily="34" charset="0"/>
                <a:ea typeface="IBM Plex Sans"/>
                <a:cs typeface="IBM Plex Sans"/>
                <a:sym typeface="IBM Plex Sans"/>
              </a:defRPr>
            </a:lvl1pPr>
          </a:lstStyle>
          <a:p>
            <a:fld id="{86CB4B4D-7CA3-9044-876B-883B54F8677D}" type="slidenum">
              <a:rPr lang="en-US" smtClean="0"/>
              <a:pPr/>
              <a:t>‹#›</a:t>
            </a:fld>
            <a:endParaRPr lang="en-US" dirty="0"/>
          </a:p>
        </p:txBody>
      </p:sp>
      <p:sp>
        <p:nvSpPr>
          <p:cNvPr id="5" name="Text Placeholder 6">
            <a:extLst>
              <a:ext uri="{FF2B5EF4-FFF2-40B4-BE49-F238E27FC236}">
                <a16:creationId xmlns:a16="http://schemas.microsoft.com/office/drawing/2014/main" id="{5377FA90-E771-AC82-090E-6FBBAE2633AB}"/>
              </a:ext>
            </a:extLst>
          </p:cNvPr>
          <p:cNvSpPr>
            <a:spLocks noGrp="1"/>
          </p:cNvSpPr>
          <p:nvPr>
            <p:ph type="body" sz="quarter" idx="20"/>
          </p:nvPr>
        </p:nvSpPr>
        <p:spPr>
          <a:xfrm>
            <a:off x="12739220" y="3429000"/>
            <a:ext cx="10183842" cy="8572499"/>
          </a:xfrm>
          <a:prstGeom prst="rect">
            <a:avLst/>
          </a:prstGeom>
        </p:spPr>
        <p:txBody>
          <a:bodyPr/>
          <a:lstStyle>
            <a:lvl1pPr defTabSz="1161288">
              <a:lnSpc>
                <a:spcPct val="100000"/>
              </a:lnSpc>
              <a:spcBef>
                <a:spcPts val="0"/>
              </a:spcBef>
              <a:defRPr sz="3600" b="0" i="0">
                <a:solidFill>
                  <a:schemeClr val="tx1"/>
                </a:solidFill>
                <a:latin typeface="IBM Plex Sans" panose="020B0403050203000203" pitchFamily="34" charset="0"/>
              </a:defRPr>
            </a:lvl1pPr>
            <a:lvl2pPr defTabSz="1161288">
              <a:lnSpc>
                <a:spcPct val="100000"/>
              </a:lnSpc>
              <a:spcBef>
                <a:spcPts val="0"/>
              </a:spcBef>
              <a:defRPr sz="3600" b="0" i="0">
                <a:solidFill>
                  <a:schemeClr val="tx1"/>
                </a:solidFill>
                <a:latin typeface="IBM Plex Sans" panose="020B0403050203000203" pitchFamily="34" charset="0"/>
              </a:defRPr>
            </a:lvl2pPr>
            <a:lvl3pPr defTabSz="1161288">
              <a:lnSpc>
                <a:spcPct val="100000"/>
              </a:lnSpc>
              <a:spcBef>
                <a:spcPts val="0"/>
              </a:spcBef>
              <a:defRPr sz="3600" b="0" i="0">
                <a:solidFill>
                  <a:schemeClr val="tx1"/>
                </a:solidFill>
                <a:latin typeface="IBM Plex Sans" panose="020B0403050203000203" pitchFamily="34" charset="0"/>
              </a:defRPr>
            </a:lvl3pPr>
            <a:lvl4pPr defTabSz="1161288">
              <a:lnSpc>
                <a:spcPct val="100000"/>
              </a:lnSpc>
              <a:spcBef>
                <a:spcPts val="0"/>
              </a:spcBef>
              <a:defRPr sz="3600" b="0" i="0">
                <a:solidFill>
                  <a:schemeClr val="tx1"/>
                </a:solidFill>
                <a:latin typeface="IBM Plex Sans"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Text Placeholder 6">
            <a:extLst>
              <a:ext uri="{FF2B5EF4-FFF2-40B4-BE49-F238E27FC236}">
                <a16:creationId xmlns:a16="http://schemas.microsoft.com/office/drawing/2014/main" id="{83C39AE1-8603-84DA-CC2F-0C36A1C9D153}"/>
              </a:ext>
            </a:extLst>
          </p:cNvPr>
          <p:cNvSpPr>
            <a:spLocks noGrp="1"/>
          </p:cNvSpPr>
          <p:nvPr>
            <p:ph type="body" sz="quarter" idx="21"/>
          </p:nvPr>
        </p:nvSpPr>
        <p:spPr>
          <a:xfrm>
            <a:off x="576072" y="3429000"/>
            <a:ext cx="10183842" cy="8572499"/>
          </a:xfrm>
          <a:prstGeom prst="rect">
            <a:avLst/>
          </a:prstGeom>
        </p:spPr>
        <p:txBody>
          <a:bodyPr/>
          <a:lstStyle>
            <a:lvl1pPr defTabSz="1161288">
              <a:lnSpc>
                <a:spcPct val="100000"/>
              </a:lnSpc>
              <a:spcBef>
                <a:spcPts val="0"/>
              </a:spcBef>
              <a:defRPr sz="3600" b="0" i="0">
                <a:solidFill>
                  <a:schemeClr val="tx1"/>
                </a:solidFill>
                <a:latin typeface="IBM Plex Sans" panose="020B0403050203000203" pitchFamily="34" charset="0"/>
              </a:defRPr>
            </a:lvl1pPr>
            <a:lvl2pPr defTabSz="1161288">
              <a:lnSpc>
                <a:spcPct val="100000"/>
              </a:lnSpc>
              <a:spcBef>
                <a:spcPts val="0"/>
              </a:spcBef>
              <a:defRPr sz="3600" b="0" i="0">
                <a:solidFill>
                  <a:schemeClr val="tx1"/>
                </a:solidFill>
                <a:latin typeface="IBM Plex Sans" panose="020B0403050203000203" pitchFamily="34" charset="0"/>
              </a:defRPr>
            </a:lvl2pPr>
            <a:lvl3pPr defTabSz="1161288">
              <a:lnSpc>
                <a:spcPct val="100000"/>
              </a:lnSpc>
              <a:spcBef>
                <a:spcPts val="0"/>
              </a:spcBef>
              <a:defRPr sz="3600" b="0" i="0">
                <a:solidFill>
                  <a:schemeClr val="tx1"/>
                </a:solidFill>
                <a:latin typeface="IBM Plex Sans" panose="020B0403050203000203" pitchFamily="34" charset="0"/>
              </a:defRPr>
            </a:lvl3pPr>
            <a:lvl4pPr defTabSz="1161288">
              <a:lnSpc>
                <a:spcPct val="100000"/>
              </a:lnSpc>
              <a:spcBef>
                <a:spcPts val="0"/>
              </a:spcBef>
              <a:defRPr sz="3600" b="0" i="0">
                <a:solidFill>
                  <a:schemeClr val="tx1"/>
                </a:solidFill>
                <a:latin typeface="IBM Plex Sans" panose="020B0403050203000203" pitchFamily="34" charset="0"/>
              </a:defRPr>
            </a:lvl4pPr>
            <a:lvl5pPr defTabSz="1161288">
              <a:spcBef>
                <a:spcPts val="0"/>
              </a:spcBef>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97041438"/>
      </p:ext>
    </p:extLst>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type="tx">
  <p:cSld name="1_Callout, stand-alone">
    <p:spTree>
      <p:nvGrpSpPr>
        <p:cNvPr id="1" name=""/>
        <p:cNvGrpSpPr/>
        <p:nvPr/>
      </p:nvGrpSpPr>
      <p:grpSpPr>
        <a:xfrm>
          <a:off x="0" y="0"/>
          <a:ext cx="0" cy="0"/>
          <a:chOff x="0" y="0"/>
          <a:chExt cx="0" cy="0"/>
        </a:xfrm>
      </p:grpSpPr>
      <p:sp>
        <p:nvSpPr>
          <p:cNvPr id="110" name="Title Text"/>
          <p:cNvSpPr txBox="1">
            <a:spLocks noGrp="1"/>
          </p:cNvSpPr>
          <p:nvPr>
            <p:ph type="title"/>
          </p:nvPr>
        </p:nvSpPr>
        <p:spPr>
          <a:xfrm>
            <a:off x="576069" y="420622"/>
            <a:ext cx="14662153" cy="9717092"/>
          </a:xfrm>
          <a:prstGeom prst="rect">
            <a:avLst/>
          </a:prstGeom>
        </p:spPr>
        <p:txBody>
          <a:bodyPr>
            <a:normAutofit/>
          </a:bodyPr>
          <a:lstStyle>
            <a:lvl1pPr>
              <a:lnSpc>
                <a:spcPct val="100000"/>
              </a:lnSpc>
              <a:defRPr sz="8400"/>
            </a:lvl1pPr>
          </a:lstStyle>
          <a:p>
            <a:r>
              <a:t>Title Text</a:t>
            </a:r>
          </a:p>
        </p:txBody>
      </p:sp>
      <p:sp>
        <p:nvSpPr>
          <p:cNvPr id="111" name="Slide Number"/>
          <p:cNvSpPr txBox="1">
            <a:spLocks noGrp="1"/>
          </p:cNvSpPr>
          <p:nvPr>
            <p:ph type="sldNum" sz="quarter" idx="2"/>
          </p:nvPr>
        </p:nvSpPr>
        <p:spPr>
          <a:xfrm>
            <a:off x="23543224" y="12934949"/>
            <a:ext cx="269277" cy="254002"/>
          </a:xfrm>
          <a:prstGeom prst="rect">
            <a:avLst/>
          </a:prstGeom>
        </p:spPr>
        <p:txBody>
          <a:bodyPr anchor="ctr"/>
          <a:lstStyle/>
          <a:p>
            <a:fld id="{86CB4B4D-7CA3-9044-876B-883B54F8677D}" type="slidenum">
              <a:t>‹#›</a:t>
            </a:fld>
            <a:endParaRPr/>
          </a:p>
        </p:txBody>
      </p:sp>
    </p:spTree>
    <p:extLst>
      <p:ext uri="{BB962C8B-B14F-4D97-AF65-F5344CB8AC3E}">
        <p14:creationId xmlns:p14="http://schemas.microsoft.com/office/powerpoint/2010/main" val="3490960294"/>
      </p:ext>
    </p:extLst>
  </p:cSld>
  <p:clrMapOvr>
    <a:masterClrMapping/>
  </p:clrMapOvr>
  <p:transition spd="med"/>
</p:sldLayout>
</file>

<file path=ppt/slideLayouts/slideLayout52.xml><?xml version="1.0" encoding="utf-8"?>
<p:sldLayout xmlns:a="http://schemas.openxmlformats.org/drawingml/2006/main" xmlns:r="http://schemas.openxmlformats.org/officeDocument/2006/relationships" xmlns:p="http://schemas.openxmlformats.org/presentationml/2006/main" type="tx">
  <p:cSld name="title, text (1/4), content (3/4)">
    <p:spTree>
      <p:nvGrpSpPr>
        <p:cNvPr id="1" name=""/>
        <p:cNvGrpSpPr/>
        <p:nvPr/>
      </p:nvGrpSpPr>
      <p:grpSpPr>
        <a:xfrm>
          <a:off x="0" y="0"/>
          <a:ext cx="0" cy="0"/>
          <a:chOff x="0" y="0"/>
          <a:chExt cx="0" cy="0"/>
        </a:xfrm>
      </p:grpSpPr>
      <p:grpSp>
        <p:nvGrpSpPr>
          <p:cNvPr id="545" name="Group 2"/>
          <p:cNvGrpSpPr/>
          <p:nvPr/>
        </p:nvGrpSpPr>
        <p:grpSpPr>
          <a:xfrm>
            <a:off x="-292651" y="-292947"/>
            <a:ext cx="24974506" cy="14305281"/>
            <a:chOff x="0" y="0"/>
            <a:chExt cx="24971254" cy="14305280"/>
          </a:xfrm>
        </p:grpSpPr>
        <p:grpSp>
          <p:nvGrpSpPr>
            <p:cNvPr id="512" name="Group 59"/>
            <p:cNvGrpSpPr/>
            <p:nvPr/>
          </p:nvGrpSpPr>
          <p:grpSpPr>
            <a:xfrm>
              <a:off x="903906" y="-1"/>
              <a:ext cx="23164620" cy="243842"/>
              <a:chOff x="0" y="0"/>
              <a:chExt cx="23164618" cy="243840"/>
            </a:xfrm>
          </p:grpSpPr>
          <p:sp>
            <p:nvSpPr>
              <p:cNvPr id="501" name="Straight Connector 92"/>
              <p:cNvSpPr/>
              <p:nvPr/>
            </p:nvSpPr>
            <p:spPr>
              <a:xfrm flipV="1">
                <a:off x="-1" y="-1"/>
                <a:ext cx="2" cy="243842"/>
              </a:xfrm>
              <a:prstGeom prst="line">
                <a:avLst/>
              </a:prstGeom>
              <a:noFill/>
              <a:ln w="3175" cap="flat">
                <a:solidFill>
                  <a:srgbClr val="6F6F6F"/>
                </a:solidFill>
                <a:prstDash val="solid"/>
                <a:round/>
              </a:ln>
              <a:effectLst/>
            </p:spPr>
            <p:txBody>
              <a:bodyPr wrap="square" lIns="121919" tIns="121919" rIns="121919" bIns="121919" numCol="1" anchor="t">
                <a:noAutofit/>
              </a:bodyPr>
              <a:lstStyle/>
              <a:p>
                <a:pPr algn="l" defTabSz="1829287">
                  <a:defRPr sz="3400">
                    <a:solidFill>
                      <a:srgbClr val="000000"/>
                    </a:solidFill>
                    <a:latin typeface="IBM Plex Sans Light"/>
                    <a:ea typeface="IBM Plex Sans Light"/>
                    <a:cs typeface="IBM Plex Sans Light"/>
                    <a:sym typeface="IBM Plex Sans Light"/>
                  </a:defRPr>
                </a:pPr>
                <a:endParaRPr sz="3400"/>
              </a:p>
            </p:txBody>
          </p:sp>
          <p:sp>
            <p:nvSpPr>
              <p:cNvPr id="502" name="Straight Connector 93"/>
              <p:cNvSpPr/>
              <p:nvPr/>
            </p:nvSpPr>
            <p:spPr>
              <a:xfrm flipV="1">
                <a:off x="4876800" y="-1"/>
                <a:ext cx="1" cy="243842"/>
              </a:xfrm>
              <a:prstGeom prst="line">
                <a:avLst/>
              </a:prstGeom>
              <a:noFill/>
              <a:ln w="3175" cap="flat">
                <a:solidFill>
                  <a:srgbClr val="6F6F6F"/>
                </a:solidFill>
                <a:prstDash val="solid"/>
                <a:round/>
              </a:ln>
              <a:effectLst/>
            </p:spPr>
            <p:txBody>
              <a:bodyPr wrap="square" lIns="121919" tIns="121919" rIns="121919" bIns="121919" numCol="1" anchor="t">
                <a:noAutofit/>
              </a:bodyPr>
              <a:lstStyle/>
              <a:p>
                <a:pPr algn="l" defTabSz="1829287">
                  <a:defRPr sz="3400">
                    <a:solidFill>
                      <a:srgbClr val="000000"/>
                    </a:solidFill>
                    <a:latin typeface="IBM Plex Sans Light"/>
                    <a:ea typeface="IBM Plex Sans Light"/>
                    <a:cs typeface="IBM Plex Sans Light"/>
                    <a:sym typeface="IBM Plex Sans Light"/>
                  </a:defRPr>
                </a:pPr>
                <a:endParaRPr sz="3400"/>
              </a:p>
            </p:txBody>
          </p:sp>
          <p:sp>
            <p:nvSpPr>
              <p:cNvPr id="503" name="Straight Connector 94"/>
              <p:cNvSpPr/>
              <p:nvPr/>
            </p:nvSpPr>
            <p:spPr>
              <a:xfrm flipV="1">
                <a:off x="5486400" y="-1"/>
                <a:ext cx="1" cy="243842"/>
              </a:xfrm>
              <a:prstGeom prst="line">
                <a:avLst/>
              </a:prstGeom>
              <a:noFill/>
              <a:ln w="3175" cap="flat">
                <a:solidFill>
                  <a:srgbClr val="6F6F6F"/>
                </a:solidFill>
                <a:prstDash val="solid"/>
                <a:round/>
              </a:ln>
              <a:effectLst/>
            </p:spPr>
            <p:txBody>
              <a:bodyPr wrap="square" lIns="121919" tIns="121919" rIns="121919" bIns="121919" numCol="1" anchor="t">
                <a:noAutofit/>
              </a:bodyPr>
              <a:lstStyle/>
              <a:p>
                <a:pPr algn="l" defTabSz="1829287">
                  <a:defRPr sz="3400">
                    <a:solidFill>
                      <a:srgbClr val="000000"/>
                    </a:solidFill>
                    <a:latin typeface="IBM Plex Sans Light"/>
                    <a:ea typeface="IBM Plex Sans Light"/>
                    <a:cs typeface="IBM Plex Sans Light"/>
                    <a:sym typeface="IBM Plex Sans Light"/>
                  </a:defRPr>
                </a:pPr>
                <a:endParaRPr sz="3400"/>
              </a:p>
            </p:txBody>
          </p:sp>
          <p:sp>
            <p:nvSpPr>
              <p:cNvPr id="504" name="Straight Connector 95"/>
              <p:cNvSpPr/>
              <p:nvPr/>
            </p:nvSpPr>
            <p:spPr>
              <a:xfrm flipV="1">
                <a:off x="6096000" y="-1"/>
                <a:ext cx="1" cy="243842"/>
              </a:xfrm>
              <a:prstGeom prst="line">
                <a:avLst/>
              </a:prstGeom>
              <a:noFill/>
              <a:ln w="3175" cap="flat">
                <a:solidFill>
                  <a:srgbClr val="6F6F6F"/>
                </a:solidFill>
                <a:prstDash val="solid"/>
                <a:round/>
              </a:ln>
              <a:effectLst/>
            </p:spPr>
            <p:txBody>
              <a:bodyPr wrap="square" lIns="121919" tIns="121919" rIns="121919" bIns="121919" numCol="1" anchor="t">
                <a:noAutofit/>
              </a:bodyPr>
              <a:lstStyle/>
              <a:p>
                <a:pPr algn="l" defTabSz="1829287">
                  <a:defRPr sz="3400">
                    <a:solidFill>
                      <a:srgbClr val="000000"/>
                    </a:solidFill>
                    <a:latin typeface="IBM Plex Sans Light"/>
                    <a:ea typeface="IBM Plex Sans Light"/>
                    <a:cs typeface="IBM Plex Sans Light"/>
                    <a:sym typeface="IBM Plex Sans Light"/>
                  </a:defRPr>
                </a:pPr>
                <a:endParaRPr sz="3400"/>
              </a:p>
            </p:txBody>
          </p:sp>
          <p:sp>
            <p:nvSpPr>
              <p:cNvPr id="505" name="Straight Connector 96"/>
              <p:cNvSpPr/>
              <p:nvPr/>
            </p:nvSpPr>
            <p:spPr>
              <a:xfrm flipV="1">
                <a:off x="10972800" y="-1"/>
                <a:ext cx="1" cy="243842"/>
              </a:xfrm>
              <a:prstGeom prst="line">
                <a:avLst/>
              </a:prstGeom>
              <a:noFill/>
              <a:ln w="3175" cap="flat">
                <a:solidFill>
                  <a:srgbClr val="6F6F6F"/>
                </a:solidFill>
                <a:prstDash val="solid"/>
                <a:round/>
              </a:ln>
              <a:effectLst/>
            </p:spPr>
            <p:txBody>
              <a:bodyPr wrap="square" lIns="121919" tIns="121919" rIns="121919" bIns="121919" numCol="1" anchor="t">
                <a:noAutofit/>
              </a:bodyPr>
              <a:lstStyle/>
              <a:p>
                <a:pPr algn="l" defTabSz="1829287">
                  <a:defRPr sz="3400">
                    <a:solidFill>
                      <a:srgbClr val="000000"/>
                    </a:solidFill>
                    <a:latin typeface="IBM Plex Sans Light"/>
                    <a:ea typeface="IBM Plex Sans Light"/>
                    <a:cs typeface="IBM Plex Sans Light"/>
                    <a:sym typeface="IBM Plex Sans Light"/>
                  </a:defRPr>
                </a:pPr>
                <a:endParaRPr sz="3400"/>
              </a:p>
            </p:txBody>
          </p:sp>
          <p:sp>
            <p:nvSpPr>
              <p:cNvPr id="506" name="Straight Connector 97"/>
              <p:cNvSpPr/>
              <p:nvPr/>
            </p:nvSpPr>
            <p:spPr>
              <a:xfrm flipV="1">
                <a:off x="11582400" y="-1"/>
                <a:ext cx="1" cy="243842"/>
              </a:xfrm>
              <a:prstGeom prst="line">
                <a:avLst/>
              </a:prstGeom>
              <a:noFill/>
              <a:ln w="3175" cap="flat">
                <a:solidFill>
                  <a:srgbClr val="6F6F6F"/>
                </a:solidFill>
                <a:prstDash val="solid"/>
                <a:round/>
              </a:ln>
              <a:effectLst/>
            </p:spPr>
            <p:txBody>
              <a:bodyPr wrap="square" lIns="121919" tIns="121919" rIns="121919" bIns="121919" numCol="1" anchor="t">
                <a:noAutofit/>
              </a:bodyPr>
              <a:lstStyle/>
              <a:p>
                <a:pPr algn="l" defTabSz="1829287">
                  <a:defRPr sz="3400">
                    <a:solidFill>
                      <a:srgbClr val="000000"/>
                    </a:solidFill>
                    <a:latin typeface="IBM Plex Sans Light"/>
                    <a:ea typeface="IBM Plex Sans Light"/>
                    <a:cs typeface="IBM Plex Sans Light"/>
                    <a:sym typeface="IBM Plex Sans Light"/>
                  </a:defRPr>
                </a:pPr>
                <a:endParaRPr sz="3400"/>
              </a:p>
            </p:txBody>
          </p:sp>
          <p:sp>
            <p:nvSpPr>
              <p:cNvPr id="507" name="Straight Connector 98"/>
              <p:cNvSpPr/>
              <p:nvPr/>
            </p:nvSpPr>
            <p:spPr>
              <a:xfrm flipV="1">
                <a:off x="12192000" y="-1"/>
                <a:ext cx="1" cy="243842"/>
              </a:xfrm>
              <a:prstGeom prst="line">
                <a:avLst/>
              </a:prstGeom>
              <a:noFill/>
              <a:ln w="3175" cap="flat">
                <a:solidFill>
                  <a:srgbClr val="6F6F6F"/>
                </a:solidFill>
                <a:prstDash val="solid"/>
                <a:round/>
              </a:ln>
              <a:effectLst/>
            </p:spPr>
            <p:txBody>
              <a:bodyPr wrap="square" lIns="121919" tIns="121919" rIns="121919" bIns="121919" numCol="1" anchor="t">
                <a:noAutofit/>
              </a:bodyPr>
              <a:lstStyle/>
              <a:p>
                <a:pPr algn="l" defTabSz="1829287">
                  <a:defRPr sz="3400">
                    <a:solidFill>
                      <a:srgbClr val="000000"/>
                    </a:solidFill>
                    <a:latin typeface="IBM Plex Sans Light"/>
                    <a:ea typeface="IBM Plex Sans Light"/>
                    <a:cs typeface="IBM Plex Sans Light"/>
                    <a:sym typeface="IBM Plex Sans Light"/>
                  </a:defRPr>
                </a:pPr>
                <a:endParaRPr sz="3400"/>
              </a:p>
            </p:txBody>
          </p:sp>
          <p:sp>
            <p:nvSpPr>
              <p:cNvPr id="508" name="Straight Connector 99"/>
              <p:cNvSpPr/>
              <p:nvPr/>
            </p:nvSpPr>
            <p:spPr>
              <a:xfrm flipV="1">
                <a:off x="17068800" y="-1"/>
                <a:ext cx="1" cy="243842"/>
              </a:xfrm>
              <a:prstGeom prst="line">
                <a:avLst/>
              </a:prstGeom>
              <a:noFill/>
              <a:ln w="3175" cap="flat">
                <a:solidFill>
                  <a:srgbClr val="6F6F6F"/>
                </a:solidFill>
                <a:prstDash val="solid"/>
                <a:round/>
              </a:ln>
              <a:effectLst/>
            </p:spPr>
            <p:txBody>
              <a:bodyPr wrap="square" lIns="121919" tIns="121919" rIns="121919" bIns="121919" numCol="1" anchor="t">
                <a:noAutofit/>
              </a:bodyPr>
              <a:lstStyle/>
              <a:p>
                <a:pPr algn="l" defTabSz="1829287">
                  <a:defRPr sz="3400">
                    <a:solidFill>
                      <a:srgbClr val="000000"/>
                    </a:solidFill>
                    <a:latin typeface="IBM Plex Sans Light"/>
                    <a:ea typeface="IBM Plex Sans Light"/>
                    <a:cs typeface="IBM Plex Sans Light"/>
                    <a:sym typeface="IBM Plex Sans Light"/>
                  </a:defRPr>
                </a:pPr>
                <a:endParaRPr sz="3400"/>
              </a:p>
            </p:txBody>
          </p:sp>
          <p:sp>
            <p:nvSpPr>
              <p:cNvPr id="509" name="Straight Connector 100"/>
              <p:cNvSpPr/>
              <p:nvPr/>
            </p:nvSpPr>
            <p:spPr>
              <a:xfrm flipV="1">
                <a:off x="17678401" y="-1"/>
                <a:ext cx="1" cy="243842"/>
              </a:xfrm>
              <a:prstGeom prst="line">
                <a:avLst/>
              </a:prstGeom>
              <a:noFill/>
              <a:ln w="3175" cap="flat">
                <a:solidFill>
                  <a:srgbClr val="6F6F6F"/>
                </a:solidFill>
                <a:prstDash val="solid"/>
                <a:round/>
              </a:ln>
              <a:effectLst/>
            </p:spPr>
            <p:txBody>
              <a:bodyPr wrap="square" lIns="121919" tIns="121919" rIns="121919" bIns="121919" numCol="1" anchor="t">
                <a:noAutofit/>
              </a:bodyPr>
              <a:lstStyle/>
              <a:p>
                <a:pPr algn="l" defTabSz="1829287">
                  <a:defRPr sz="3400">
                    <a:solidFill>
                      <a:srgbClr val="000000"/>
                    </a:solidFill>
                    <a:latin typeface="IBM Plex Sans Light"/>
                    <a:ea typeface="IBM Plex Sans Light"/>
                    <a:cs typeface="IBM Plex Sans Light"/>
                    <a:sym typeface="IBM Plex Sans Light"/>
                  </a:defRPr>
                </a:pPr>
                <a:endParaRPr sz="3400"/>
              </a:p>
            </p:txBody>
          </p:sp>
          <p:sp>
            <p:nvSpPr>
              <p:cNvPr id="510" name="Straight Connector 101"/>
              <p:cNvSpPr/>
              <p:nvPr/>
            </p:nvSpPr>
            <p:spPr>
              <a:xfrm flipV="1">
                <a:off x="18288001" y="-1"/>
                <a:ext cx="1" cy="243842"/>
              </a:xfrm>
              <a:prstGeom prst="line">
                <a:avLst/>
              </a:prstGeom>
              <a:noFill/>
              <a:ln w="3175" cap="flat">
                <a:solidFill>
                  <a:srgbClr val="6F6F6F"/>
                </a:solidFill>
                <a:prstDash val="solid"/>
                <a:round/>
              </a:ln>
              <a:effectLst/>
            </p:spPr>
            <p:txBody>
              <a:bodyPr wrap="square" lIns="121919" tIns="121919" rIns="121919" bIns="121919" numCol="1" anchor="t">
                <a:noAutofit/>
              </a:bodyPr>
              <a:lstStyle/>
              <a:p>
                <a:pPr algn="l" defTabSz="1829287">
                  <a:defRPr sz="3400">
                    <a:solidFill>
                      <a:srgbClr val="000000"/>
                    </a:solidFill>
                    <a:latin typeface="IBM Plex Sans Light"/>
                    <a:ea typeface="IBM Plex Sans Light"/>
                    <a:cs typeface="IBM Plex Sans Light"/>
                    <a:sym typeface="IBM Plex Sans Light"/>
                  </a:defRPr>
                </a:pPr>
                <a:endParaRPr sz="3400"/>
              </a:p>
            </p:txBody>
          </p:sp>
          <p:sp>
            <p:nvSpPr>
              <p:cNvPr id="511" name="Straight Connector 102"/>
              <p:cNvSpPr/>
              <p:nvPr/>
            </p:nvSpPr>
            <p:spPr>
              <a:xfrm flipV="1">
                <a:off x="23164618" y="-1"/>
                <a:ext cx="1" cy="243842"/>
              </a:xfrm>
              <a:prstGeom prst="line">
                <a:avLst/>
              </a:prstGeom>
              <a:noFill/>
              <a:ln w="3175" cap="flat">
                <a:solidFill>
                  <a:srgbClr val="6F6F6F"/>
                </a:solidFill>
                <a:prstDash val="solid"/>
                <a:round/>
              </a:ln>
              <a:effectLst/>
            </p:spPr>
            <p:txBody>
              <a:bodyPr wrap="square" lIns="121919" tIns="121919" rIns="121919" bIns="121919" numCol="1" anchor="t">
                <a:noAutofit/>
              </a:bodyPr>
              <a:lstStyle/>
              <a:p>
                <a:pPr algn="l" defTabSz="1829287">
                  <a:defRPr sz="3400">
                    <a:solidFill>
                      <a:srgbClr val="000000"/>
                    </a:solidFill>
                    <a:latin typeface="IBM Plex Sans Light"/>
                    <a:ea typeface="IBM Plex Sans Light"/>
                    <a:cs typeface="IBM Plex Sans Light"/>
                    <a:sym typeface="IBM Plex Sans Light"/>
                  </a:defRPr>
                </a:pPr>
                <a:endParaRPr sz="3400"/>
              </a:p>
            </p:txBody>
          </p:sp>
        </p:grpSp>
        <p:grpSp>
          <p:nvGrpSpPr>
            <p:cNvPr id="524" name="Group 60"/>
            <p:cNvGrpSpPr/>
            <p:nvPr/>
          </p:nvGrpSpPr>
          <p:grpSpPr>
            <a:xfrm>
              <a:off x="903906" y="14061440"/>
              <a:ext cx="23164620" cy="243841"/>
              <a:chOff x="0" y="0"/>
              <a:chExt cx="23164618" cy="243840"/>
            </a:xfrm>
          </p:grpSpPr>
          <p:sp>
            <p:nvSpPr>
              <p:cNvPr id="513" name="Straight Connector 81"/>
              <p:cNvSpPr/>
              <p:nvPr/>
            </p:nvSpPr>
            <p:spPr>
              <a:xfrm flipV="1">
                <a:off x="-1" y="-1"/>
                <a:ext cx="2" cy="243842"/>
              </a:xfrm>
              <a:prstGeom prst="line">
                <a:avLst/>
              </a:prstGeom>
              <a:noFill/>
              <a:ln w="3175" cap="flat">
                <a:solidFill>
                  <a:srgbClr val="6F6F6F"/>
                </a:solidFill>
                <a:prstDash val="solid"/>
                <a:round/>
              </a:ln>
              <a:effectLst/>
            </p:spPr>
            <p:txBody>
              <a:bodyPr wrap="square" lIns="121919" tIns="121919" rIns="121919" bIns="121919" numCol="1" anchor="t">
                <a:noAutofit/>
              </a:bodyPr>
              <a:lstStyle/>
              <a:p>
                <a:pPr algn="l" defTabSz="1829287">
                  <a:defRPr sz="3400">
                    <a:solidFill>
                      <a:srgbClr val="000000"/>
                    </a:solidFill>
                    <a:latin typeface="IBM Plex Sans Light"/>
                    <a:ea typeface="IBM Plex Sans Light"/>
                    <a:cs typeface="IBM Plex Sans Light"/>
                    <a:sym typeface="IBM Plex Sans Light"/>
                  </a:defRPr>
                </a:pPr>
                <a:endParaRPr sz="3400"/>
              </a:p>
            </p:txBody>
          </p:sp>
          <p:sp>
            <p:nvSpPr>
              <p:cNvPr id="514" name="Straight Connector 82"/>
              <p:cNvSpPr/>
              <p:nvPr/>
            </p:nvSpPr>
            <p:spPr>
              <a:xfrm flipV="1">
                <a:off x="4876800" y="-1"/>
                <a:ext cx="1" cy="243842"/>
              </a:xfrm>
              <a:prstGeom prst="line">
                <a:avLst/>
              </a:prstGeom>
              <a:noFill/>
              <a:ln w="3175" cap="flat">
                <a:solidFill>
                  <a:srgbClr val="6F6F6F"/>
                </a:solidFill>
                <a:prstDash val="solid"/>
                <a:round/>
              </a:ln>
              <a:effectLst/>
            </p:spPr>
            <p:txBody>
              <a:bodyPr wrap="square" lIns="121919" tIns="121919" rIns="121919" bIns="121919" numCol="1" anchor="t">
                <a:noAutofit/>
              </a:bodyPr>
              <a:lstStyle/>
              <a:p>
                <a:pPr algn="l" defTabSz="1829287">
                  <a:defRPr sz="3400">
                    <a:solidFill>
                      <a:srgbClr val="000000"/>
                    </a:solidFill>
                    <a:latin typeface="IBM Plex Sans Light"/>
                    <a:ea typeface="IBM Plex Sans Light"/>
                    <a:cs typeface="IBM Plex Sans Light"/>
                    <a:sym typeface="IBM Plex Sans Light"/>
                  </a:defRPr>
                </a:pPr>
                <a:endParaRPr sz="3400"/>
              </a:p>
            </p:txBody>
          </p:sp>
          <p:sp>
            <p:nvSpPr>
              <p:cNvPr id="515" name="Straight Connector 83"/>
              <p:cNvSpPr/>
              <p:nvPr/>
            </p:nvSpPr>
            <p:spPr>
              <a:xfrm flipV="1">
                <a:off x="5486400" y="-1"/>
                <a:ext cx="1" cy="243842"/>
              </a:xfrm>
              <a:prstGeom prst="line">
                <a:avLst/>
              </a:prstGeom>
              <a:noFill/>
              <a:ln w="3175" cap="flat">
                <a:solidFill>
                  <a:srgbClr val="6F6F6F"/>
                </a:solidFill>
                <a:prstDash val="solid"/>
                <a:round/>
              </a:ln>
              <a:effectLst/>
            </p:spPr>
            <p:txBody>
              <a:bodyPr wrap="square" lIns="121919" tIns="121919" rIns="121919" bIns="121919" numCol="1" anchor="t">
                <a:noAutofit/>
              </a:bodyPr>
              <a:lstStyle/>
              <a:p>
                <a:pPr algn="l" defTabSz="1829287">
                  <a:defRPr sz="3400">
                    <a:solidFill>
                      <a:srgbClr val="000000"/>
                    </a:solidFill>
                    <a:latin typeface="IBM Plex Sans Light"/>
                    <a:ea typeface="IBM Plex Sans Light"/>
                    <a:cs typeface="IBM Plex Sans Light"/>
                    <a:sym typeface="IBM Plex Sans Light"/>
                  </a:defRPr>
                </a:pPr>
                <a:endParaRPr sz="3400"/>
              </a:p>
            </p:txBody>
          </p:sp>
          <p:sp>
            <p:nvSpPr>
              <p:cNvPr id="516" name="Straight Connector 84"/>
              <p:cNvSpPr/>
              <p:nvPr/>
            </p:nvSpPr>
            <p:spPr>
              <a:xfrm flipV="1">
                <a:off x="6096000" y="-1"/>
                <a:ext cx="1" cy="243842"/>
              </a:xfrm>
              <a:prstGeom prst="line">
                <a:avLst/>
              </a:prstGeom>
              <a:noFill/>
              <a:ln w="3175" cap="flat">
                <a:solidFill>
                  <a:srgbClr val="6F6F6F"/>
                </a:solidFill>
                <a:prstDash val="solid"/>
                <a:round/>
              </a:ln>
              <a:effectLst/>
            </p:spPr>
            <p:txBody>
              <a:bodyPr wrap="square" lIns="121919" tIns="121919" rIns="121919" bIns="121919" numCol="1" anchor="t">
                <a:noAutofit/>
              </a:bodyPr>
              <a:lstStyle/>
              <a:p>
                <a:pPr algn="l" defTabSz="1829287">
                  <a:defRPr sz="3400">
                    <a:solidFill>
                      <a:srgbClr val="000000"/>
                    </a:solidFill>
                    <a:latin typeface="IBM Plex Sans Light"/>
                    <a:ea typeface="IBM Plex Sans Light"/>
                    <a:cs typeface="IBM Plex Sans Light"/>
                    <a:sym typeface="IBM Plex Sans Light"/>
                  </a:defRPr>
                </a:pPr>
                <a:endParaRPr sz="3400"/>
              </a:p>
            </p:txBody>
          </p:sp>
          <p:sp>
            <p:nvSpPr>
              <p:cNvPr id="517" name="Straight Connector 85"/>
              <p:cNvSpPr/>
              <p:nvPr/>
            </p:nvSpPr>
            <p:spPr>
              <a:xfrm flipV="1">
                <a:off x="10972800" y="-1"/>
                <a:ext cx="1" cy="243842"/>
              </a:xfrm>
              <a:prstGeom prst="line">
                <a:avLst/>
              </a:prstGeom>
              <a:noFill/>
              <a:ln w="3175" cap="flat">
                <a:solidFill>
                  <a:srgbClr val="6F6F6F"/>
                </a:solidFill>
                <a:prstDash val="solid"/>
                <a:round/>
              </a:ln>
              <a:effectLst/>
            </p:spPr>
            <p:txBody>
              <a:bodyPr wrap="square" lIns="121919" tIns="121919" rIns="121919" bIns="121919" numCol="1" anchor="t">
                <a:noAutofit/>
              </a:bodyPr>
              <a:lstStyle/>
              <a:p>
                <a:pPr algn="l" defTabSz="1829287">
                  <a:defRPr sz="3400">
                    <a:solidFill>
                      <a:srgbClr val="000000"/>
                    </a:solidFill>
                    <a:latin typeface="IBM Plex Sans Light"/>
                    <a:ea typeface="IBM Plex Sans Light"/>
                    <a:cs typeface="IBM Plex Sans Light"/>
                    <a:sym typeface="IBM Plex Sans Light"/>
                  </a:defRPr>
                </a:pPr>
                <a:endParaRPr sz="3400"/>
              </a:p>
            </p:txBody>
          </p:sp>
          <p:sp>
            <p:nvSpPr>
              <p:cNvPr id="518" name="Straight Connector 86"/>
              <p:cNvSpPr/>
              <p:nvPr/>
            </p:nvSpPr>
            <p:spPr>
              <a:xfrm flipV="1">
                <a:off x="11582400" y="-1"/>
                <a:ext cx="1" cy="243842"/>
              </a:xfrm>
              <a:prstGeom prst="line">
                <a:avLst/>
              </a:prstGeom>
              <a:noFill/>
              <a:ln w="3175" cap="flat">
                <a:solidFill>
                  <a:srgbClr val="6F6F6F"/>
                </a:solidFill>
                <a:prstDash val="solid"/>
                <a:round/>
              </a:ln>
              <a:effectLst/>
            </p:spPr>
            <p:txBody>
              <a:bodyPr wrap="square" lIns="121919" tIns="121919" rIns="121919" bIns="121919" numCol="1" anchor="t">
                <a:noAutofit/>
              </a:bodyPr>
              <a:lstStyle/>
              <a:p>
                <a:pPr algn="l" defTabSz="1829287">
                  <a:defRPr sz="3400">
                    <a:solidFill>
                      <a:srgbClr val="000000"/>
                    </a:solidFill>
                    <a:latin typeface="IBM Plex Sans Light"/>
                    <a:ea typeface="IBM Plex Sans Light"/>
                    <a:cs typeface="IBM Plex Sans Light"/>
                    <a:sym typeface="IBM Plex Sans Light"/>
                  </a:defRPr>
                </a:pPr>
                <a:endParaRPr sz="3400"/>
              </a:p>
            </p:txBody>
          </p:sp>
          <p:sp>
            <p:nvSpPr>
              <p:cNvPr id="519" name="Straight Connector 87"/>
              <p:cNvSpPr/>
              <p:nvPr/>
            </p:nvSpPr>
            <p:spPr>
              <a:xfrm flipV="1">
                <a:off x="12192000" y="-1"/>
                <a:ext cx="1" cy="243842"/>
              </a:xfrm>
              <a:prstGeom prst="line">
                <a:avLst/>
              </a:prstGeom>
              <a:noFill/>
              <a:ln w="3175" cap="flat">
                <a:solidFill>
                  <a:srgbClr val="6F6F6F"/>
                </a:solidFill>
                <a:prstDash val="solid"/>
                <a:round/>
              </a:ln>
              <a:effectLst/>
            </p:spPr>
            <p:txBody>
              <a:bodyPr wrap="square" lIns="121919" tIns="121919" rIns="121919" bIns="121919" numCol="1" anchor="t">
                <a:noAutofit/>
              </a:bodyPr>
              <a:lstStyle/>
              <a:p>
                <a:pPr algn="l" defTabSz="1829287">
                  <a:defRPr sz="3400">
                    <a:solidFill>
                      <a:srgbClr val="000000"/>
                    </a:solidFill>
                    <a:latin typeface="IBM Plex Sans Light"/>
                    <a:ea typeface="IBM Plex Sans Light"/>
                    <a:cs typeface="IBM Plex Sans Light"/>
                    <a:sym typeface="IBM Plex Sans Light"/>
                  </a:defRPr>
                </a:pPr>
                <a:endParaRPr sz="3400"/>
              </a:p>
            </p:txBody>
          </p:sp>
          <p:sp>
            <p:nvSpPr>
              <p:cNvPr id="520" name="Straight Connector 88"/>
              <p:cNvSpPr/>
              <p:nvPr/>
            </p:nvSpPr>
            <p:spPr>
              <a:xfrm flipV="1">
                <a:off x="17068800" y="-1"/>
                <a:ext cx="1" cy="243842"/>
              </a:xfrm>
              <a:prstGeom prst="line">
                <a:avLst/>
              </a:prstGeom>
              <a:noFill/>
              <a:ln w="3175" cap="flat">
                <a:solidFill>
                  <a:srgbClr val="6F6F6F"/>
                </a:solidFill>
                <a:prstDash val="solid"/>
                <a:round/>
              </a:ln>
              <a:effectLst/>
            </p:spPr>
            <p:txBody>
              <a:bodyPr wrap="square" lIns="121919" tIns="121919" rIns="121919" bIns="121919" numCol="1" anchor="t">
                <a:noAutofit/>
              </a:bodyPr>
              <a:lstStyle/>
              <a:p>
                <a:pPr algn="l" defTabSz="1829287">
                  <a:defRPr sz="3400">
                    <a:solidFill>
                      <a:srgbClr val="000000"/>
                    </a:solidFill>
                    <a:latin typeface="IBM Plex Sans Light"/>
                    <a:ea typeface="IBM Plex Sans Light"/>
                    <a:cs typeface="IBM Plex Sans Light"/>
                    <a:sym typeface="IBM Plex Sans Light"/>
                  </a:defRPr>
                </a:pPr>
                <a:endParaRPr sz="3400"/>
              </a:p>
            </p:txBody>
          </p:sp>
          <p:sp>
            <p:nvSpPr>
              <p:cNvPr id="521" name="Straight Connector 89"/>
              <p:cNvSpPr/>
              <p:nvPr/>
            </p:nvSpPr>
            <p:spPr>
              <a:xfrm flipV="1">
                <a:off x="17678401" y="-1"/>
                <a:ext cx="1" cy="243842"/>
              </a:xfrm>
              <a:prstGeom prst="line">
                <a:avLst/>
              </a:prstGeom>
              <a:noFill/>
              <a:ln w="3175" cap="flat">
                <a:solidFill>
                  <a:srgbClr val="6F6F6F"/>
                </a:solidFill>
                <a:prstDash val="solid"/>
                <a:round/>
              </a:ln>
              <a:effectLst/>
            </p:spPr>
            <p:txBody>
              <a:bodyPr wrap="square" lIns="121919" tIns="121919" rIns="121919" bIns="121919" numCol="1" anchor="t">
                <a:noAutofit/>
              </a:bodyPr>
              <a:lstStyle/>
              <a:p>
                <a:pPr algn="l" defTabSz="1829287">
                  <a:defRPr sz="3400">
                    <a:solidFill>
                      <a:srgbClr val="000000"/>
                    </a:solidFill>
                    <a:latin typeface="IBM Plex Sans Light"/>
                    <a:ea typeface="IBM Plex Sans Light"/>
                    <a:cs typeface="IBM Plex Sans Light"/>
                    <a:sym typeface="IBM Plex Sans Light"/>
                  </a:defRPr>
                </a:pPr>
                <a:endParaRPr sz="3400"/>
              </a:p>
            </p:txBody>
          </p:sp>
          <p:sp>
            <p:nvSpPr>
              <p:cNvPr id="522" name="Straight Connector 90"/>
              <p:cNvSpPr/>
              <p:nvPr/>
            </p:nvSpPr>
            <p:spPr>
              <a:xfrm flipV="1">
                <a:off x="18288001" y="-1"/>
                <a:ext cx="1" cy="243842"/>
              </a:xfrm>
              <a:prstGeom prst="line">
                <a:avLst/>
              </a:prstGeom>
              <a:noFill/>
              <a:ln w="3175" cap="flat">
                <a:solidFill>
                  <a:srgbClr val="6F6F6F"/>
                </a:solidFill>
                <a:prstDash val="solid"/>
                <a:round/>
              </a:ln>
              <a:effectLst/>
            </p:spPr>
            <p:txBody>
              <a:bodyPr wrap="square" lIns="121919" tIns="121919" rIns="121919" bIns="121919" numCol="1" anchor="t">
                <a:noAutofit/>
              </a:bodyPr>
              <a:lstStyle/>
              <a:p>
                <a:pPr algn="l" defTabSz="1829287">
                  <a:defRPr sz="3400">
                    <a:solidFill>
                      <a:srgbClr val="000000"/>
                    </a:solidFill>
                    <a:latin typeface="IBM Plex Sans Light"/>
                    <a:ea typeface="IBM Plex Sans Light"/>
                    <a:cs typeface="IBM Plex Sans Light"/>
                    <a:sym typeface="IBM Plex Sans Light"/>
                  </a:defRPr>
                </a:pPr>
                <a:endParaRPr sz="3400"/>
              </a:p>
            </p:txBody>
          </p:sp>
          <p:sp>
            <p:nvSpPr>
              <p:cNvPr id="523" name="Straight Connector 91"/>
              <p:cNvSpPr/>
              <p:nvPr/>
            </p:nvSpPr>
            <p:spPr>
              <a:xfrm flipV="1">
                <a:off x="23164618" y="-1"/>
                <a:ext cx="1" cy="243842"/>
              </a:xfrm>
              <a:prstGeom prst="line">
                <a:avLst/>
              </a:prstGeom>
              <a:noFill/>
              <a:ln w="3175" cap="flat">
                <a:solidFill>
                  <a:srgbClr val="6F6F6F"/>
                </a:solidFill>
                <a:prstDash val="solid"/>
                <a:round/>
              </a:ln>
              <a:effectLst/>
            </p:spPr>
            <p:txBody>
              <a:bodyPr wrap="square" lIns="121919" tIns="121919" rIns="121919" bIns="121919" numCol="1" anchor="t">
                <a:noAutofit/>
              </a:bodyPr>
              <a:lstStyle/>
              <a:p>
                <a:pPr algn="l" defTabSz="1829287">
                  <a:defRPr sz="3400">
                    <a:solidFill>
                      <a:srgbClr val="000000"/>
                    </a:solidFill>
                    <a:latin typeface="IBM Plex Sans Light"/>
                    <a:ea typeface="IBM Plex Sans Light"/>
                    <a:cs typeface="IBM Plex Sans Light"/>
                    <a:sym typeface="IBM Plex Sans Light"/>
                  </a:defRPr>
                </a:pPr>
                <a:endParaRPr sz="3400"/>
              </a:p>
            </p:txBody>
          </p:sp>
        </p:grpSp>
        <p:grpSp>
          <p:nvGrpSpPr>
            <p:cNvPr id="534" name="Group 61"/>
            <p:cNvGrpSpPr/>
            <p:nvPr/>
          </p:nvGrpSpPr>
          <p:grpSpPr>
            <a:xfrm>
              <a:off x="-1" y="901530"/>
              <a:ext cx="243842" cy="12497817"/>
              <a:chOff x="0" y="0"/>
              <a:chExt cx="243840" cy="12497816"/>
            </a:xfrm>
          </p:grpSpPr>
          <p:sp>
            <p:nvSpPr>
              <p:cNvPr id="525" name="Straight Connector 72"/>
              <p:cNvSpPr/>
              <p:nvPr/>
            </p:nvSpPr>
            <p:spPr>
              <a:xfrm flipH="1">
                <a:off x="0" y="1134872"/>
                <a:ext cx="243841" cy="1"/>
              </a:xfrm>
              <a:prstGeom prst="line">
                <a:avLst/>
              </a:prstGeom>
              <a:noFill/>
              <a:ln w="3175" cap="flat">
                <a:solidFill>
                  <a:srgbClr val="6F6F6F"/>
                </a:solidFill>
                <a:prstDash val="solid"/>
                <a:round/>
              </a:ln>
              <a:effectLst/>
            </p:spPr>
            <p:txBody>
              <a:bodyPr wrap="square" lIns="121919" tIns="121919" rIns="121919" bIns="121919" numCol="1" anchor="t">
                <a:noAutofit/>
              </a:bodyPr>
              <a:lstStyle/>
              <a:p>
                <a:pPr algn="l" defTabSz="1829287">
                  <a:defRPr sz="3400">
                    <a:solidFill>
                      <a:srgbClr val="000000"/>
                    </a:solidFill>
                    <a:latin typeface="IBM Plex Sans Light"/>
                    <a:ea typeface="IBM Plex Sans Light"/>
                    <a:cs typeface="IBM Plex Sans Light"/>
                    <a:sym typeface="IBM Plex Sans Light"/>
                  </a:defRPr>
                </a:pPr>
                <a:endParaRPr sz="3400"/>
              </a:p>
            </p:txBody>
          </p:sp>
          <p:sp>
            <p:nvSpPr>
              <p:cNvPr id="526" name="Straight Connector 73"/>
              <p:cNvSpPr/>
              <p:nvPr/>
            </p:nvSpPr>
            <p:spPr>
              <a:xfrm flipH="1">
                <a:off x="0" y="2829559"/>
                <a:ext cx="243841" cy="1"/>
              </a:xfrm>
              <a:prstGeom prst="line">
                <a:avLst/>
              </a:prstGeom>
              <a:noFill/>
              <a:ln w="3175" cap="flat">
                <a:solidFill>
                  <a:srgbClr val="6F6F6F"/>
                </a:solidFill>
                <a:prstDash val="solid"/>
                <a:round/>
              </a:ln>
              <a:effectLst/>
            </p:spPr>
            <p:txBody>
              <a:bodyPr wrap="square" lIns="121919" tIns="121919" rIns="121919" bIns="121919" numCol="1" anchor="t">
                <a:noAutofit/>
              </a:bodyPr>
              <a:lstStyle/>
              <a:p>
                <a:pPr algn="l" defTabSz="1829287">
                  <a:defRPr sz="3400">
                    <a:solidFill>
                      <a:srgbClr val="000000"/>
                    </a:solidFill>
                    <a:latin typeface="IBM Plex Sans Light"/>
                    <a:ea typeface="IBM Plex Sans Light"/>
                    <a:cs typeface="IBM Plex Sans Light"/>
                    <a:sym typeface="IBM Plex Sans Light"/>
                  </a:defRPr>
                </a:pPr>
                <a:endParaRPr sz="3400"/>
              </a:p>
            </p:txBody>
          </p:sp>
          <p:sp>
            <p:nvSpPr>
              <p:cNvPr id="527" name="Straight Connector 74"/>
              <p:cNvSpPr/>
              <p:nvPr/>
            </p:nvSpPr>
            <p:spPr>
              <a:xfrm flipH="1">
                <a:off x="0" y="4536440"/>
                <a:ext cx="243841" cy="1"/>
              </a:xfrm>
              <a:prstGeom prst="line">
                <a:avLst/>
              </a:prstGeom>
              <a:noFill/>
              <a:ln w="3175" cap="flat">
                <a:solidFill>
                  <a:srgbClr val="6F6F6F"/>
                </a:solidFill>
                <a:prstDash val="solid"/>
                <a:round/>
              </a:ln>
              <a:effectLst/>
            </p:spPr>
            <p:txBody>
              <a:bodyPr wrap="square" lIns="121919" tIns="121919" rIns="121919" bIns="121919" numCol="1" anchor="t">
                <a:noAutofit/>
              </a:bodyPr>
              <a:lstStyle/>
              <a:p>
                <a:pPr algn="l" defTabSz="1829287">
                  <a:defRPr sz="3400">
                    <a:solidFill>
                      <a:srgbClr val="000000"/>
                    </a:solidFill>
                    <a:latin typeface="IBM Plex Sans Light"/>
                    <a:ea typeface="IBM Plex Sans Light"/>
                    <a:cs typeface="IBM Plex Sans Light"/>
                    <a:sym typeface="IBM Plex Sans Light"/>
                  </a:defRPr>
                </a:pPr>
                <a:endParaRPr sz="3400"/>
              </a:p>
            </p:txBody>
          </p:sp>
          <p:sp>
            <p:nvSpPr>
              <p:cNvPr id="528" name="Straight Connector 75"/>
              <p:cNvSpPr/>
              <p:nvPr/>
            </p:nvSpPr>
            <p:spPr>
              <a:xfrm flipH="1">
                <a:off x="0" y="6247389"/>
                <a:ext cx="243841" cy="1"/>
              </a:xfrm>
              <a:prstGeom prst="line">
                <a:avLst/>
              </a:prstGeom>
              <a:noFill/>
              <a:ln w="3175" cap="flat">
                <a:solidFill>
                  <a:srgbClr val="6F6F6F"/>
                </a:solidFill>
                <a:prstDash val="solid"/>
                <a:round/>
              </a:ln>
              <a:effectLst/>
            </p:spPr>
            <p:txBody>
              <a:bodyPr wrap="square" lIns="121919" tIns="121919" rIns="121919" bIns="121919" numCol="1" anchor="t">
                <a:noAutofit/>
              </a:bodyPr>
              <a:lstStyle/>
              <a:p>
                <a:pPr algn="l" defTabSz="1829287">
                  <a:defRPr sz="3400">
                    <a:solidFill>
                      <a:srgbClr val="000000"/>
                    </a:solidFill>
                    <a:latin typeface="IBM Plex Sans Light"/>
                    <a:ea typeface="IBM Plex Sans Light"/>
                    <a:cs typeface="IBM Plex Sans Light"/>
                    <a:sym typeface="IBM Plex Sans Light"/>
                  </a:defRPr>
                </a:pPr>
                <a:endParaRPr sz="3400"/>
              </a:p>
            </p:txBody>
          </p:sp>
          <p:sp>
            <p:nvSpPr>
              <p:cNvPr id="529" name="Straight Connector 76"/>
              <p:cNvSpPr/>
              <p:nvPr/>
            </p:nvSpPr>
            <p:spPr>
              <a:xfrm flipH="1">
                <a:off x="0" y="7950200"/>
                <a:ext cx="243841" cy="0"/>
              </a:xfrm>
              <a:prstGeom prst="line">
                <a:avLst/>
              </a:prstGeom>
              <a:noFill/>
              <a:ln w="3175" cap="flat">
                <a:solidFill>
                  <a:srgbClr val="6F6F6F"/>
                </a:solidFill>
                <a:prstDash val="solid"/>
                <a:round/>
              </a:ln>
              <a:effectLst/>
            </p:spPr>
            <p:txBody>
              <a:bodyPr wrap="square" lIns="121919" tIns="121919" rIns="121919" bIns="121919" numCol="1" anchor="t">
                <a:noAutofit/>
              </a:bodyPr>
              <a:lstStyle/>
              <a:p>
                <a:pPr algn="l" defTabSz="1829287">
                  <a:defRPr sz="3400">
                    <a:solidFill>
                      <a:srgbClr val="000000"/>
                    </a:solidFill>
                    <a:latin typeface="IBM Plex Sans Light"/>
                    <a:ea typeface="IBM Plex Sans Light"/>
                    <a:cs typeface="IBM Plex Sans Light"/>
                    <a:sym typeface="IBM Plex Sans Light"/>
                  </a:defRPr>
                </a:pPr>
                <a:endParaRPr sz="3400"/>
              </a:p>
            </p:txBody>
          </p:sp>
          <p:sp>
            <p:nvSpPr>
              <p:cNvPr id="530" name="Straight Connector 77"/>
              <p:cNvSpPr/>
              <p:nvPr/>
            </p:nvSpPr>
            <p:spPr>
              <a:xfrm flipH="1">
                <a:off x="0" y="9657080"/>
                <a:ext cx="243841" cy="1"/>
              </a:xfrm>
              <a:prstGeom prst="line">
                <a:avLst/>
              </a:prstGeom>
              <a:noFill/>
              <a:ln w="3175" cap="flat">
                <a:solidFill>
                  <a:srgbClr val="6F6F6F"/>
                </a:solidFill>
                <a:prstDash val="solid"/>
                <a:round/>
              </a:ln>
              <a:effectLst/>
            </p:spPr>
            <p:txBody>
              <a:bodyPr wrap="square" lIns="121919" tIns="121919" rIns="121919" bIns="121919" numCol="1" anchor="t">
                <a:noAutofit/>
              </a:bodyPr>
              <a:lstStyle/>
              <a:p>
                <a:pPr algn="l" defTabSz="1829287">
                  <a:defRPr sz="3400">
                    <a:solidFill>
                      <a:srgbClr val="000000"/>
                    </a:solidFill>
                    <a:latin typeface="IBM Plex Sans Light"/>
                    <a:ea typeface="IBM Plex Sans Light"/>
                    <a:cs typeface="IBM Plex Sans Light"/>
                    <a:sym typeface="IBM Plex Sans Light"/>
                  </a:defRPr>
                </a:pPr>
                <a:endParaRPr sz="3400"/>
              </a:p>
            </p:txBody>
          </p:sp>
          <p:sp>
            <p:nvSpPr>
              <p:cNvPr id="531" name="Straight Connector 78"/>
              <p:cNvSpPr/>
              <p:nvPr/>
            </p:nvSpPr>
            <p:spPr>
              <a:xfrm flipH="1">
                <a:off x="0" y="11384619"/>
                <a:ext cx="243841" cy="1"/>
              </a:xfrm>
              <a:prstGeom prst="line">
                <a:avLst/>
              </a:prstGeom>
              <a:noFill/>
              <a:ln w="3175" cap="flat">
                <a:solidFill>
                  <a:srgbClr val="6F6F6F"/>
                </a:solidFill>
                <a:prstDash val="solid"/>
                <a:round/>
              </a:ln>
              <a:effectLst/>
            </p:spPr>
            <p:txBody>
              <a:bodyPr wrap="square" lIns="121919" tIns="121919" rIns="121919" bIns="121919" numCol="1" anchor="t">
                <a:noAutofit/>
              </a:bodyPr>
              <a:lstStyle/>
              <a:p>
                <a:pPr algn="l" defTabSz="1829287">
                  <a:defRPr sz="3400">
                    <a:solidFill>
                      <a:srgbClr val="000000"/>
                    </a:solidFill>
                    <a:latin typeface="IBM Plex Sans Light"/>
                    <a:ea typeface="IBM Plex Sans Light"/>
                    <a:cs typeface="IBM Plex Sans Light"/>
                    <a:sym typeface="IBM Plex Sans Light"/>
                  </a:defRPr>
                </a:pPr>
                <a:endParaRPr sz="3400"/>
              </a:p>
            </p:txBody>
          </p:sp>
          <p:sp>
            <p:nvSpPr>
              <p:cNvPr id="532" name="Straight Connector 79"/>
              <p:cNvSpPr/>
              <p:nvPr/>
            </p:nvSpPr>
            <p:spPr>
              <a:xfrm flipH="1" flipV="1">
                <a:off x="0" y="-1"/>
                <a:ext cx="243841" cy="1"/>
              </a:xfrm>
              <a:prstGeom prst="line">
                <a:avLst/>
              </a:prstGeom>
              <a:noFill/>
              <a:ln w="3175" cap="flat">
                <a:solidFill>
                  <a:srgbClr val="6F6F6F"/>
                </a:solidFill>
                <a:prstDash val="solid"/>
                <a:round/>
              </a:ln>
              <a:effectLst/>
            </p:spPr>
            <p:txBody>
              <a:bodyPr wrap="square" lIns="121919" tIns="121919" rIns="121919" bIns="121919" numCol="1" anchor="t">
                <a:noAutofit/>
              </a:bodyPr>
              <a:lstStyle/>
              <a:p>
                <a:pPr algn="l" defTabSz="1829287">
                  <a:defRPr sz="3400">
                    <a:solidFill>
                      <a:srgbClr val="000000"/>
                    </a:solidFill>
                    <a:latin typeface="IBM Plex Sans Light"/>
                    <a:ea typeface="IBM Plex Sans Light"/>
                    <a:cs typeface="IBM Plex Sans Light"/>
                    <a:sym typeface="IBM Plex Sans Light"/>
                  </a:defRPr>
                </a:pPr>
                <a:endParaRPr sz="3400"/>
              </a:p>
            </p:txBody>
          </p:sp>
          <p:sp>
            <p:nvSpPr>
              <p:cNvPr id="533" name="Straight Connector 80"/>
              <p:cNvSpPr/>
              <p:nvPr/>
            </p:nvSpPr>
            <p:spPr>
              <a:xfrm flipH="1">
                <a:off x="0" y="12497816"/>
                <a:ext cx="243841" cy="1"/>
              </a:xfrm>
              <a:prstGeom prst="line">
                <a:avLst/>
              </a:prstGeom>
              <a:noFill/>
              <a:ln w="3175" cap="flat">
                <a:solidFill>
                  <a:srgbClr val="6F6F6F"/>
                </a:solidFill>
                <a:prstDash val="solid"/>
                <a:round/>
              </a:ln>
              <a:effectLst/>
            </p:spPr>
            <p:txBody>
              <a:bodyPr wrap="square" lIns="121919" tIns="121919" rIns="121919" bIns="121919" numCol="1" anchor="t">
                <a:noAutofit/>
              </a:bodyPr>
              <a:lstStyle/>
              <a:p>
                <a:pPr algn="l" defTabSz="1829287">
                  <a:defRPr sz="3400">
                    <a:solidFill>
                      <a:srgbClr val="000000"/>
                    </a:solidFill>
                    <a:latin typeface="IBM Plex Sans Light"/>
                    <a:ea typeface="IBM Plex Sans Light"/>
                    <a:cs typeface="IBM Plex Sans Light"/>
                    <a:sym typeface="IBM Plex Sans Light"/>
                  </a:defRPr>
                </a:pPr>
                <a:endParaRPr sz="3400"/>
              </a:p>
            </p:txBody>
          </p:sp>
        </p:grpSp>
        <p:grpSp>
          <p:nvGrpSpPr>
            <p:cNvPr id="544" name="Group 62"/>
            <p:cNvGrpSpPr/>
            <p:nvPr/>
          </p:nvGrpSpPr>
          <p:grpSpPr>
            <a:xfrm>
              <a:off x="24727414" y="901530"/>
              <a:ext cx="243841" cy="12495108"/>
              <a:chOff x="0" y="0"/>
              <a:chExt cx="243840" cy="12495106"/>
            </a:xfrm>
          </p:grpSpPr>
          <p:sp>
            <p:nvSpPr>
              <p:cNvPr id="535" name="Straight Connector 63"/>
              <p:cNvSpPr/>
              <p:nvPr/>
            </p:nvSpPr>
            <p:spPr>
              <a:xfrm flipH="1">
                <a:off x="0" y="1134872"/>
                <a:ext cx="243841" cy="1"/>
              </a:xfrm>
              <a:prstGeom prst="line">
                <a:avLst/>
              </a:prstGeom>
              <a:noFill/>
              <a:ln w="3175" cap="flat">
                <a:solidFill>
                  <a:srgbClr val="6F6F6F"/>
                </a:solidFill>
                <a:prstDash val="solid"/>
                <a:round/>
              </a:ln>
              <a:effectLst/>
            </p:spPr>
            <p:txBody>
              <a:bodyPr wrap="square" lIns="121919" tIns="121919" rIns="121919" bIns="121919" numCol="1" anchor="t">
                <a:noAutofit/>
              </a:bodyPr>
              <a:lstStyle/>
              <a:p>
                <a:pPr algn="l" defTabSz="1829287">
                  <a:defRPr sz="3400">
                    <a:solidFill>
                      <a:srgbClr val="000000"/>
                    </a:solidFill>
                    <a:latin typeface="IBM Plex Sans Light"/>
                    <a:ea typeface="IBM Plex Sans Light"/>
                    <a:cs typeface="IBM Plex Sans Light"/>
                    <a:sym typeface="IBM Plex Sans Light"/>
                  </a:defRPr>
                </a:pPr>
                <a:endParaRPr sz="3400"/>
              </a:p>
            </p:txBody>
          </p:sp>
          <p:sp>
            <p:nvSpPr>
              <p:cNvPr id="536" name="Straight Connector 64"/>
              <p:cNvSpPr/>
              <p:nvPr/>
            </p:nvSpPr>
            <p:spPr>
              <a:xfrm flipH="1">
                <a:off x="0" y="2829560"/>
                <a:ext cx="243841" cy="1"/>
              </a:xfrm>
              <a:prstGeom prst="line">
                <a:avLst/>
              </a:prstGeom>
              <a:noFill/>
              <a:ln w="3175" cap="flat">
                <a:solidFill>
                  <a:srgbClr val="6F6F6F"/>
                </a:solidFill>
                <a:prstDash val="solid"/>
                <a:round/>
              </a:ln>
              <a:effectLst/>
            </p:spPr>
            <p:txBody>
              <a:bodyPr wrap="square" lIns="121919" tIns="121919" rIns="121919" bIns="121919" numCol="1" anchor="t">
                <a:noAutofit/>
              </a:bodyPr>
              <a:lstStyle/>
              <a:p>
                <a:pPr algn="l" defTabSz="1829287">
                  <a:defRPr sz="3400">
                    <a:solidFill>
                      <a:srgbClr val="000000"/>
                    </a:solidFill>
                    <a:latin typeface="IBM Plex Sans Light"/>
                    <a:ea typeface="IBM Plex Sans Light"/>
                    <a:cs typeface="IBM Plex Sans Light"/>
                    <a:sym typeface="IBM Plex Sans Light"/>
                  </a:defRPr>
                </a:pPr>
                <a:endParaRPr sz="3400"/>
              </a:p>
            </p:txBody>
          </p:sp>
          <p:sp>
            <p:nvSpPr>
              <p:cNvPr id="537" name="Straight Connector 65"/>
              <p:cNvSpPr/>
              <p:nvPr/>
            </p:nvSpPr>
            <p:spPr>
              <a:xfrm flipH="1">
                <a:off x="0" y="4536440"/>
                <a:ext cx="243841" cy="1"/>
              </a:xfrm>
              <a:prstGeom prst="line">
                <a:avLst/>
              </a:prstGeom>
              <a:noFill/>
              <a:ln w="3175" cap="flat">
                <a:solidFill>
                  <a:srgbClr val="6F6F6F"/>
                </a:solidFill>
                <a:prstDash val="solid"/>
                <a:round/>
              </a:ln>
              <a:effectLst/>
            </p:spPr>
            <p:txBody>
              <a:bodyPr wrap="square" lIns="121919" tIns="121919" rIns="121919" bIns="121919" numCol="1" anchor="t">
                <a:noAutofit/>
              </a:bodyPr>
              <a:lstStyle/>
              <a:p>
                <a:pPr algn="l" defTabSz="1829287">
                  <a:defRPr sz="3400">
                    <a:solidFill>
                      <a:srgbClr val="000000"/>
                    </a:solidFill>
                    <a:latin typeface="IBM Plex Sans Light"/>
                    <a:ea typeface="IBM Plex Sans Light"/>
                    <a:cs typeface="IBM Plex Sans Light"/>
                    <a:sym typeface="IBM Plex Sans Light"/>
                  </a:defRPr>
                </a:pPr>
                <a:endParaRPr sz="3400"/>
              </a:p>
            </p:txBody>
          </p:sp>
          <p:sp>
            <p:nvSpPr>
              <p:cNvPr id="538" name="Straight Connector 66"/>
              <p:cNvSpPr/>
              <p:nvPr/>
            </p:nvSpPr>
            <p:spPr>
              <a:xfrm flipH="1">
                <a:off x="0" y="6243320"/>
                <a:ext cx="243841" cy="1"/>
              </a:xfrm>
              <a:prstGeom prst="line">
                <a:avLst/>
              </a:prstGeom>
              <a:noFill/>
              <a:ln w="3175" cap="flat">
                <a:solidFill>
                  <a:srgbClr val="6F6F6F"/>
                </a:solidFill>
                <a:prstDash val="solid"/>
                <a:round/>
              </a:ln>
              <a:effectLst/>
            </p:spPr>
            <p:txBody>
              <a:bodyPr wrap="square" lIns="121919" tIns="121919" rIns="121919" bIns="121919" numCol="1" anchor="t">
                <a:noAutofit/>
              </a:bodyPr>
              <a:lstStyle/>
              <a:p>
                <a:pPr algn="l" defTabSz="1829287">
                  <a:defRPr sz="3400">
                    <a:solidFill>
                      <a:srgbClr val="000000"/>
                    </a:solidFill>
                    <a:latin typeface="IBM Plex Sans Light"/>
                    <a:ea typeface="IBM Plex Sans Light"/>
                    <a:cs typeface="IBM Plex Sans Light"/>
                    <a:sym typeface="IBM Plex Sans Light"/>
                  </a:defRPr>
                </a:pPr>
                <a:endParaRPr sz="3400"/>
              </a:p>
            </p:txBody>
          </p:sp>
          <p:sp>
            <p:nvSpPr>
              <p:cNvPr id="539" name="Straight Connector 67"/>
              <p:cNvSpPr/>
              <p:nvPr/>
            </p:nvSpPr>
            <p:spPr>
              <a:xfrm flipH="1">
                <a:off x="0" y="7950200"/>
                <a:ext cx="243841" cy="0"/>
              </a:xfrm>
              <a:prstGeom prst="line">
                <a:avLst/>
              </a:prstGeom>
              <a:noFill/>
              <a:ln w="3175" cap="flat">
                <a:solidFill>
                  <a:srgbClr val="6F6F6F"/>
                </a:solidFill>
                <a:prstDash val="solid"/>
                <a:round/>
              </a:ln>
              <a:effectLst/>
            </p:spPr>
            <p:txBody>
              <a:bodyPr wrap="square" lIns="121919" tIns="121919" rIns="121919" bIns="121919" numCol="1" anchor="t">
                <a:noAutofit/>
              </a:bodyPr>
              <a:lstStyle/>
              <a:p>
                <a:pPr algn="l" defTabSz="1829287">
                  <a:defRPr sz="3400">
                    <a:solidFill>
                      <a:srgbClr val="000000"/>
                    </a:solidFill>
                    <a:latin typeface="IBM Plex Sans Light"/>
                    <a:ea typeface="IBM Plex Sans Light"/>
                    <a:cs typeface="IBM Plex Sans Light"/>
                    <a:sym typeface="IBM Plex Sans Light"/>
                  </a:defRPr>
                </a:pPr>
                <a:endParaRPr sz="3400"/>
              </a:p>
            </p:txBody>
          </p:sp>
          <p:sp>
            <p:nvSpPr>
              <p:cNvPr id="540" name="Straight Connector 68"/>
              <p:cNvSpPr/>
              <p:nvPr/>
            </p:nvSpPr>
            <p:spPr>
              <a:xfrm flipH="1">
                <a:off x="0" y="9657080"/>
                <a:ext cx="243841" cy="1"/>
              </a:xfrm>
              <a:prstGeom prst="line">
                <a:avLst/>
              </a:prstGeom>
              <a:noFill/>
              <a:ln w="3175" cap="flat">
                <a:solidFill>
                  <a:srgbClr val="6F6F6F"/>
                </a:solidFill>
                <a:prstDash val="solid"/>
                <a:round/>
              </a:ln>
              <a:effectLst/>
            </p:spPr>
            <p:txBody>
              <a:bodyPr wrap="square" lIns="121919" tIns="121919" rIns="121919" bIns="121919" numCol="1" anchor="t">
                <a:noAutofit/>
              </a:bodyPr>
              <a:lstStyle/>
              <a:p>
                <a:pPr algn="l" defTabSz="1829287">
                  <a:defRPr sz="3400">
                    <a:solidFill>
                      <a:srgbClr val="000000"/>
                    </a:solidFill>
                    <a:latin typeface="IBM Plex Sans Light"/>
                    <a:ea typeface="IBM Plex Sans Light"/>
                    <a:cs typeface="IBM Plex Sans Light"/>
                    <a:sym typeface="IBM Plex Sans Light"/>
                  </a:defRPr>
                </a:pPr>
                <a:endParaRPr sz="3400"/>
              </a:p>
            </p:txBody>
          </p:sp>
          <p:sp>
            <p:nvSpPr>
              <p:cNvPr id="541" name="Straight Connector 69"/>
              <p:cNvSpPr/>
              <p:nvPr/>
            </p:nvSpPr>
            <p:spPr>
              <a:xfrm flipH="1">
                <a:off x="0" y="11384619"/>
                <a:ext cx="243841" cy="1"/>
              </a:xfrm>
              <a:prstGeom prst="line">
                <a:avLst/>
              </a:prstGeom>
              <a:noFill/>
              <a:ln w="3175" cap="flat">
                <a:solidFill>
                  <a:srgbClr val="6F6F6F"/>
                </a:solidFill>
                <a:prstDash val="solid"/>
                <a:round/>
              </a:ln>
              <a:effectLst/>
            </p:spPr>
            <p:txBody>
              <a:bodyPr wrap="square" lIns="121919" tIns="121919" rIns="121919" bIns="121919" numCol="1" anchor="t">
                <a:noAutofit/>
              </a:bodyPr>
              <a:lstStyle/>
              <a:p>
                <a:pPr algn="l" defTabSz="1829287">
                  <a:defRPr sz="3400">
                    <a:solidFill>
                      <a:srgbClr val="000000"/>
                    </a:solidFill>
                    <a:latin typeface="IBM Plex Sans Light"/>
                    <a:ea typeface="IBM Plex Sans Light"/>
                    <a:cs typeface="IBM Plex Sans Light"/>
                    <a:sym typeface="IBM Plex Sans Light"/>
                  </a:defRPr>
                </a:pPr>
                <a:endParaRPr sz="3400"/>
              </a:p>
            </p:txBody>
          </p:sp>
          <p:sp>
            <p:nvSpPr>
              <p:cNvPr id="542" name="Straight Connector 70"/>
              <p:cNvSpPr/>
              <p:nvPr/>
            </p:nvSpPr>
            <p:spPr>
              <a:xfrm flipH="1" flipV="1">
                <a:off x="0" y="0"/>
                <a:ext cx="243841" cy="1"/>
              </a:xfrm>
              <a:prstGeom prst="line">
                <a:avLst/>
              </a:prstGeom>
              <a:noFill/>
              <a:ln w="3175" cap="flat">
                <a:solidFill>
                  <a:srgbClr val="6F6F6F"/>
                </a:solidFill>
                <a:prstDash val="solid"/>
                <a:round/>
              </a:ln>
              <a:effectLst/>
            </p:spPr>
            <p:txBody>
              <a:bodyPr wrap="square" lIns="121919" tIns="121919" rIns="121919" bIns="121919" numCol="1" anchor="t">
                <a:noAutofit/>
              </a:bodyPr>
              <a:lstStyle/>
              <a:p>
                <a:pPr algn="l" defTabSz="1829287">
                  <a:defRPr sz="3400">
                    <a:solidFill>
                      <a:srgbClr val="000000"/>
                    </a:solidFill>
                    <a:latin typeface="IBM Plex Sans Light"/>
                    <a:ea typeface="IBM Plex Sans Light"/>
                    <a:cs typeface="IBM Plex Sans Light"/>
                    <a:sym typeface="IBM Plex Sans Light"/>
                  </a:defRPr>
                </a:pPr>
                <a:endParaRPr sz="3400"/>
              </a:p>
            </p:txBody>
          </p:sp>
          <p:sp>
            <p:nvSpPr>
              <p:cNvPr id="543" name="Straight Connector 71"/>
              <p:cNvSpPr/>
              <p:nvPr/>
            </p:nvSpPr>
            <p:spPr>
              <a:xfrm flipH="1">
                <a:off x="0" y="12495107"/>
                <a:ext cx="243841" cy="1"/>
              </a:xfrm>
              <a:prstGeom prst="line">
                <a:avLst/>
              </a:prstGeom>
              <a:noFill/>
              <a:ln w="3175" cap="flat">
                <a:solidFill>
                  <a:srgbClr val="6F6F6F"/>
                </a:solidFill>
                <a:prstDash val="solid"/>
                <a:round/>
              </a:ln>
              <a:effectLst/>
            </p:spPr>
            <p:txBody>
              <a:bodyPr wrap="square" lIns="121919" tIns="121919" rIns="121919" bIns="121919" numCol="1" anchor="t">
                <a:noAutofit/>
              </a:bodyPr>
              <a:lstStyle/>
              <a:p>
                <a:pPr algn="l" defTabSz="1829287">
                  <a:defRPr sz="3400">
                    <a:solidFill>
                      <a:srgbClr val="000000"/>
                    </a:solidFill>
                    <a:latin typeface="IBM Plex Sans Light"/>
                    <a:ea typeface="IBM Plex Sans Light"/>
                    <a:cs typeface="IBM Plex Sans Light"/>
                    <a:sym typeface="IBM Plex Sans Light"/>
                  </a:defRPr>
                </a:pPr>
                <a:endParaRPr sz="3400"/>
              </a:p>
            </p:txBody>
          </p:sp>
        </p:grpSp>
      </p:grpSp>
      <p:sp>
        <p:nvSpPr>
          <p:cNvPr id="546" name="Title Text"/>
          <p:cNvSpPr txBox="1">
            <a:spLocks noGrp="1"/>
          </p:cNvSpPr>
          <p:nvPr>
            <p:ph type="title"/>
          </p:nvPr>
        </p:nvSpPr>
        <p:spPr>
          <a:xfrm>
            <a:off x="560905" y="536448"/>
            <a:ext cx="11047391" cy="2145793"/>
          </a:xfrm>
          <a:prstGeom prst="rect">
            <a:avLst/>
          </a:prstGeom>
        </p:spPr>
        <p:txBody>
          <a:bodyPr lIns="0" tIns="0" rIns="0" bIns="0"/>
          <a:lstStyle>
            <a:lvl1pPr defTabSz="2438400">
              <a:lnSpc>
                <a:spcPct val="90000"/>
              </a:lnSpc>
              <a:defRPr sz="6400" b="0" spc="0">
                <a:latin typeface="IBM Plex Sans Light"/>
                <a:ea typeface="IBM Plex Sans Light"/>
                <a:cs typeface="IBM Plex Sans Light"/>
                <a:sym typeface="IBM Plex Sans Light"/>
              </a:defRPr>
            </a:lvl1pPr>
          </a:lstStyle>
          <a:p>
            <a:r>
              <a:t>Title Text</a:t>
            </a:r>
          </a:p>
        </p:txBody>
      </p:sp>
      <p:sp>
        <p:nvSpPr>
          <p:cNvPr id="547" name="Body Level One…"/>
          <p:cNvSpPr txBox="1">
            <a:spLocks noGrp="1"/>
          </p:cNvSpPr>
          <p:nvPr>
            <p:ph type="body" sz="quarter" idx="1"/>
          </p:nvPr>
        </p:nvSpPr>
        <p:spPr>
          <a:xfrm>
            <a:off x="585292" y="3316224"/>
            <a:ext cx="4901823" cy="8672577"/>
          </a:xfrm>
          <a:prstGeom prst="rect">
            <a:avLst/>
          </a:prstGeom>
        </p:spPr>
        <p:txBody>
          <a:bodyPr lIns="0" tIns="0" rIns="0" bIns="0"/>
          <a:lstStyle>
            <a:lvl1pPr marL="0" indent="0" defTabSz="2438400">
              <a:lnSpc>
                <a:spcPct val="100000"/>
              </a:lnSpc>
              <a:spcBef>
                <a:spcPts val="2900"/>
              </a:spcBef>
              <a:buSzTx/>
              <a:buNone/>
              <a:defRPr sz="3600">
                <a:latin typeface="IBM Plex Sans Light"/>
                <a:ea typeface="IBM Plex Sans Light"/>
                <a:cs typeface="IBM Plex Sans Light"/>
                <a:sym typeface="IBM Plex Sans Light"/>
              </a:defRPr>
            </a:lvl1pPr>
            <a:lvl2pPr marL="444465" indent="-446749" defTabSz="2438400">
              <a:lnSpc>
                <a:spcPct val="100000"/>
              </a:lnSpc>
              <a:spcBef>
                <a:spcPts val="2900"/>
              </a:spcBef>
              <a:buSzPct val="100000"/>
              <a:buChar char="–"/>
              <a:defRPr sz="3600">
                <a:latin typeface="IBM Plex Sans Light"/>
                <a:ea typeface="IBM Plex Sans Light"/>
                <a:cs typeface="IBM Plex Sans Light"/>
                <a:sym typeface="IBM Plex Sans Light"/>
              </a:defRPr>
            </a:lvl2pPr>
            <a:lvl3pPr marL="615918" indent="-446749" defTabSz="2438400">
              <a:lnSpc>
                <a:spcPct val="100000"/>
              </a:lnSpc>
              <a:spcBef>
                <a:spcPts val="2900"/>
              </a:spcBef>
              <a:buSzPct val="100000"/>
              <a:defRPr sz="3600">
                <a:latin typeface="IBM Plex Sans Light"/>
                <a:ea typeface="IBM Plex Sans Light"/>
                <a:cs typeface="IBM Plex Sans Light"/>
                <a:sym typeface="IBM Plex Sans Light"/>
              </a:defRPr>
            </a:lvl3pPr>
            <a:lvl4pPr marL="901671" indent="-446749" defTabSz="2438400">
              <a:lnSpc>
                <a:spcPct val="100000"/>
              </a:lnSpc>
              <a:spcBef>
                <a:spcPts val="2900"/>
              </a:spcBef>
              <a:buSzPct val="100000"/>
              <a:buChar char="–"/>
              <a:defRPr sz="3600">
                <a:latin typeface="IBM Plex Sans Light"/>
                <a:ea typeface="IBM Plex Sans Light"/>
                <a:cs typeface="IBM Plex Sans Light"/>
                <a:sym typeface="IBM Plex Sans Light"/>
              </a:defRPr>
            </a:lvl4pPr>
            <a:lvl5pPr marL="1076298" indent="-446749" defTabSz="2438400">
              <a:lnSpc>
                <a:spcPct val="100000"/>
              </a:lnSpc>
              <a:spcBef>
                <a:spcPts val="2900"/>
              </a:spcBef>
              <a:buSzPct val="100000"/>
              <a:buChar char="»"/>
              <a:defRPr sz="3600">
                <a:latin typeface="IBM Plex Sans Light"/>
                <a:ea typeface="IBM Plex Sans Light"/>
                <a:cs typeface="IBM Plex Sans Light"/>
                <a:sym typeface="IBM Plex Sans Light"/>
              </a:defRPr>
            </a:lvl5pPr>
          </a:lstStyle>
          <a:p>
            <a:r>
              <a:t>Body Level One</a:t>
            </a:r>
          </a:p>
          <a:p>
            <a:pPr lvl="1"/>
            <a:r>
              <a:t>Body Level Two</a:t>
            </a:r>
          </a:p>
          <a:p>
            <a:pPr lvl="2"/>
            <a:r>
              <a:t>Body Level Three</a:t>
            </a:r>
          </a:p>
          <a:p>
            <a:pPr lvl="3"/>
            <a:r>
              <a:t>Body Level Four</a:t>
            </a:r>
          </a:p>
          <a:p>
            <a:pPr lvl="4"/>
            <a:r>
              <a:t>Body Level Five</a:t>
            </a:r>
          </a:p>
        </p:txBody>
      </p:sp>
      <p:sp>
        <p:nvSpPr>
          <p:cNvPr id="548" name="Slide Number"/>
          <p:cNvSpPr txBox="1">
            <a:spLocks noGrp="1"/>
          </p:cNvSpPr>
          <p:nvPr>
            <p:ph type="sldNum" sz="quarter" idx="2"/>
          </p:nvPr>
        </p:nvSpPr>
        <p:spPr>
          <a:xfrm>
            <a:off x="23506409" y="12900739"/>
            <a:ext cx="270908" cy="246221"/>
          </a:xfrm>
          <a:prstGeom prst="rect">
            <a:avLst/>
          </a:prstGeom>
        </p:spPr>
        <p:txBody>
          <a:bodyPr lIns="0" tIns="0" rIns="0" bIns="0" anchor="ctr"/>
          <a:lstStyle>
            <a:lvl1pPr algn="r" defTabSz="1829287">
              <a:defRPr sz="1600">
                <a:latin typeface="IBM Plex Sans"/>
                <a:ea typeface="IBM Plex Sans"/>
                <a:cs typeface="IBM Plex Sans"/>
                <a:sym typeface="IBM Plex Sans"/>
              </a:defRPr>
            </a:lvl1pPr>
          </a:lstStyle>
          <a:p>
            <a:fld id="{86CB4B4D-7CA3-9044-876B-883B54F8677D}" type="slidenum">
              <a:t>‹#›</a:t>
            </a:fld>
            <a:endParaRPr/>
          </a:p>
        </p:txBody>
      </p:sp>
    </p:spTree>
    <p:extLst>
      <p:ext uri="{BB962C8B-B14F-4D97-AF65-F5344CB8AC3E}">
        <p14:creationId xmlns:p14="http://schemas.microsoft.com/office/powerpoint/2010/main" val="1225085729"/>
      </p:ext>
    </p:extLst>
  </p:cSld>
  <p:clrMapOvr>
    <a:masterClrMapping/>
  </p:clrMapOvr>
  <p:transition spd="med"/>
  <p:hf sldNum="0" hdr="0" dt="0"/>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7" name="Slide Number"/>
          <p:cNvSpPr txBox="1">
            <a:spLocks noGrp="1"/>
          </p:cNvSpPr>
          <p:nvPr>
            <p:ph type="sldNum" sz="quarter" idx="2"/>
          </p:nvPr>
        </p:nvSpPr>
        <p:spPr>
          <a:xfrm>
            <a:off x="23541592" y="12951714"/>
            <a:ext cx="270908" cy="246221"/>
          </a:xfrm>
          <a:prstGeom prst="rect">
            <a:avLst/>
          </a:prstGeom>
          <a:ln w="12700">
            <a:miter lim="400000"/>
          </a:ln>
        </p:spPr>
        <p:txBody>
          <a:bodyPr wrap="none" lIns="0" tIns="0" rIns="0" bIns="0" anchor="b" anchorCtr="0">
            <a:spAutoFit/>
          </a:bodyPr>
          <a:lstStyle>
            <a:lvl1pPr algn="r">
              <a:defRPr sz="1600" b="0" i="0">
                <a:solidFill>
                  <a:schemeClr val="tx1"/>
                </a:solidFill>
                <a:latin typeface="IBM Plex Sans Light" panose="020B0503050203000203" pitchFamily="34" charset="0"/>
                <a:ea typeface="IBM Plex Sans Light"/>
                <a:cs typeface="IBM Plex Sans Light"/>
                <a:sym typeface="IBM Plex Sans Light"/>
              </a:defRPr>
            </a:lvl1pPr>
          </a:lstStyle>
          <a:p>
            <a:fld id="{86CB4B4D-7CA3-9044-876B-883B54F8677D}" type="slidenum">
              <a:rPr lang="en-US" smtClean="0"/>
              <a:pPr/>
              <a:t>‹#›</a:t>
            </a:fld>
            <a:endParaRPr lang="en-US" dirty="0"/>
          </a:p>
        </p:txBody>
      </p:sp>
      <p:sp>
        <p:nvSpPr>
          <p:cNvPr id="48" name="Title Text"/>
          <p:cNvSpPr txBox="1">
            <a:spLocks noGrp="1"/>
          </p:cNvSpPr>
          <p:nvPr>
            <p:ph type="title"/>
          </p:nvPr>
        </p:nvSpPr>
        <p:spPr>
          <a:xfrm>
            <a:off x="576072" y="576072"/>
            <a:ext cx="22590125" cy="246875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r>
              <a:rPr dirty="0"/>
              <a:t>Title Text</a:t>
            </a:r>
          </a:p>
        </p:txBody>
      </p:sp>
      <p:sp>
        <p:nvSpPr>
          <p:cNvPr id="49" name="Body Level One…"/>
          <p:cNvSpPr txBox="1">
            <a:spLocks noGrp="1"/>
          </p:cNvSpPr>
          <p:nvPr>
            <p:ph type="body" idx="1"/>
          </p:nvPr>
        </p:nvSpPr>
        <p:spPr>
          <a:xfrm>
            <a:off x="574675" y="3327399"/>
            <a:ext cx="22590125" cy="88677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r>
              <a:rPr dirty="0"/>
              <a:t>Body Level One</a:t>
            </a:r>
          </a:p>
          <a:p>
            <a:pPr lvl="1"/>
            <a:r>
              <a:rPr dirty="0"/>
              <a:t>Body Level Two</a:t>
            </a:r>
          </a:p>
          <a:p>
            <a:pPr lvl="2"/>
            <a:r>
              <a:rPr dirty="0"/>
              <a:t>Body Level Three</a:t>
            </a:r>
          </a:p>
          <a:p>
            <a:pPr lvl="3"/>
            <a:r>
              <a:rPr dirty="0"/>
              <a:t>Body Level Four</a:t>
            </a:r>
          </a:p>
        </p:txBody>
      </p:sp>
      <p:sp>
        <p:nvSpPr>
          <p:cNvPr id="2" name="Footer Placeholder 1">
            <a:extLst>
              <a:ext uri="{FF2B5EF4-FFF2-40B4-BE49-F238E27FC236}">
                <a16:creationId xmlns:a16="http://schemas.microsoft.com/office/drawing/2014/main" id="{59EB465A-FE7F-6B71-D716-1673174BBF59}"/>
              </a:ext>
            </a:extLst>
          </p:cNvPr>
          <p:cNvSpPr>
            <a:spLocks noGrp="1"/>
          </p:cNvSpPr>
          <p:nvPr>
            <p:ph type="ftr" sz="quarter" idx="3"/>
          </p:nvPr>
        </p:nvSpPr>
        <p:spPr>
          <a:xfrm>
            <a:off x="576000" y="12823285"/>
            <a:ext cx="4956176" cy="381000"/>
          </a:xfrm>
          <a:prstGeom prst="rect">
            <a:avLst/>
          </a:prstGeom>
        </p:spPr>
        <p:txBody>
          <a:bodyPr vert="horz" lIns="0" tIns="0" rIns="0" bIns="0" rtlCol="0" anchor="b"/>
          <a:lstStyle>
            <a:lvl1pPr algn="l">
              <a:defRPr sz="1600" b="0" i="0">
                <a:solidFill>
                  <a:schemeClr val="tx1"/>
                </a:solidFill>
                <a:latin typeface="IBM Plex Sans Light" panose="020B0503050203000203" pitchFamily="34" charset="0"/>
              </a:defRPr>
            </a:lvl1pPr>
          </a:lstStyle>
          <a:p>
            <a:endParaRPr lang="en-US" dirty="0"/>
          </a:p>
        </p:txBody>
      </p:sp>
    </p:spTree>
    <p:extLst>
      <p:ext uri="{BB962C8B-B14F-4D97-AF65-F5344CB8AC3E}">
        <p14:creationId xmlns:p14="http://schemas.microsoft.com/office/powerpoint/2010/main" val="3669031262"/>
      </p:ext>
    </p:extLst>
  </p:cSld>
  <p:clrMap bg1="dk1" tx1="lt1" bg2="dk2" tx2="lt2" accent1="accent1" accent2="accent2" accent3="accent3" accent4="accent4" accent5="accent5" accent6="accent6" hlink="hlink" folHlink="folHlink"/>
  <p:sldLayoutIdLst>
    <p:sldLayoutId id="2147483944" r:id="rId1"/>
    <p:sldLayoutId id="2147483945" r:id="rId2"/>
    <p:sldLayoutId id="2147483904" r:id="rId3"/>
    <p:sldLayoutId id="2147483905" r:id="rId4"/>
    <p:sldLayoutId id="2147483901" r:id="rId5"/>
    <p:sldLayoutId id="2147483692" r:id="rId6"/>
    <p:sldLayoutId id="2147483906" r:id="rId7"/>
    <p:sldLayoutId id="2147483907" r:id="rId8"/>
    <p:sldLayoutId id="2147483910" r:id="rId9"/>
    <p:sldLayoutId id="2147483908" r:id="rId10"/>
    <p:sldLayoutId id="2147483909" r:id="rId11"/>
    <p:sldLayoutId id="2147483912" r:id="rId12"/>
    <p:sldLayoutId id="2147483914" r:id="rId13"/>
    <p:sldLayoutId id="2147483915" r:id="rId14"/>
    <p:sldLayoutId id="2147483913" r:id="rId15"/>
    <p:sldLayoutId id="2147483917" r:id="rId16"/>
    <p:sldLayoutId id="2147483942" r:id="rId17"/>
    <p:sldLayoutId id="2147483919" r:id="rId18"/>
    <p:sldLayoutId id="2147483929" r:id="rId19"/>
    <p:sldLayoutId id="2147483920" r:id="rId20"/>
    <p:sldLayoutId id="2147483930" r:id="rId21"/>
    <p:sldLayoutId id="2147483928" r:id="rId22"/>
    <p:sldLayoutId id="2147483948" r:id="rId23"/>
    <p:sldLayoutId id="2147483927" r:id="rId24"/>
    <p:sldLayoutId id="2147483950" r:id="rId25"/>
    <p:sldLayoutId id="2147483921" r:id="rId26"/>
    <p:sldLayoutId id="2147483916" r:id="rId27"/>
    <p:sldLayoutId id="2147483922" r:id="rId28"/>
    <p:sldLayoutId id="2147483965" r:id="rId29"/>
    <p:sldLayoutId id="2147483956" r:id="rId30"/>
    <p:sldLayoutId id="2147483923" r:id="rId31"/>
    <p:sldLayoutId id="2147483924" r:id="rId32"/>
    <p:sldLayoutId id="2147483926" r:id="rId33"/>
    <p:sldLayoutId id="2147483925" r:id="rId34"/>
    <p:sldLayoutId id="2147483959" r:id="rId35"/>
    <p:sldLayoutId id="2147483937" r:id="rId36"/>
    <p:sldLayoutId id="2147483932" r:id="rId37"/>
    <p:sldLayoutId id="2147483934" r:id="rId38"/>
    <p:sldLayoutId id="2147483935" r:id="rId39"/>
    <p:sldLayoutId id="2147483936" r:id="rId40"/>
    <p:sldLayoutId id="2147483938" r:id="rId41"/>
    <p:sldLayoutId id="2147483939" r:id="rId42"/>
    <p:sldLayoutId id="2147483964" r:id="rId43"/>
    <p:sldLayoutId id="2147483940" r:id="rId44"/>
    <p:sldLayoutId id="2147483960" r:id="rId45"/>
    <p:sldLayoutId id="2147483943" r:id="rId46"/>
    <p:sldLayoutId id="2147483963" r:id="rId47"/>
    <p:sldLayoutId id="2147483941" r:id="rId48"/>
    <p:sldLayoutId id="2147483966" r:id="rId49"/>
    <p:sldLayoutId id="2147483967" r:id="rId50"/>
    <p:sldLayoutId id="2147483968" r:id="rId51"/>
    <p:sldLayoutId id="2147483972" r:id="rId52"/>
  </p:sldLayoutIdLst>
  <p:transition spd="med"/>
  <p:hf sldNum="0" hdr="0" ftr="0" dt="0"/>
  <p:txStyles>
    <p:titleStyle>
      <a:lvl1pPr marL="0" marR="0" indent="0" algn="l" defTabSz="2438400" rtl="0" eaLnBrk="1" latinLnBrk="0" hangingPunct="1">
        <a:lnSpc>
          <a:spcPct val="100000"/>
        </a:lnSpc>
        <a:spcBef>
          <a:spcPts val="0"/>
        </a:spcBef>
        <a:spcAft>
          <a:spcPts val="0"/>
        </a:spcAft>
        <a:buClrTx/>
        <a:buSzTx/>
        <a:buFontTx/>
        <a:buNone/>
        <a:tabLst/>
        <a:defRPr sz="6800" b="0" i="0" u="none" strike="noStrike" cap="none" spc="0" baseline="0">
          <a:solidFill>
            <a:schemeClr val="tx2"/>
          </a:solidFill>
          <a:uFillTx/>
          <a:latin typeface="IBM Plex Sans Light"/>
          <a:ea typeface="IBM Plex Sans Light"/>
          <a:cs typeface="IBM Plex Sans Light"/>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9pPr>
    </p:titleStyle>
    <p:body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IBM Plex Sans Light"/>
          <a:ea typeface="IBM Plex Sans Light"/>
          <a:cs typeface="IBM Plex Sans Light"/>
          <a:sym typeface="IBM Plex Sans Light"/>
        </a:defRPr>
      </a:lvl1pPr>
      <a:lvl2pPr marL="327600" marR="0" indent="-327600" algn="l" defTabSz="2438400" rtl="0" eaLnBrk="1" latinLnBrk="0" hangingPunct="1">
        <a:lnSpc>
          <a:spcPct val="100000"/>
        </a:lnSpc>
        <a:spcBef>
          <a:spcPts val="0"/>
        </a:spcBef>
        <a:spcAft>
          <a:spcPts val="0"/>
        </a:spcAft>
        <a:buClrTx/>
        <a:buSzPct val="100000"/>
        <a:buFont typeface="IBM Plex Sans Light" panose="020B0604020202020204" pitchFamily="34" charset="0"/>
        <a:buChar char="•"/>
        <a:tabLst/>
        <a:defRPr sz="3600" b="0" i="0" u="none" strike="noStrike" cap="none" spc="0" baseline="0">
          <a:solidFill>
            <a:schemeClr val="tx1"/>
          </a:solidFill>
          <a:uFillTx/>
          <a:latin typeface="IBM Plex Sans Light"/>
          <a:ea typeface="IBM Plex Sans Light"/>
          <a:cs typeface="IBM Plex Sans Light"/>
          <a:sym typeface="IBM Plex Sans Light"/>
        </a:defRPr>
      </a:lvl2pPr>
      <a:lvl3pPr marL="658800" marR="0" indent="-327600" algn="l" defTabSz="2438400" rtl="0" eaLnBrk="1" latinLnBrk="0" hangingPunct="1">
        <a:lnSpc>
          <a:spcPct val="100000"/>
        </a:lnSpc>
        <a:spcBef>
          <a:spcPts val="0"/>
        </a:spcBef>
        <a:spcAft>
          <a:spcPts val="0"/>
        </a:spcAft>
        <a:buClrTx/>
        <a:buSzPct val="100000"/>
        <a:buFont typeface="IBM Plex Sans Light" panose="020B0604020202020204" pitchFamily="34" charset="0"/>
        <a:buChar char="•"/>
        <a:tabLst/>
        <a:defRPr sz="3600" b="0" i="0" u="none" strike="noStrike" cap="none" spc="0" baseline="0">
          <a:solidFill>
            <a:schemeClr val="tx1"/>
          </a:solidFill>
          <a:uFillTx/>
          <a:latin typeface="IBM Plex Sans Light"/>
          <a:ea typeface="IBM Plex Sans Light"/>
          <a:cs typeface="IBM Plex Sans Light"/>
          <a:sym typeface="IBM Plex Sans Light"/>
        </a:defRPr>
      </a:lvl3pPr>
      <a:lvl4pPr marL="986400" marR="0" indent="-327600" algn="l" defTabSz="2438400" rtl="0" eaLnBrk="1" latinLnBrk="0" hangingPunct="1">
        <a:lnSpc>
          <a:spcPct val="100000"/>
        </a:lnSpc>
        <a:spcBef>
          <a:spcPts val="0"/>
        </a:spcBef>
        <a:spcAft>
          <a:spcPts val="0"/>
        </a:spcAft>
        <a:buClrTx/>
        <a:buSzPct val="100000"/>
        <a:buFont typeface="IBM Plex Sans Light" panose="020B0604020202020204" pitchFamily="34" charset="0"/>
        <a:buChar char="•"/>
        <a:tabLst/>
        <a:defRPr sz="3600" b="0" i="0" u="none" strike="noStrike" cap="none" spc="0" baseline="0">
          <a:solidFill>
            <a:schemeClr val="tx1"/>
          </a:solidFill>
          <a:uFillTx/>
          <a:latin typeface="IBM Plex Sans Light"/>
          <a:ea typeface="IBM Plex Sans Light"/>
          <a:cs typeface="IBM Plex Sans Light"/>
          <a:sym typeface="IBM Plex Sans Light"/>
        </a:defRPr>
      </a:lvl4pPr>
      <a:lvl5pPr marL="1143000" marR="0" indent="-457200" algn="l" defTabSz="2438400" rtl="0" eaLnBrk="1" latinLnBrk="0" hangingPunct="1">
        <a:lnSpc>
          <a:spcPct val="110000"/>
        </a:lnSpc>
        <a:spcBef>
          <a:spcPts val="2900"/>
        </a:spcBef>
        <a:spcAft>
          <a:spcPts val="0"/>
        </a:spcAft>
        <a:buClrTx/>
        <a:buSzPct val="100000"/>
        <a:buFont typeface="IBM Plex Sans Light" panose="020B0604020202020204" pitchFamily="34" charset="0"/>
        <a:buChar char="•"/>
        <a:tabLst/>
        <a:defRPr sz="3600" b="0" i="0" u="none" strike="noStrike" cap="none" spc="0" baseline="0">
          <a:solidFill>
            <a:srgbClr val="000000"/>
          </a:solidFill>
          <a:uFillTx/>
          <a:latin typeface="IBM Plex Sans Light"/>
          <a:ea typeface="IBM Plex Sans Light"/>
          <a:cs typeface="IBM Plex Sans Light"/>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IBM Plex Sans Light"/>
          <a:ea typeface="IBM Plex Sans Light"/>
          <a:cs typeface="IBM Plex Sans Light"/>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IBM Plex Sans Light"/>
          <a:ea typeface="IBM Plex Sans Light"/>
          <a:cs typeface="IBM Plex Sans Light"/>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IBM Plex Sans Light"/>
          <a:ea typeface="IBM Plex Sans Light"/>
          <a:cs typeface="IBM Plex Sans Light"/>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IBM Plex Sans Light"/>
          <a:ea typeface="IBM Plex Sans Light"/>
          <a:cs typeface="IBM Plex Sans Light"/>
          <a:sym typeface="IBM Plex Sans Light"/>
        </a:defRPr>
      </a:lvl9pPr>
    </p:bodyStyle>
    <p:otherStyle>
      <a:lvl1pPr marL="0" marR="0" indent="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IBM Plex Sans Light"/>
          <a:ea typeface="IBM Plex Sans Light"/>
          <a:cs typeface="IBM Plex Sans Light"/>
          <a:sym typeface="IBM Plex Sans Light"/>
        </a:defRPr>
      </a:lvl1pPr>
      <a:lvl2pPr marL="0" marR="0" indent="34299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IBM Plex Sans Light"/>
          <a:ea typeface="IBM Plex Sans Light"/>
          <a:cs typeface="IBM Plex Sans Light"/>
          <a:sym typeface="IBM Plex Sans Light"/>
        </a:defRPr>
      </a:lvl2pPr>
      <a:lvl3pPr marL="0" marR="0" indent="685982"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IBM Plex Sans Light"/>
          <a:ea typeface="IBM Plex Sans Light"/>
          <a:cs typeface="IBM Plex Sans Light"/>
          <a:sym typeface="IBM Plex Sans Light"/>
        </a:defRPr>
      </a:lvl3pPr>
      <a:lvl4pPr marL="0" marR="0" indent="1028974"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IBM Plex Sans Light"/>
          <a:ea typeface="IBM Plex Sans Light"/>
          <a:cs typeface="IBM Plex Sans Light"/>
          <a:sym typeface="IBM Plex Sans Light"/>
        </a:defRPr>
      </a:lvl4pPr>
      <a:lvl5pPr marL="0" marR="0" indent="1371965"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IBM Plex Sans Light"/>
          <a:ea typeface="IBM Plex Sans Light"/>
          <a:cs typeface="IBM Plex Sans Light"/>
          <a:sym typeface="IBM Plex Sans Light"/>
        </a:defRPr>
      </a:lvl5pPr>
      <a:lvl6pPr marL="0" marR="0" indent="1714956"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IBM Plex Sans Light"/>
          <a:ea typeface="IBM Plex Sans Light"/>
          <a:cs typeface="IBM Plex Sans Light"/>
          <a:sym typeface="IBM Plex Sans Light"/>
        </a:defRPr>
      </a:lvl6pPr>
      <a:lvl7pPr marL="0" marR="0" indent="2057948"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IBM Plex Sans Light"/>
          <a:ea typeface="IBM Plex Sans Light"/>
          <a:cs typeface="IBM Plex Sans Light"/>
          <a:sym typeface="IBM Plex Sans Light"/>
        </a:defRPr>
      </a:lvl7pPr>
      <a:lvl8pPr marL="0" marR="0" indent="2400940"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IBM Plex Sans Light"/>
          <a:ea typeface="IBM Plex Sans Light"/>
          <a:cs typeface="IBM Plex Sans Light"/>
          <a:sym typeface="IBM Plex Sans Light"/>
        </a:defRPr>
      </a:lvl8pPr>
      <a:lvl9pPr marL="0" marR="0" indent="2743931" algn="r" defTabSz="1829287" rtl="0" eaLnBrk="1" latinLnBrk="0" hangingPunct="1">
        <a:lnSpc>
          <a:spcPct val="100000"/>
        </a:lnSpc>
        <a:spcBef>
          <a:spcPts val="0"/>
        </a:spcBef>
        <a:spcAft>
          <a:spcPts val="0"/>
        </a:spcAft>
        <a:buClrTx/>
        <a:buSzTx/>
        <a:buFontTx/>
        <a:buNone/>
        <a:tabLst/>
        <a:defRPr sz="1600" b="0" i="0" u="none" strike="noStrike" cap="none" spc="0" baseline="0">
          <a:solidFill>
            <a:schemeClr val="tx1"/>
          </a:solidFill>
          <a:uFillTx/>
          <a:latin typeface="IBM Plex Sans Light"/>
          <a:ea typeface="IBM Plex Sans Light"/>
          <a:cs typeface="IBM Plex Sans Light"/>
          <a:sym typeface="IBM Plex Sans Light"/>
        </a:defRPr>
      </a:lvl9pPr>
    </p:otherStyle>
  </p:txStyles>
  <p:extLst>
    <p:ext uri="{27BBF7A9-308A-43DC-89C8-2F10F3537804}">
      <p15:sldGuideLst xmlns:p15="http://schemas.microsoft.com/office/powerpoint/2012/main">
        <p15:guide id="3" pos="364">
          <p15:clr>
            <a:srgbClr val="EE5396"/>
          </p15:clr>
        </p15:guide>
        <p15:guide id="4" pos="3840">
          <p15:clr>
            <a:srgbClr val="0F62FE"/>
          </p15:clr>
        </p15:guide>
        <p15:guide id="5" pos="1916">
          <p15:clr>
            <a:srgbClr val="EE5396"/>
          </p15:clr>
        </p15:guide>
        <p15:guide id="6" pos="5756">
          <p15:clr>
            <a:srgbClr val="EE5396"/>
          </p15:clr>
        </p15:guide>
        <p15:guide id="7" pos="7319">
          <p15:clr>
            <a:srgbClr val="EE5396"/>
          </p15:clr>
        </p15:guide>
        <p15:guide id="8" pos="8040">
          <p15:clr>
            <a:srgbClr val="EE5396"/>
          </p15:clr>
        </p15:guide>
        <p15:guide id="9" pos="4200">
          <p15:clr>
            <a:srgbClr val="EE5396"/>
          </p15:clr>
        </p15:guide>
        <p15:guide id="10" pos="3480">
          <p15:clr>
            <a:srgbClr val="EE5396"/>
          </p15:clr>
        </p15:guide>
        <p15:guide id="11" pos="9594">
          <p15:clr>
            <a:srgbClr val="EE5396"/>
          </p15:clr>
        </p15:guide>
        <p15:guide id="13" pos="11160">
          <p15:clr>
            <a:srgbClr val="EE5396"/>
          </p15:clr>
        </p15:guide>
        <p15:guide id="14" pos="11880">
          <p15:clr>
            <a:srgbClr val="EE5396"/>
          </p15:clr>
        </p15:guide>
        <p15:guide id="15" pos="13440">
          <p15:clr>
            <a:srgbClr val="EE5396"/>
          </p15:clr>
        </p15:guide>
        <p15:guide id="16" pos="14995">
          <p15:clr>
            <a:srgbClr val="EE5396"/>
          </p15:clr>
        </p15:guide>
        <p15:guide id="19" orient="horz" pos="3840" userDrawn="1">
          <p15:clr>
            <a:srgbClr val="EE5396"/>
          </p15:clr>
        </p15:guide>
        <p15:guide id="20" orient="horz" pos="958" userDrawn="1">
          <p15:clr>
            <a:srgbClr val="EE5396"/>
          </p15:clr>
        </p15:guide>
        <p15:guide id="25" orient="horz" pos="7682" userDrawn="1">
          <p15:clr>
            <a:srgbClr val="EE5396"/>
          </p15:clr>
        </p15:guide>
        <p15:guide id="26" pos="7680">
          <p15:clr>
            <a:srgbClr val="0F62FE"/>
          </p15:clr>
        </p15:guide>
        <p15:guide id="27" pos="11520">
          <p15:clr>
            <a:srgbClr val="0F62FE"/>
          </p15:clr>
        </p15:guide>
        <p15:guide id="30" orient="horz" pos="1918" userDrawn="1">
          <p15:clr>
            <a:srgbClr val="EE5396"/>
          </p15:clr>
        </p15:guide>
        <p15:guide id="32" orient="horz" pos="6720" userDrawn="1">
          <p15:clr>
            <a:srgbClr val="EE5396"/>
          </p15:clr>
        </p15:guide>
        <p15:guide id="33" orient="horz" pos="2880" userDrawn="1">
          <p15:clr>
            <a:srgbClr val="EE5396"/>
          </p15:clr>
        </p15:guide>
        <p15:guide id="34" orient="horz" pos="4800" userDrawn="1">
          <p15:clr>
            <a:srgbClr val="EE5396"/>
          </p15:clr>
        </p15:guide>
        <p15:guide id="35" orient="horz" pos="5758" userDrawn="1">
          <p15:clr>
            <a:srgbClr val="EE5396"/>
          </p15:clr>
        </p15:guide>
        <p15:guide id="36" orient="horz" pos="8284" userDrawn="1">
          <p15:clr>
            <a:srgbClr val="9FCC3B"/>
          </p15:clr>
        </p15:guide>
        <p15:guide id="37" orient="horz" pos="360"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1.xml"/></Relationships>
</file>

<file path=ppt/slides/_rels/slide5.xml.rels><?xml version="1.0" encoding="UTF-8" standalone="yes"?>
<Relationships xmlns="http://schemas.openxmlformats.org/package/2006/relationships"><Relationship Id="rId13" Type="http://schemas.openxmlformats.org/officeDocument/2006/relationships/image" Target="../media/image14.svg"/><Relationship Id="rId18" Type="http://schemas.openxmlformats.org/officeDocument/2006/relationships/image" Target="../media/image19.svg"/><Relationship Id="rId26" Type="http://schemas.openxmlformats.org/officeDocument/2006/relationships/image" Target="../media/image27.svg"/><Relationship Id="rId39" Type="http://schemas.openxmlformats.org/officeDocument/2006/relationships/image" Target="../media/image40.svg"/><Relationship Id="rId21" Type="http://schemas.openxmlformats.org/officeDocument/2006/relationships/image" Target="../media/image22.png"/><Relationship Id="rId34" Type="http://schemas.openxmlformats.org/officeDocument/2006/relationships/image" Target="../media/image35.svg"/><Relationship Id="rId42" Type="http://schemas.openxmlformats.org/officeDocument/2006/relationships/image" Target="../media/image43.png"/><Relationship Id="rId7" Type="http://schemas.openxmlformats.org/officeDocument/2006/relationships/image" Target="../media/image8.png"/><Relationship Id="rId2" Type="http://schemas.openxmlformats.org/officeDocument/2006/relationships/notesSlide" Target="../notesSlides/notesSlide4.xml"/><Relationship Id="rId16" Type="http://schemas.openxmlformats.org/officeDocument/2006/relationships/image" Target="../media/image17.svg"/><Relationship Id="rId20" Type="http://schemas.openxmlformats.org/officeDocument/2006/relationships/image" Target="../media/image21.svg"/><Relationship Id="rId29" Type="http://schemas.openxmlformats.org/officeDocument/2006/relationships/image" Target="../media/image30.png"/><Relationship Id="rId41" Type="http://schemas.openxmlformats.org/officeDocument/2006/relationships/image" Target="../media/image42.svg"/><Relationship Id="rId1" Type="http://schemas.openxmlformats.org/officeDocument/2006/relationships/slideLayout" Target="../slideLayouts/slideLayout49.xml"/><Relationship Id="rId6" Type="http://schemas.openxmlformats.org/officeDocument/2006/relationships/image" Target="../media/image7.png"/><Relationship Id="rId11" Type="http://schemas.openxmlformats.org/officeDocument/2006/relationships/image" Target="../media/image12.png"/><Relationship Id="rId24" Type="http://schemas.openxmlformats.org/officeDocument/2006/relationships/image" Target="../media/image25.svg"/><Relationship Id="rId32" Type="http://schemas.openxmlformats.org/officeDocument/2006/relationships/image" Target="../media/image33.svg"/><Relationship Id="rId37" Type="http://schemas.openxmlformats.org/officeDocument/2006/relationships/image" Target="../media/image38.svg"/><Relationship Id="rId40" Type="http://schemas.openxmlformats.org/officeDocument/2006/relationships/image" Target="../media/image41.png"/><Relationship Id="rId5" Type="http://schemas.openxmlformats.org/officeDocument/2006/relationships/image" Target="../media/image6.png"/><Relationship Id="rId15" Type="http://schemas.openxmlformats.org/officeDocument/2006/relationships/image" Target="../media/image16.png"/><Relationship Id="rId23" Type="http://schemas.openxmlformats.org/officeDocument/2006/relationships/image" Target="../media/image24.png"/><Relationship Id="rId28" Type="http://schemas.openxmlformats.org/officeDocument/2006/relationships/image" Target="../media/image29.svg"/><Relationship Id="rId36" Type="http://schemas.openxmlformats.org/officeDocument/2006/relationships/image" Target="../media/image37.png"/><Relationship Id="rId10" Type="http://schemas.openxmlformats.org/officeDocument/2006/relationships/image" Target="../media/image11.png"/><Relationship Id="rId19" Type="http://schemas.openxmlformats.org/officeDocument/2006/relationships/image" Target="../media/image20.png"/><Relationship Id="rId31" Type="http://schemas.openxmlformats.org/officeDocument/2006/relationships/image" Target="../media/image32.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 Id="rId22" Type="http://schemas.openxmlformats.org/officeDocument/2006/relationships/image" Target="../media/image23.svg"/><Relationship Id="rId27" Type="http://schemas.openxmlformats.org/officeDocument/2006/relationships/image" Target="../media/image28.png"/><Relationship Id="rId30" Type="http://schemas.openxmlformats.org/officeDocument/2006/relationships/image" Target="../media/image31.svg"/><Relationship Id="rId35" Type="http://schemas.openxmlformats.org/officeDocument/2006/relationships/image" Target="../media/image36.png"/><Relationship Id="rId43" Type="http://schemas.openxmlformats.org/officeDocument/2006/relationships/image" Target="../media/image44.svg"/><Relationship Id="rId8" Type="http://schemas.openxmlformats.org/officeDocument/2006/relationships/image" Target="../media/image9.png"/><Relationship Id="rId3" Type="http://schemas.openxmlformats.org/officeDocument/2006/relationships/image" Target="../media/image4.png"/><Relationship Id="rId12" Type="http://schemas.openxmlformats.org/officeDocument/2006/relationships/image" Target="../media/image13.png"/><Relationship Id="rId17" Type="http://schemas.openxmlformats.org/officeDocument/2006/relationships/image" Target="../media/image18.png"/><Relationship Id="rId25" Type="http://schemas.openxmlformats.org/officeDocument/2006/relationships/image" Target="../media/image26.png"/><Relationship Id="rId33" Type="http://schemas.openxmlformats.org/officeDocument/2006/relationships/image" Target="../media/image34.png"/><Relationship Id="rId38" Type="http://schemas.openxmlformats.org/officeDocument/2006/relationships/image" Target="../media/image39.png"/></Relationships>
</file>

<file path=ppt/slides/_rels/slide6.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5.xml"/><Relationship Id="rId1" Type="http://schemas.openxmlformats.org/officeDocument/2006/relationships/slideLayout" Target="../slideLayouts/slideLayout9.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xml"/><Relationship Id="rId1" Type="http://schemas.openxmlformats.org/officeDocument/2006/relationships/slideLayout" Target="../slideLayouts/slideLayout5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3.xml"/><Relationship Id="rId1" Type="http://schemas.openxmlformats.org/officeDocument/2006/relationships/slideLayout" Target="../slideLayouts/slideLayout38.xml"/></Relationships>
</file>

<file path=ppt/slides/_rels/slide1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4.xml"/><Relationship Id="rId1" Type="http://schemas.openxmlformats.org/officeDocument/2006/relationships/slideLayout" Target="../slideLayouts/slideLayout21.xml"/><Relationship Id="rId5" Type="http://schemas.openxmlformats.org/officeDocument/2006/relationships/image" Target="../media/image55.png"/><Relationship Id="rId4" Type="http://schemas.openxmlformats.org/officeDocument/2006/relationships/image" Target="../media/image54.png"/></Relationships>
</file>

<file path=ppt/slides/_rels/slide1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5.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notesSlide" Target="../notesSlides/notesSlide18.xml"/><Relationship Id="rId1" Type="http://schemas.openxmlformats.org/officeDocument/2006/relationships/slideLayout" Target="../slideLayouts/slideLayout5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20.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notesSlide" Target="../notesSlides/notesSlide19.xml"/><Relationship Id="rId1" Type="http://schemas.openxmlformats.org/officeDocument/2006/relationships/slideLayout" Target="../slideLayouts/slideLayout5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21.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notesSlide" Target="../notesSlides/notesSlide20.xml"/><Relationship Id="rId1" Type="http://schemas.openxmlformats.org/officeDocument/2006/relationships/slideLayout" Target="../slideLayouts/slideLayout52.xml"/><Relationship Id="rId6" Type="http://schemas.openxmlformats.org/officeDocument/2006/relationships/image" Target="../media/image61.png"/><Relationship Id="rId5" Type="http://schemas.openxmlformats.org/officeDocument/2006/relationships/image" Target="../media/image60.png"/><Relationship Id="rId10" Type="http://schemas.openxmlformats.org/officeDocument/2006/relationships/image" Target="../media/image66.png"/><Relationship Id="rId4" Type="http://schemas.openxmlformats.org/officeDocument/2006/relationships/image" Target="../media/image59.png"/><Relationship Id="rId9" Type="http://schemas.openxmlformats.org/officeDocument/2006/relationships/image" Target="../media/image65.png"/></Relationships>
</file>

<file path=ppt/slides/_rels/slide22.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notesSlide" Target="../notesSlides/notesSlide21.xml"/><Relationship Id="rId1" Type="http://schemas.openxmlformats.org/officeDocument/2006/relationships/slideLayout" Target="../slideLayouts/slideLayout5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 Id="rId9" Type="http://schemas.openxmlformats.org/officeDocument/2006/relationships/image" Target="../media/image68.png"/></Relationships>
</file>

<file path=ppt/slides/_rels/slide2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2.xml"/><Relationship Id="rId1" Type="http://schemas.openxmlformats.org/officeDocument/2006/relationships/slideLayout" Target="../slideLayouts/slideLayout5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24.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notesSlide" Target="../notesSlides/notesSlide23.xml"/><Relationship Id="rId1" Type="http://schemas.openxmlformats.org/officeDocument/2006/relationships/slideLayout" Target="../slideLayouts/slideLayout5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4.xml"/></Relationships>
</file>

<file path=ppt/slides/_rels/slide2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2">
            <a:extLst>
              <a:ext uri="{FF2B5EF4-FFF2-40B4-BE49-F238E27FC236}">
                <a16:creationId xmlns:a16="http://schemas.microsoft.com/office/drawing/2014/main" id="{CDA33734-F6DA-A4B4-A6CA-7473CC425C54}"/>
              </a:ext>
            </a:extLst>
          </p:cNvPr>
          <p:cNvSpPr>
            <a:spLocks noGrp="1"/>
          </p:cNvSpPr>
          <p:nvPr>
            <p:ph type="title"/>
          </p:nvPr>
        </p:nvSpPr>
        <p:spPr>
          <a:xfrm>
            <a:off x="576000" y="576000"/>
            <a:ext cx="10396800" cy="10356850"/>
          </a:xfrm>
        </p:spPr>
        <p:txBody>
          <a:bodyPr/>
          <a:lstStyle/>
          <a:p>
            <a:r>
              <a:rPr lang="en-US" dirty="0"/>
              <a:t>watsonx Orchestrate: Introduction and Architecture</a:t>
            </a:r>
            <a:br>
              <a:rPr lang="en-US" dirty="0"/>
            </a:br>
            <a:br>
              <a:rPr lang="en-US" dirty="0"/>
            </a:br>
            <a:br>
              <a:rPr lang="en-US" sz="3600" dirty="0"/>
            </a:br>
            <a:endParaRPr lang="en-US" sz="3600" dirty="0"/>
          </a:p>
        </p:txBody>
      </p:sp>
      <p:sp>
        <p:nvSpPr>
          <p:cNvPr id="4" name="Rectangle 3" descr="Square node over image, Blue 60">
            <a:extLst>
              <a:ext uri="{FF2B5EF4-FFF2-40B4-BE49-F238E27FC236}">
                <a16:creationId xmlns:a16="http://schemas.microsoft.com/office/drawing/2014/main" id="{67A98E1B-E38A-456B-0AB8-720759D9F7F1}"/>
              </a:ext>
            </a:extLst>
          </p:cNvPr>
          <p:cNvSpPr/>
          <p:nvPr/>
        </p:nvSpPr>
        <p:spPr bwMode="auto">
          <a:xfrm>
            <a:off x="23431500" y="569913"/>
            <a:ext cx="381000" cy="382587"/>
          </a:xfrm>
          <a:prstGeom prst="rect">
            <a:avLst/>
          </a:prstGeom>
          <a:solidFill>
            <a:schemeClr val="accent1"/>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a:buNone/>
              <a:tabLst/>
            </a:pPr>
            <a:endParaRPr kumimoji="0" lang="en-US" sz="1400" b="0" i="0" u="none" strike="noStrike" cap="none" normalizeH="0" baseline="0">
              <a:ln>
                <a:noFill/>
              </a:ln>
              <a:solidFill>
                <a:schemeClr val="bg1"/>
              </a:solidFill>
              <a:effectLst/>
              <a:latin typeface="IBM Plex Sans"/>
            </a:endParaRPr>
          </a:p>
        </p:txBody>
      </p:sp>
      <p:pic>
        <p:nvPicPr>
          <p:cNvPr id="3" name="Picture Placeholder 2" descr="A close-up of gears&#10;&#10;AI-generated content may be incorrect.">
            <a:extLst>
              <a:ext uri="{FF2B5EF4-FFF2-40B4-BE49-F238E27FC236}">
                <a16:creationId xmlns:a16="http://schemas.microsoft.com/office/drawing/2014/main" id="{D4170B5F-1D92-8AE0-08DC-9B894CBB9D78}"/>
              </a:ext>
            </a:extLst>
          </p:cNvPr>
          <p:cNvPicPr>
            <a:picLocks noGrp="1" noChangeAspect="1"/>
          </p:cNvPicPr>
          <p:nvPr>
            <p:ph type="pic" sz="quarter" idx="12"/>
          </p:nvPr>
        </p:nvPicPr>
        <p:blipFill>
          <a:blip r:embed="rId3"/>
          <a:srcRect l="12998" r="20904"/>
          <a:stretch/>
        </p:blipFill>
        <p:spPr>
          <a:xfrm>
            <a:off x="12768043" y="567424"/>
            <a:ext cx="11043132" cy="12578663"/>
          </a:xfrm>
        </p:spPr>
      </p:pic>
    </p:spTree>
    <p:extLst>
      <p:ext uri="{BB962C8B-B14F-4D97-AF65-F5344CB8AC3E}">
        <p14:creationId xmlns:p14="http://schemas.microsoft.com/office/powerpoint/2010/main" val="3688874805"/>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E810636-4F66-A342-2B5E-0B0B74BA7F62}"/>
              </a:ext>
            </a:extLst>
          </p:cNvPr>
          <p:cNvSpPr>
            <a:spLocks noGrp="1"/>
          </p:cNvSpPr>
          <p:nvPr>
            <p:ph type="body" sz="quarter" idx="14"/>
          </p:nvPr>
        </p:nvSpPr>
        <p:spPr>
          <a:xfrm>
            <a:off x="576263" y="576263"/>
            <a:ext cx="6256330" cy="2859087"/>
          </a:xfrm>
        </p:spPr>
        <p:txBody>
          <a:bodyPr/>
          <a:lstStyle/>
          <a:p>
            <a:r>
              <a:rPr lang="en-US" dirty="0"/>
              <a:t>Seller guidance </a:t>
            </a:r>
            <a:br>
              <a:rPr lang="en-US" dirty="0"/>
            </a:br>
            <a:r>
              <a:rPr lang="en-US" dirty="0"/>
              <a:t>and legal disclaimer</a:t>
            </a:r>
          </a:p>
          <a:p>
            <a:endParaRPr lang="en-US" dirty="0"/>
          </a:p>
        </p:txBody>
      </p:sp>
      <p:sp>
        <p:nvSpPr>
          <p:cNvPr id="5" name="Text Placeholder 4">
            <a:extLst>
              <a:ext uri="{FF2B5EF4-FFF2-40B4-BE49-F238E27FC236}">
                <a16:creationId xmlns:a16="http://schemas.microsoft.com/office/drawing/2014/main" id="{7607A411-4E60-844A-C088-F069BB09A76E}"/>
              </a:ext>
            </a:extLst>
          </p:cNvPr>
          <p:cNvSpPr>
            <a:spLocks noGrp="1"/>
          </p:cNvSpPr>
          <p:nvPr>
            <p:ph type="body" sz="quarter" idx="17"/>
          </p:nvPr>
        </p:nvSpPr>
        <p:spPr>
          <a:xfrm>
            <a:off x="12780000" y="576000"/>
            <a:ext cx="4953000" cy="11625262"/>
          </a:xfrm>
        </p:spPr>
        <p:txBody>
          <a:bodyPr/>
          <a:lstStyle/>
          <a:p>
            <a:r>
              <a:rPr lang="en-US" dirty="0"/>
              <a:t>Slides in this presentation marked as </a:t>
            </a:r>
            <a:r>
              <a:rPr lang="en-US" b="1" dirty="0"/>
              <a:t>"IBM </a:t>
            </a:r>
            <a:br>
              <a:rPr lang="en-US" b="1" dirty="0"/>
            </a:br>
            <a:r>
              <a:rPr lang="en-US" b="1" dirty="0"/>
              <a:t>and Business Partner Internal Use Only" </a:t>
            </a:r>
            <a:br>
              <a:rPr lang="en-US" dirty="0"/>
            </a:br>
            <a:r>
              <a:rPr lang="en-US" dirty="0"/>
              <a:t>are for IBM and Business Partner use </a:t>
            </a:r>
            <a:br>
              <a:rPr lang="en-US" dirty="0"/>
            </a:br>
            <a:r>
              <a:rPr lang="en-US" dirty="0"/>
              <a:t>and should not be shared with clients </a:t>
            </a:r>
            <a:br>
              <a:rPr lang="en-US" dirty="0"/>
            </a:br>
            <a:r>
              <a:rPr lang="en-US" dirty="0"/>
              <a:t>or anyone else outside of IBM or the </a:t>
            </a:r>
            <a:br>
              <a:rPr lang="en-US" dirty="0"/>
            </a:br>
            <a:r>
              <a:rPr lang="en-US" dirty="0"/>
              <a:t>Business Partners’ company.</a:t>
            </a:r>
          </a:p>
          <a:p>
            <a:endParaRPr lang="en-US" dirty="0"/>
          </a:p>
          <a:p>
            <a:r>
              <a:rPr lang="en-US" dirty="0"/>
              <a:t>© IBM Corporation 2025. </a:t>
            </a:r>
            <a:br>
              <a:rPr lang="en-US" dirty="0"/>
            </a:br>
            <a:r>
              <a:rPr lang="en-US" b="1" dirty="0"/>
              <a:t>All Rights Reserved.</a:t>
            </a:r>
          </a:p>
          <a:p>
            <a:endParaRPr lang="en-US" dirty="0"/>
          </a:p>
          <a:p>
            <a:r>
              <a:rPr lang="en-US" dirty="0"/>
              <a:t>The information contained in this publication </a:t>
            </a:r>
            <a:br>
              <a:rPr lang="en-US" dirty="0"/>
            </a:br>
            <a:r>
              <a:rPr lang="en-US" dirty="0"/>
              <a:t>is provided for informational purposes only. </a:t>
            </a:r>
            <a:br>
              <a:rPr lang="en-US" dirty="0"/>
            </a:br>
            <a:r>
              <a:rPr lang="en-US" dirty="0"/>
              <a:t>While efforts were made to verify the completeness and accuracy of the information contained in this publication, it is provided AS IS without warranty </a:t>
            </a:r>
            <a:br>
              <a:rPr lang="en-US" dirty="0"/>
            </a:br>
            <a:r>
              <a:rPr lang="en-US" dirty="0"/>
              <a:t>of any kind, express or implied. In addition, this information is based on IBM’s current product </a:t>
            </a:r>
            <a:br>
              <a:rPr lang="en-US" dirty="0"/>
            </a:br>
            <a:r>
              <a:rPr lang="en-US" dirty="0"/>
              <a:t>plans and strategy, which are subject to change </a:t>
            </a:r>
            <a:br>
              <a:rPr lang="en-US" dirty="0"/>
            </a:br>
            <a:r>
              <a:rPr lang="en-US" dirty="0"/>
              <a:t>by IBM without notice. IBM shall not be responsible </a:t>
            </a:r>
            <a:br>
              <a:rPr lang="en-US" dirty="0"/>
            </a:br>
            <a:r>
              <a:rPr lang="en-US" dirty="0"/>
              <a:t>for any damages arising out of the use of, or otherwise related to, this publication or any other materials. Nothing contained in this publication is intended to, </a:t>
            </a:r>
            <a:br>
              <a:rPr lang="en-US" dirty="0"/>
            </a:br>
            <a:r>
              <a:rPr lang="en-US" dirty="0"/>
              <a:t>nor shall have the effect of, creating any warranties </a:t>
            </a:r>
            <a:br>
              <a:rPr lang="en-US" dirty="0"/>
            </a:br>
            <a:r>
              <a:rPr lang="en-US" dirty="0"/>
              <a:t>or representations from IBM or its suppliers </a:t>
            </a:r>
            <a:br>
              <a:rPr lang="en-US" dirty="0"/>
            </a:br>
            <a:r>
              <a:rPr lang="en-US" dirty="0"/>
              <a:t>or licensors, or altering the terms and conditions </a:t>
            </a:r>
            <a:br>
              <a:rPr lang="en-US" dirty="0"/>
            </a:br>
            <a:r>
              <a:rPr lang="en-US" dirty="0"/>
              <a:t>of the applicable license agreement governing </a:t>
            </a:r>
            <a:br>
              <a:rPr lang="en-US" dirty="0"/>
            </a:br>
            <a:r>
              <a:rPr lang="en-US" dirty="0"/>
              <a:t>the use of IBM software, IBM hardware, </a:t>
            </a:r>
            <a:br>
              <a:rPr lang="en-US" dirty="0"/>
            </a:br>
            <a:r>
              <a:rPr lang="en-US" dirty="0"/>
              <a:t>or IBM services.</a:t>
            </a:r>
          </a:p>
          <a:p>
            <a:endParaRPr lang="en-US" dirty="0"/>
          </a:p>
          <a:p>
            <a:endParaRPr lang="en-US" dirty="0"/>
          </a:p>
        </p:txBody>
      </p:sp>
      <p:sp>
        <p:nvSpPr>
          <p:cNvPr id="3" name="Text Placeholder 2">
            <a:extLst>
              <a:ext uri="{FF2B5EF4-FFF2-40B4-BE49-F238E27FC236}">
                <a16:creationId xmlns:a16="http://schemas.microsoft.com/office/drawing/2014/main" id="{4E0165A9-3ED7-C092-C680-45D6E57BAA11}"/>
              </a:ext>
            </a:extLst>
          </p:cNvPr>
          <p:cNvSpPr>
            <a:spLocks noGrp="1"/>
          </p:cNvSpPr>
          <p:nvPr>
            <p:ph type="body" sz="quarter" idx="15"/>
          </p:nvPr>
        </p:nvSpPr>
        <p:spPr>
          <a:xfrm>
            <a:off x="18859500" y="576000"/>
            <a:ext cx="4953000" cy="11625262"/>
          </a:xfrm>
        </p:spPr>
        <p:txBody>
          <a:bodyPr/>
          <a:lstStyle/>
          <a:p>
            <a:r>
              <a:rPr lang="en-US" dirty="0"/>
              <a:t>References in this presentation to IBM products, programs, or services do not imply that they will </a:t>
            </a:r>
            <a:br>
              <a:rPr lang="en-US" dirty="0"/>
            </a:br>
            <a:r>
              <a:rPr lang="en-US" dirty="0"/>
              <a:t>be available in all countries in which IBM operates. </a:t>
            </a:r>
            <a:br>
              <a:rPr lang="en-US" dirty="0"/>
            </a:br>
            <a:r>
              <a:rPr lang="en-US" dirty="0"/>
              <a:t>Product release dates and/or capabilities referenced </a:t>
            </a:r>
            <a:br>
              <a:rPr lang="en-US" dirty="0"/>
            </a:br>
            <a:r>
              <a:rPr lang="en-US" dirty="0"/>
              <a:t>in this presentation may change at any time at IBM’s sole discretion based on market opportunities or </a:t>
            </a:r>
            <a:br>
              <a:rPr lang="en-US" dirty="0"/>
            </a:br>
            <a:r>
              <a:rPr lang="en-US" dirty="0"/>
              <a:t>other factors and are not intended to be a commitment </a:t>
            </a:r>
            <a:br>
              <a:rPr lang="en-US" dirty="0"/>
            </a:br>
            <a:r>
              <a:rPr lang="en-US" dirty="0"/>
              <a:t>to future product or feature availability in any way. Nothing contained in these materials is intended </a:t>
            </a:r>
            <a:br>
              <a:rPr lang="en-US" dirty="0"/>
            </a:br>
            <a:r>
              <a:rPr lang="en-US" dirty="0"/>
              <a:t>to, nor shall have the effect of, stating or implying </a:t>
            </a:r>
            <a:br>
              <a:rPr lang="en-US" dirty="0"/>
            </a:br>
            <a:r>
              <a:rPr lang="en-US" dirty="0"/>
              <a:t>that any activities undertaken by you will result </a:t>
            </a:r>
            <a:br>
              <a:rPr lang="en-US" dirty="0"/>
            </a:br>
            <a:r>
              <a:rPr lang="en-US" dirty="0"/>
              <a:t>in any specific sales, revenue growth, </a:t>
            </a:r>
            <a:br>
              <a:rPr lang="en-US" dirty="0"/>
            </a:br>
            <a:r>
              <a:rPr lang="en-US" dirty="0"/>
              <a:t>or other results. </a:t>
            </a:r>
          </a:p>
          <a:p>
            <a:endParaRPr lang="en-US" dirty="0"/>
          </a:p>
          <a:p>
            <a:r>
              <a:rPr lang="en-US" dirty="0"/>
              <a:t>All client examples described are presented </a:t>
            </a:r>
            <a:br>
              <a:rPr lang="en-US" dirty="0"/>
            </a:br>
            <a:r>
              <a:rPr lang="en-US" dirty="0"/>
              <a:t>as illustrations of how those clients have </a:t>
            </a:r>
            <a:br>
              <a:rPr lang="en-US" dirty="0"/>
            </a:br>
            <a:r>
              <a:rPr lang="en-US" dirty="0"/>
              <a:t>used IBM products and the results they </a:t>
            </a:r>
            <a:br>
              <a:rPr lang="en-US" dirty="0"/>
            </a:br>
            <a:r>
              <a:rPr lang="en-US" dirty="0"/>
              <a:t>may have achieved. Actual environmental </a:t>
            </a:r>
            <a:br>
              <a:rPr lang="en-US" dirty="0"/>
            </a:br>
            <a:r>
              <a:rPr lang="en-US" dirty="0"/>
              <a:t>costs and performance characteristics </a:t>
            </a:r>
            <a:br>
              <a:rPr lang="en-US" dirty="0"/>
            </a:br>
            <a:r>
              <a:rPr lang="en-US" dirty="0"/>
              <a:t>may vary by client.</a:t>
            </a:r>
          </a:p>
          <a:p>
            <a:pPr marL="73025" marR="713105">
              <a:spcBef>
                <a:spcPts val="300"/>
              </a:spcBef>
              <a:spcAft>
                <a:spcPts val="300"/>
              </a:spcAft>
              <a:buNone/>
            </a:pPr>
            <a:endParaRPr lang="en-US" sz="1600" dirty="0">
              <a:effectLst/>
              <a:latin typeface="IBM Plex Sans" panose="020B0403050203000203" pitchFamily="34" charset="0"/>
              <a:ea typeface="IBM Plex Sans" panose="02020609040205080304" pitchFamily="49" charset="-128"/>
              <a:cs typeface="IBM Plex Sans" panose="020B0604020202020204" pitchFamily="34" charset="0"/>
            </a:endParaRPr>
          </a:p>
          <a:p>
            <a:endParaRPr lang="en-US" dirty="0"/>
          </a:p>
          <a:p>
            <a:endParaRPr lang="en-US" dirty="0"/>
          </a:p>
        </p:txBody>
      </p:sp>
      <p:sp>
        <p:nvSpPr>
          <p:cNvPr id="7" name="TextBox 6">
            <a:extLst>
              <a:ext uri="{FF2B5EF4-FFF2-40B4-BE49-F238E27FC236}">
                <a16:creationId xmlns:a16="http://schemas.microsoft.com/office/drawing/2014/main" id="{06CA5F77-8BD1-2EF0-A86B-E5E064075C74}"/>
              </a:ext>
            </a:extLst>
          </p:cNvPr>
          <p:cNvSpPr txBox="1"/>
          <p:nvPr/>
        </p:nvSpPr>
        <p:spPr>
          <a:xfrm>
            <a:off x="553267" y="5059092"/>
            <a:ext cx="4971233" cy="920637"/>
          </a:xfrm>
          <a:prstGeom prst="rect">
            <a:avLst/>
          </a:prstGeom>
          <a:no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spAutoFit/>
          </a:bodyPr>
          <a:lstStyle/>
          <a:p>
            <a:pPr>
              <a:lnSpc>
                <a:spcPct val="110000"/>
              </a:lnSpc>
            </a:pPr>
            <a:r>
              <a:rPr lang="en-US" sz="2800" dirty="0">
                <a:solidFill>
                  <a:schemeClr val="tx1"/>
                </a:solidFill>
                <a:latin typeface="IBM Plex Sans" panose="020B0403050203000203" pitchFamily="34" charset="0"/>
              </a:rPr>
              <a:t>IBM and Business Partner </a:t>
            </a:r>
            <a:br>
              <a:rPr lang="en-US" sz="2800" dirty="0">
                <a:solidFill>
                  <a:schemeClr val="tx1"/>
                </a:solidFill>
                <a:latin typeface="IBM Plex Sans" panose="020B0403050203000203" pitchFamily="34" charset="0"/>
              </a:rPr>
            </a:br>
            <a:r>
              <a:rPr lang="en-US" sz="2800" dirty="0">
                <a:solidFill>
                  <a:schemeClr val="accent6"/>
                </a:solidFill>
                <a:latin typeface="IBM Plex Sans" panose="020B0403050203000203" pitchFamily="34" charset="0"/>
              </a:rPr>
              <a:t>Internal Use Only</a:t>
            </a:r>
          </a:p>
        </p:txBody>
      </p:sp>
      <p:cxnSp>
        <p:nvCxnSpPr>
          <p:cNvPr id="8" name="Straight Connector 7">
            <a:extLst>
              <a:ext uri="{FF2B5EF4-FFF2-40B4-BE49-F238E27FC236}">
                <a16:creationId xmlns:a16="http://schemas.microsoft.com/office/drawing/2014/main" id="{BC5C1651-804D-5D23-019E-BA7837678616}"/>
              </a:ext>
            </a:extLst>
          </p:cNvPr>
          <p:cNvCxnSpPr/>
          <p:nvPr/>
        </p:nvCxnSpPr>
        <p:spPr bwMode="auto">
          <a:xfrm>
            <a:off x="12192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6221CC60-A66D-5C7E-DF65-20BA8E13D9A8}"/>
              </a:ext>
            </a:extLst>
          </p:cNvPr>
          <p:cNvCxnSpPr/>
          <p:nvPr/>
        </p:nvCxnSpPr>
        <p:spPr bwMode="auto">
          <a:xfrm>
            <a:off x="18288000" y="569913"/>
            <a:ext cx="0" cy="11431587"/>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73810719"/>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54D26-8E49-949D-3669-0639FDD0F8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5F7CA1-A370-D908-D879-243364BCFAA3}"/>
              </a:ext>
            </a:extLst>
          </p:cNvPr>
          <p:cNvSpPr>
            <a:spLocks noGrp="1"/>
          </p:cNvSpPr>
          <p:nvPr>
            <p:ph type="title"/>
          </p:nvPr>
        </p:nvSpPr>
        <p:spPr/>
        <p:txBody>
          <a:bodyPr/>
          <a:lstStyle/>
          <a:p>
            <a:r>
              <a:rPr lang="en-US" dirty="0"/>
              <a:t>Agentic concepts in watsonx Orchestrate</a:t>
            </a:r>
          </a:p>
        </p:txBody>
      </p:sp>
    </p:spTree>
    <p:extLst>
      <p:ext uri="{BB962C8B-B14F-4D97-AF65-F5344CB8AC3E}">
        <p14:creationId xmlns:p14="http://schemas.microsoft.com/office/powerpoint/2010/main" val="4055448958"/>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0C770-4B99-C950-265C-7BEA2F003C50}"/>
            </a:ext>
          </a:extLst>
        </p:cNvPr>
        <p:cNvGrpSpPr/>
        <p:nvPr/>
      </p:nvGrpSpPr>
      <p:grpSpPr>
        <a:xfrm>
          <a:off x="0" y="0"/>
          <a:ext cx="0" cy="0"/>
          <a:chOff x="0" y="0"/>
          <a:chExt cx="0" cy="0"/>
        </a:xfrm>
      </p:grpSpPr>
      <p:sp>
        <p:nvSpPr>
          <p:cNvPr id="4048" name="Title 5">
            <a:extLst>
              <a:ext uri="{FF2B5EF4-FFF2-40B4-BE49-F238E27FC236}">
                <a16:creationId xmlns:a16="http://schemas.microsoft.com/office/drawing/2014/main" id="{2CE2CC5D-5857-D2FB-CE80-013744C00DF3}"/>
              </a:ext>
            </a:extLst>
          </p:cNvPr>
          <p:cNvSpPr txBox="1">
            <a:spLocks noGrp="1"/>
          </p:cNvSpPr>
          <p:nvPr>
            <p:ph type="title"/>
          </p:nvPr>
        </p:nvSpPr>
        <p:spPr>
          <a:xfrm>
            <a:off x="579098" y="577706"/>
            <a:ext cx="15975250" cy="926744"/>
          </a:xfrm>
          <a:prstGeom prst="rect">
            <a:avLst/>
          </a:prstGeom>
        </p:spPr>
        <p:txBody>
          <a:bodyPr>
            <a:normAutofit/>
          </a:bodyPr>
          <a:lstStyle>
            <a:lvl1pPr>
              <a:defRPr sz="2200"/>
            </a:lvl1pPr>
          </a:lstStyle>
          <a:p>
            <a:r>
              <a:rPr sz="4800" dirty="0"/>
              <a:t>Building an AI Agent in watsonx Orchestrate</a:t>
            </a:r>
          </a:p>
        </p:txBody>
      </p:sp>
      <p:sp>
        <p:nvSpPr>
          <p:cNvPr id="4052" name="TextBox 12">
            <a:extLst>
              <a:ext uri="{FF2B5EF4-FFF2-40B4-BE49-F238E27FC236}">
                <a16:creationId xmlns:a16="http://schemas.microsoft.com/office/drawing/2014/main" id="{394E3D4F-AA9A-58A3-B9B0-F842BCC76B24}"/>
              </a:ext>
            </a:extLst>
          </p:cNvPr>
          <p:cNvSpPr txBox="1"/>
          <p:nvPr/>
        </p:nvSpPr>
        <p:spPr>
          <a:xfrm>
            <a:off x="734889" y="3377964"/>
            <a:ext cx="7662642" cy="75523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nSpc>
                <a:spcPct val="110000"/>
              </a:lnSpc>
            </a:pPr>
            <a:r>
              <a:rPr lang="en-US" sz="3200" kern="0" dirty="0">
                <a:solidFill>
                  <a:srgbClr val="000000"/>
                </a:solidFill>
                <a:sym typeface="IBM Plex Sans Light"/>
              </a:rPr>
              <a:t>An AI agent is an </a:t>
            </a:r>
            <a:r>
              <a:rPr lang="en-US" sz="3200" kern="0" dirty="0">
                <a:solidFill>
                  <a:srgbClr val="0D5DF3"/>
                </a:solidFill>
                <a:sym typeface="IBM Plex Sans Light"/>
              </a:rPr>
              <a:t>autonomous</a:t>
            </a:r>
            <a:r>
              <a:rPr lang="en-US" sz="3200" kern="0" dirty="0">
                <a:solidFill>
                  <a:srgbClr val="000000"/>
                </a:solidFill>
                <a:sym typeface="IBM Plex Sans Light"/>
              </a:rPr>
              <a:t> system capable of utilizing </a:t>
            </a:r>
            <a:r>
              <a:rPr lang="en-US" sz="3200" kern="0" dirty="0">
                <a:solidFill>
                  <a:srgbClr val="0D5DF3"/>
                </a:solidFill>
                <a:sym typeface="IBM Plex Sans Light"/>
              </a:rPr>
              <a:t>tools</a:t>
            </a:r>
            <a:r>
              <a:rPr lang="en-US" sz="3200" kern="0" dirty="0">
                <a:solidFill>
                  <a:srgbClr val="000000"/>
                </a:solidFill>
                <a:sym typeface="IBM Plex Sans Light"/>
              </a:rPr>
              <a:t> and collaborating with other agents to </a:t>
            </a:r>
            <a:r>
              <a:rPr lang="en-US" sz="3200" kern="0" dirty="0">
                <a:solidFill>
                  <a:srgbClr val="0D5DF3"/>
                </a:solidFill>
                <a:sym typeface="IBM Plex Sans Light"/>
              </a:rPr>
              <a:t>plan</a:t>
            </a:r>
            <a:r>
              <a:rPr lang="en-US" sz="3200" kern="0" dirty="0">
                <a:solidFill>
                  <a:srgbClr val="000000"/>
                </a:solidFill>
                <a:sym typeface="IBM Plex Sans Light"/>
              </a:rPr>
              <a:t> and </a:t>
            </a:r>
            <a:r>
              <a:rPr lang="en-US" sz="3200" kern="0" dirty="0">
                <a:solidFill>
                  <a:srgbClr val="0D5DF3"/>
                </a:solidFill>
                <a:sym typeface="IBM Plex Sans Light"/>
              </a:rPr>
              <a:t>execute</a:t>
            </a:r>
            <a:r>
              <a:rPr lang="en-US" sz="3200" kern="0" dirty="0">
                <a:solidFill>
                  <a:srgbClr val="000000"/>
                </a:solidFill>
                <a:sym typeface="IBM Plex Sans Light"/>
              </a:rPr>
              <a:t> tasks. </a:t>
            </a:r>
          </a:p>
          <a:p>
            <a:pPr>
              <a:lnSpc>
                <a:spcPct val="110000"/>
              </a:lnSpc>
            </a:pPr>
            <a:endParaRPr lang="en-US" sz="3200" kern="0" dirty="0">
              <a:solidFill>
                <a:srgbClr val="000000"/>
              </a:solidFill>
              <a:sym typeface="IBM Plex Sans Light"/>
            </a:endParaRPr>
          </a:p>
          <a:p>
            <a:pPr>
              <a:lnSpc>
                <a:spcPct val="110000"/>
              </a:lnSpc>
            </a:pPr>
            <a:r>
              <a:rPr lang="en-US" sz="3200" kern="0" dirty="0">
                <a:solidFill>
                  <a:srgbClr val="000000"/>
                </a:solidFill>
                <a:sym typeface="IBM Plex Sans Light"/>
              </a:rPr>
              <a:t>After taking action, the agent </a:t>
            </a:r>
            <a:r>
              <a:rPr lang="en-US" sz="3200" kern="0" dirty="0">
                <a:solidFill>
                  <a:srgbClr val="0D5DF3"/>
                </a:solidFill>
                <a:sym typeface="IBM Plex Sans Light"/>
              </a:rPr>
              <a:t>reflects</a:t>
            </a:r>
            <a:r>
              <a:rPr lang="en-US" sz="3200" kern="0" dirty="0">
                <a:solidFill>
                  <a:srgbClr val="000000"/>
                </a:solidFill>
                <a:sym typeface="IBM Plex Sans Light"/>
              </a:rPr>
              <a:t> on the outcomes of its actions, learning iteratively and refining its approach to better align with its pursuit of a defined goal.</a:t>
            </a:r>
          </a:p>
          <a:p>
            <a:pPr>
              <a:lnSpc>
                <a:spcPct val="110000"/>
              </a:lnSpc>
            </a:pPr>
            <a:endParaRPr lang="en-US" sz="3200" kern="0" dirty="0">
              <a:solidFill>
                <a:srgbClr val="000000"/>
              </a:solidFill>
              <a:sym typeface="IBM Plex Sans Light"/>
            </a:endParaRPr>
          </a:p>
          <a:p>
            <a:pPr>
              <a:lnSpc>
                <a:spcPct val="110000"/>
              </a:lnSpc>
            </a:pPr>
            <a:r>
              <a:rPr lang="en-US" sz="3200" kern="0" dirty="0">
                <a:solidFill>
                  <a:srgbClr val="000000"/>
                </a:solidFill>
                <a:sym typeface="IBM Plex Sans Light"/>
              </a:rPr>
              <a:t>In watsonx Orchestrate, agents are created using knowledge, toolsets and a behavioral framework. </a:t>
            </a:r>
            <a:endParaRPr lang="en-US" sz="7198" dirty="0">
              <a:solidFill>
                <a:schemeClr val="accent6">
                  <a:lumMod val="75000"/>
                </a:schemeClr>
              </a:solidFill>
            </a:endParaRPr>
          </a:p>
        </p:txBody>
      </p:sp>
      <p:sp>
        <p:nvSpPr>
          <p:cNvPr id="5" name="Rectangle 4">
            <a:extLst>
              <a:ext uri="{FF2B5EF4-FFF2-40B4-BE49-F238E27FC236}">
                <a16:creationId xmlns:a16="http://schemas.microsoft.com/office/drawing/2014/main" id="{BABF9D19-5AE8-035A-479A-FC3A18714817}"/>
              </a:ext>
            </a:extLst>
          </p:cNvPr>
          <p:cNvSpPr/>
          <p:nvPr/>
        </p:nvSpPr>
        <p:spPr bwMode="auto">
          <a:xfrm>
            <a:off x="12765741" y="6454587"/>
            <a:ext cx="2807540" cy="672353"/>
          </a:xfrm>
          <a:prstGeom prst="rect">
            <a:avLst/>
          </a:prstGeom>
          <a:solidFill>
            <a:schemeClr val="accent1">
              <a:lumMod val="40000"/>
              <a:lumOff val="60000"/>
            </a:schemeClr>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2800" b="1" i="0" u="none" strike="noStrike" cap="none" normalizeH="0" baseline="0" dirty="0">
                <a:ln>
                  <a:noFill/>
                </a:ln>
                <a:solidFill>
                  <a:schemeClr val="tx1"/>
                </a:solidFill>
                <a:effectLst/>
                <a:latin typeface="+mn-lt"/>
              </a:rPr>
              <a:t>Agent</a:t>
            </a:r>
          </a:p>
        </p:txBody>
      </p:sp>
      <p:sp>
        <p:nvSpPr>
          <p:cNvPr id="6" name="Rectangle 5">
            <a:extLst>
              <a:ext uri="{FF2B5EF4-FFF2-40B4-BE49-F238E27FC236}">
                <a16:creationId xmlns:a16="http://schemas.microsoft.com/office/drawing/2014/main" id="{3E41E55E-3F57-3474-129A-E330531A13A0}"/>
              </a:ext>
            </a:extLst>
          </p:cNvPr>
          <p:cNvSpPr/>
          <p:nvPr/>
        </p:nvSpPr>
        <p:spPr bwMode="auto">
          <a:xfrm>
            <a:off x="16145435" y="6454586"/>
            <a:ext cx="2807540" cy="672353"/>
          </a:xfrm>
          <a:prstGeom prst="rect">
            <a:avLst/>
          </a:prstGeom>
          <a:solidFill>
            <a:schemeClr val="accent2">
              <a:lumMod val="40000"/>
              <a:lumOff val="60000"/>
            </a:schemeClr>
          </a:solidFill>
          <a:ln w="19050">
            <a:solidFill>
              <a:schemeClr val="accent2">
                <a:lumMod val="75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2800" b="1" i="0" u="none" strike="noStrike" cap="none" normalizeH="0" baseline="0" dirty="0">
                <a:ln>
                  <a:noFill/>
                </a:ln>
                <a:solidFill>
                  <a:schemeClr val="tx1"/>
                </a:solidFill>
                <a:effectLst/>
                <a:latin typeface="+mn-lt"/>
              </a:rPr>
              <a:t>Toolset</a:t>
            </a:r>
          </a:p>
        </p:txBody>
      </p:sp>
      <p:sp>
        <p:nvSpPr>
          <p:cNvPr id="7" name="Rectangle 6">
            <a:extLst>
              <a:ext uri="{FF2B5EF4-FFF2-40B4-BE49-F238E27FC236}">
                <a16:creationId xmlns:a16="http://schemas.microsoft.com/office/drawing/2014/main" id="{3CB6491A-6B3C-70BE-EC30-C6239B6AE8C9}"/>
              </a:ext>
            </a:extLst>
          </p:cNvPr>
          <p:cNvSpPr/>
          <p:nvPr/>
        </p:nvSpPr>
        <p:spPr bwMode="auto">
          <a:xfrm>
            <a:off x="19820965" y="5782233"/>
            <a:ext cx="2807540" cy="672353"/>
          </a:xfrm>
          <a:prstGeom prst="rect">
            <a:avLst/>
          </a:prstGeom>
          <a:solidFill>
            <a:schemeClr val="accent2">
              <a:lumMod val="40000"/>
              <a:lumOff val="60000"/>
            </a:schemeClr>
          </a:solidFill>
          <a:ln w="19050">
            <a:solidFill>
              <a:schemeClr val="accent2">
                <a:lumMod val="75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2800" b="1" i="0" u="none" strike="noStrike" cap="none" normalizeH="0" baseline="0" dirty="0">
                <a:ln>
                  <a:noFill/>
                </a:ln>
                <a:solidFill>
                  <a:schemeClr val="tx1"/>
                </a:solidFill>
                <a:effectLst/>
                <a:latin typeface="+mn-lt"/>
              </a:rPr>
              <a:t>Tools</a:t>
            </a:r>
          </a:p>
        </p:txBody>
      </p:sp>
      <p:sp>
        <p:nvSpPr>
          <p:cNvPr id="8" name="Rectangle 7">
            <a:extLst>
              <a:ext uri="{FF2B5EF4-FFF2-40B4-BE49-F238E27FC236}">
                <a16:creationId xmlns:a16="http://schemas.microsoft.com/office/drawing/2014/main" id="{39D69B9B-3BEF-DB62-FAF5-ADAA434BE87E}"/>
              </a:ext>
            </a:extLst>
          </p:cNvPr>
          <p:cNvSpPr/>
          <p:nvPr/>
        </p:nvSpPr>
        <p:spPr bwMode="auto">
          <a:xfrm>
            <a:off x="19820965" y="6925238"/>
            <a:ext cx="2807540" cy="672353"/>
          </a:xfrm>
          <a:prstGeom prst="rect">
            <a:avLst/>
          </a:prstGeom>
          <a:solidFill>
            <a:schemeClr val="accent2">
              <a:lumMod val="40000"/>
              <a:lumOff val="60000"/>
            </a:schemeClr>
          </a:solidFill>
          <a:ln w="19050">
            <a:solidFill>
              <a:schemeClr val="accent2">
                <a:lumMod val="75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lang="en-US" sz="2800" b="1" dirty="0">
                <a:solidFill>
                  <a:schemeClr val="tx1"/>
                </a:solidFill>
              </a:rPr>
              <a:t>Collaborators</a:t>
            </a:r>
            <a:endParaRPr kumimoji="0" lang="en-US" sz="2800" b="1" i="0" u="none" strike="noStrike" cap="none" normalizeH="0" baseline="0" dirty="0">
              <a:ln>
                <a:noFill/>
              </a:ln>
              <a:solidFill>
                <a:schemeClr val="tx1"/>
              </a:solidFill>
              <a:effectLst/>
              <a:latin typeface="+mn-lt"/>
            </a:endParaRPr>
          </a:p>
        </p:txBody>
      </p:sp>
      <p:sp>
        <p:nvSpPr>
          <p:cNvPr id="9" name="Rectangle 8">
            <a:extLst>
              <a:ext uri="{FF2B5EF4-FFF2-40B4-BE49-F238E27FC236}">
                <a16:creationId xmlns:a16="http://schemas.microsoft.com/office/drawing/2014/main" id="{9E6C727F-5C54-92A8-029D-C23760B96BFC}"/>
              </a:ext>
            </a:extLst>
          </p:cNvPr>
          <p:cNvSpPr/>
          <p:nvPr/>
        </p:nvSpPr>
        <p:spPr bwMode="auto">
          <a:xfrm>
            <a:off x="16145435" y="3307164"/>
            <a:ext cx="2807540" cy="672353"/>
          </a:xfrm>
          <a:prstGeom prst="rect">
            <a:avLst/>
          </a:prstGeom>
          <a:solidFill>
            <a:srgbClr val="A7F0BA"/>
          </a:solidFill>
          <a:ln w="19050">
            <a:solidFill>
              <a:srgbClr val="00B050"/>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2800" b="1" i="0" u="none" strike="noStrike" cap="none" normalizeH="0" baseline="0" dirty="0">
                <a:ln>
                  <a:noFill/>
                </a:ln>
                <a:solidFill>
                  <a:schemeClr val="tx1"/>
                </a:solidFill>
                <a:effectLst/>
                <a:latin typeface="+mn-lt"/>
              </a:rPr>
              <a:t>Knowledge</a:t>
            </a:r>
          </a:p>
        </p:txBody>
      </p:sp>
      <p:cxnSp>
        <p:nvCxnSpPr>
          <p:cNvPr id="11" name="Elbow Connector 10">
            <a:extLst>
              <a:ext uri="{FF2B5EF4-FFF2-40B4-BE49-F238E27FC236}">
                <a16:creationId xmlns:a16="http://schemas.microsoft.com/office/drawing/2014/main" id="{9AFF439C-8C3C-60DE-4B28-8BE2D579851D}"/>
              </a:ext>
            </a:extLst>
          </p:cNvPr>
          <p:cNvCxnSpPr>
            <a:endCxn id="7" idx="1"/>
          </p:cNvCxnSpPr>
          <p:nvPr/>
        </p:nvCxnSpPr>
        <p:spPr bwMode="auto">
          <a:xfrm flipV="1">
            <a:off x="18952975" y="6118410"/>
            <a:ext cx="867990" cy="672353"/>
          </a:xfrm>
          <a:prstGeom prst="bentConnector3">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Elbow Connector 12">
            <a:extLst>
              <a:ext uri="{FF2B5EF4-FFF2-40B4-BE49-F238E27FC236}">
                <a16:creationId xmlns:a16="http://schemas.microsoft.com/office/drawing/2014/main" id="{4C27B50D-37AB-6574-B3F3-CC5C5B450899}"/>
              </a:ext>
            </a:extLst>
          </p:cNvPr>
          <p:cNvCxnSpPr>
            <a:stCxn id="6" idx="3"/>
            <a:endCxn id="8" idx="1"/>
          </p:cNvCxnSpPr>
          <p:nvPr/>
        </p:nvCxnSpPr>
        <p:spPr bwMode="auto">
          <a:xfrm>
            <a:off x="18952975" y="6790763"/>
            <a:ext cx="867990" cy="470652"/>
          </a:xfrm>
          <a:prstGeom prst="bentConnector3">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4" name="Rectangle 13">
            <a:extLst>
              <a:ext uri="{FF2B5EF4-FFF2-40B4-BE49-F238E27FC236}">
                <a16:creationId xmlns:a16="http://schemas.microsoft.com/office/drawing/2014/main" id="{4477CD4E-6F44-AA5B-FD18-FEA6080482F3}"/>
              </a:ext>
            </a:extLst>
          </p:cNvPr>
          <p:cNvSpPr/>
          <p:nvPr/>
        </p:nvSpPr>
        <p:spPr bwMode="auto">
          <a:xfrm>
            <a:off x="16145435" y="9566483"/>
            <a:ext cx="2807540" cy="672353"/>
          </a:xfrm>
          <a:prstGeom prst="rect">
            <a:avLst/>
          </a:prstGeom>
          <a:solidFill>
            <a:srgbClr val="FCF4D6"/>
          </a:solidFill>
          <a:ln w="19050">
            <a:solidFill>
              <a:srgbClr val="F1C21B"/>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2800" b="1" i="0" u="none" strike="noStrike" cap="none" normalizeH="0" baseline="0" dirty="0">
                <a:ln>
                  <a:noFill/>
                </a:ln>
                <a:solidFill>
                  <a:schemeClr val="tx1"/>
                </a:solidFill>
                <a:effectLst/>
                <a:latin typeface="+mn-lt"/>
              </a:rPr>
              <a:t>Behavior</a:t>
            </a:r>
          </a:p>
        </p:txBody>
      </p:sp>
      <p:cxnSp>
        <p:nvCxnSpPr>
          <p:cNvPr id="16" name="Elbow Connector 15">
            <a:extLst>
              <a:ext uri="{FF2B5EF4-FFF2-40B4-BE49-F238E27FC236}">
                <a16:creationId xmlns:a16="http://schemas.microsoft.com/office/drawing/2014/main" id="{6C98B5DF-0920-CEAB-909A-E4E1AE18B7FC}"/>
              </a:ext>
            </a:extLst>
          </p:cNvPr>
          <p:cNvCxnSpPr>
            <a:stCxn id="5" idx="3"/>
            <a:endCxn id="9" idx="1"/>
          </p:cNvCxnSpPr>
          <p:nvPr/>
        </p:nvCxnSpPr>
        <p:spPr bwMode="auto">
          <a:xfrm flipV="1">
            <a:off x="15573281" y="3643341"/>
            <a:ext cx="572154" cy="3147423"/>
          </a:xfrm>
          <a:prstGeom prst="bentConnector3">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8" name="Elbow Connector 17">
            <a:extLst>
              <a:ext uri="{FF2B5EF4-FFF2-40B4-BE49-F238E27FC236}">
                <a16:creationId xmlns:a16="http://schemas.microsoft.com/office/drawing/2014/main" id="{7CD59D30-26C7-F276-B92D-66E578B5809A}"/>
              </a:ext>
            </a:extLst>
          </p:cNvPr>
          <p:cNvCxnSpPr>
            <a:stCxn id="5" idx="3"/>
            <a:endCxn id="14" idx="1"/>
          </p:cNvCxnSpPr>
          <p:nvPr/>
        </p:nvCxnSpPr>
        <p:spPr bwMode="auto">
          <a:xfrm>
            <a:off x="15573281" y="6790764"/>
            <a:ext cx="572154" cy="3111896"/>
          </a:xfrm>
          <a:prstGeom prst="bentConnector3">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Elbow Connector 19">
            <a:extLst>
              <a:ext uri="{FF2B5EF4-FFF2-40B4-BE49-F238E27FC236}">
                <a16:creationId xmlns:a16="http://schemas.microsoft.com/office/drawing/2014/main" id="{39D3DADF-9E16-0C7F-0C25-2E72936FF838}"/>
              </a:ext>
            </a:extLst>
          </p:cNvPr>
          <p:cNvCxnSpPr>
            <a:stCxn id="5" idx="3"/>
            <a:endCxn id="6" idx="1"/>
          </p:cNvCxnSpPr>
          <p:nvPr/>
        </p:nvCxnSpPr>
        <p:spPr bwMode="auto">
          <a:xfrm flipV="1">
            <a:off x="15573281" y="6790763"/>
            <a:ext cx="572154" cy="1"/>
          </a:xfrm>
          <a:prstGeom prst="bentConnector3">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4" name="Rectangle 23">
            <a:extLst>
              <a:ext uri="{FF2B5EF4-FFF2-40B4-BE49-F238E27FC236}">
                <a16:creationId xmlns:a16="http://schemas.microsoft.com/office/drawing/2014/main" id="{290F3638-A896-9C50-B4CA-669E57D3D733}"/>
              </a:ext>
            </a:extLst>
          </p:cNvPr>
          <p:cNvSpPr/>
          <p:nvPr/>
        </p:nvSpPr>
        <p:spPr bwMode="auto">
          <a:xfrm>
            <a:off x="19820965" y="2705611"/>
            <a:ext cx="2807540" cy="672353"/>
          </a:xfrm>
          <a:prstGeom prst="rect">
            <a:avLst/>
          </a:prstGeom>
          <a:solidFill>
            <a:srgbClr val="A7F0BA"/>
          </a:solidFill>
          <a:ln w="19050">
            <a:solidFill>
              <a:srgbClr val="00B050"/>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2800" b="1" i="0" u="none" strike="noStrike" cap="none" normalizeH="0" baseline="0" dirty="0">
                <a:ln>
                  <a:noFill/>
                </a:ln>
                <a:solidFill>
                  <a:schemeClr val="tx1"/>
                </a:solidFill>
                <a:effectLst/>
                <a:latin typeface="+mn-lt"/>
              </a:rPr>
              <a:t>Search</a:t>
            </a:r>
          </a:p>
        </p:txBody>
      </p:sp>
      <p:sp>
        <p:nvSpPr>
          <p:cNvPr id="25" name="Rectangle 24">
            <a:extLst>
              <a:ext uri="{FF2B5EF4-FFF2-40B4-BE49-F238E27FC236}">
                <a16:creationId xmlns:a16="http://schemas.microsoft.com/office/drawing/2014/main" id="{57498007-CD86-55E4-6CA4-3B17F0116B9C}"/>
              </a:ext>
            </a:extLst>
          </p:cNvPr>
          <p:cNvSpPr/>
          <p:nvPr/>
        </p:nvSpPr>
        <p:spPr bwMode="auto">
          <a:xfrm>
            <a:off x="19820965" y="3729464"/>
            <a:ext cx="2807540" cy="672353"/>
          </a:xfrm>
          <a:prstGeom prst="rect">
            <a:avLst/>
          </a:prstGeom>
          <a:solidFill>
            <a:srgbClr val="A7F0BA"/>
          </a:solidFill>
          <a:ln w="19050">
            <a:solidFill>
              <a:srgbClr val="00B050"/>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2800" b="1" i="0" u="none" strike="noStrike" cap="none" normalizeH="0" baseline="0" dirty="0">
                <a:ln>
                  <a:noFill/>
                </a:ln>
                <a:solidFill>
                  <a:schemeClr val="tx1"/>
                </a:solidFill>
                <a:effectLst/>
                <a:latin typeface="+mn-lt"/>
              </a:rPr>
              <a:t>Glossary</a:t>
            </a:r>
          </a:p>
        </p:txBody>
      </p:sp>
      <p:sp>
        <p:nvSpPr>
          <p:cNvPr id="26" name="Rectangle 25">
            <a:extLst>
              <a:ext uri="{FF2B5EF4-FFF2-40B4-BE49-F238E27FC236}">
                <a16:creationId xmlns:a16="http://schemas.microsoft.com/office/drawing/2014/main" id="{AA429034-B672-E6EE-0406-652721698B63}"/>
              </a:ext>
            </a:extLst>
          </p:cNvPr>
          <p:cNvSpPr/>
          <p:nvPr/>
        </p:nvSpPr>
        <p:spPr bwMode="auto">
          <a:xfrm>
            <a:off x="19820965" y="8873236"/>
            <a:ext cx="2807540" cy="672353"/>
          </a:xfrm>
          <a:prstGeom prst="rect">
            <a:avLst/>
          </a:prstGeom>
          <a:solidFill>
            <a:srgbClr val="FCF4D6"/>
          </a:solidFill>
          <a:ln w="19050">
            <a:solidFill>
              <a:srgbClr val="F1C21B"/>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2800" b="1" i="0" u="none" strike="noStrike" cap="none" normalizeH="0" baseline="0" dirty="0">
                <a:ln>
                  <a:noFill/>
                </a:ln>
                <a:solidFill>
                  <a:schemeClr val="tx1"/>
                </a:solidFill>
                <a:effectLst/>
                <a:latin typeface="+mn-lt"/>
              </a:rPr>
              <a:t>Guidelines</a:t>
            </a:r>
          </a:p>
        </p:txBody>
      </p:sp>
      <p:sp>
        <p:nvSpPr>
          <p:cNvPr id="27" name="Rectangle 26">
            <a:extLst>
              <a:ext uri="{FF2B5EF4-FFF2-40B4-BE49-F238E27FC236}">
                <a16:creationId xmlns:a16="http://schemas.microsoft.com/office/drawing/2014/main" id="{48FD4200-2420-3CFF-D63F-C4FC7B834C26}"/>
              </a:ext>
            </a:extLst>
          </p:cNvPr>
          <p:cNvSpPr/>
          <p:nvPr/>
        </p:nvSpPr>
        <p:spPr bwMode="auto">
          <a:xfrm>
            <a:off x="19820965" y="10338036"/>
            <a:ext cx="2807540" cy="672353"/>
          </a:xfrm>
          <a:prstGeom prst="rect">
            <a:avLst/>
          </a:prstGeom>
          <a:solidFill>
            <a:srgbClr val="FCF4D6"/>
          </a:solidFill>
          <a:ln w="19050">
            <a:solidFill>
              <a:srgbClr val="F1C21B"/>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2800" b="1" i="0" u="none" strike="noStrike" cap="none" normalizeH="0" baseline="0" dirty="0">
                <a:ln>
                  <a:noFill/>
                </a:ln>
                <a:solidFill>
                  <a:schemeClr val="tx1"/>
                </a:solidFill>
                <a:effectLst/>
                <a:latin typeface="+mn-lt"/>
              </a:rPr>
              <a:t>Triggers</a:t>
            </a:r>
          </a:p>
        </p:txBody>
      </p:sp>
      <p:cxnSp>
        <p:nvCxnSpPr>
          <p:cNvPr id="28" name="Elbow Connector 27">
            <a:extLst>
              <a:ext uri="{FF2B5EF4-FFF2-40B4-BE49-F238E27FC236}">
                <a16:creationId xmlns:a16="http://schemas.microsoft.com/office/drawing/2014/main" id="{EFEF445D-10E1-A3E9-97B3-BC69E0D38AEA}"/>
              </a:ext>
            </a:extLst>
          </p:cNvPr>
          <p:cNvCxnSpPr>
            <a:cxnSpLocks/>
            <a:stCxn id="9" idx="3"/>
            <a:endCxn id="24" idx="1"/>
          </p:cNvCxnSpPr>
          <p:nvPr/>
        </p:nvCxnSpPr>
        <p:spPr bwMode="auto">
          <a:xfrm flipV="1">
            <a:off x="18952975" y="3041788"/>
            <a:ext cx="867990" cy="601553"/>
          </a:xfrm>
          <a:prstGeom prst="bentConnector3">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 name="Elbow Connector 28">
            <a:extLst>
              <a:ext uri="{FF2B5EF4-FFF2-40B4-BE49-F238E27FC236}">
                <a16:creationId xmlns:a16="http://schemas.microsoft.com/office/drawing/2014/main" id="{F258A2DE-05A5-3D5A-26C4-34659F5DB3D3}"/>
              </a:ext>
            </a:extLst>
          </p:cNvPr>
          <p:cNvCxnSpPr>
            <a:cxnSpLocks/>
            <a:stCxn id="9" idx="3"/>
            <a:endCxn id="25" idx="1"/>
          </p:cNvCxnSpPr>
          <p:nvPr/>
        </p:nvCxnSpPr>
        <p:spPr bwMode="auto">
          <a:xfrm>
            <a:off x="18952975" y="3643341"/>
            <a:ext cx="867990" cy="422300"/>
          </a:xfrm>
          <a:prstGeom prst="bentConnector3">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4" name="Elbow Connector 33">
            <a:extLst>
              <a:ext uri="{FF2B5EF4-FFF2-40B4-BE49-F238E27FC236}">
                <a16:creationId xmlns:a16="http://schemas.microsoft.com/office/drawing/2014/main" id="{2A0A1A4D-08ED-C05F-88BB-ED2699D02AED}"/>
              </a:ext>
            </a:extLst>
          </p:cNvPr>
          <p:cNvCxnSpPr>
            <a:cxnSpLocks/>
            <a:stCxn id="14" idx="3"/>
            <a:endCxn id="26" idx="1"/>
          </p:cNvCxnSpPr>
          <p:nvPr/>
        </p:nvCxnSpPr>
        <p:spPr bwMode="auto">
          <a:xfrm flipV="1">
            <a:off x="18952975" y="9209413"/>
            <a:ext cx="867990" cy="693247"/>
          </a:xfrm>
          <a:prstGeom prst="bentConnector3">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5" name="Elbow Connector 34">
            <a:extLst>
              <a:ext uri="{FF2B5EF4-FFF2-40B4-BE49-F238E27FC236}">
                <a16:creationId xmlns:a16="http://schemas.microsoft.com/office/drawing/2014/main" id="{E8E41090-E85C-2B73-ECD0-17121F893D86}"/>
              </a:ext>
            </a:extLst>
          </p:cNvPr>
          <p:cNvCxnSpPr>
            <a:cxnSpLocks/>
            <a:stCxn id="14" idx="3"/>
            <a:endCxn id="27" idx="1"/>
          </p:cNvCxnSpPr>
          <p:nvPr/>
        </p:nvCxnSpPr>
        <p:spPr bwMode="auto">
          <a:xfrm>
            <a:off x="18952975" y="9902660"/>
            <a:ext cx="867990" cy="771553"/>
          </a:xfrm>
          <a:prstGeom prst="bentConnector3">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60837938"/>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44654-1203-8B3F-7C3D-975888F4CFC9}"/>
            </a:ext>
          </a:extLst>
        </p:cNvPr>
        <p:cNvGrpSpPr/>
        <p:nvPr/>
      </p:nvGrpSpPr>
      <p:grpSpPr>
        <a:xfrm>
          <a:off x="0" y="0"/>
          <a:ext cx="0" cy="0"/>
          <a:chOff x="0" y="0"/>
          <a:chExt cx="0" cy="0"/>
        </a:xfrm>
      </p:grpSpPr>
      <p:pic>
        <p:nvPicPr>
          <p:cNvPr id="16" name="Image 3" descr="Rectangle 260865203">
            <a:extLst>
              <a:ext uri="{FF2B5EF4-FFF2-40B4-BE49-F238E27FC236}">
                <a16:creationId xmlns:a16="http://schemas.microsoft.com/office/drawing/2014/main" id="{0BEAEB69-DBBF-E925-65EB-31DA739E063B}"/>
              </a:ext>
            </a:extLst>
          </p:cNvPr>
          <p:cNvPicPr>
            <a:picLocks noChangeAspect="1"/>
          </p:cNvPicPr>
          <p:nvPr/>
        </p:nvPicPr>
        <p:blipFill>
          <a:blip r:embed="rId3">
            <a:duotone>
              <a:prstClr val="black"/>
              <a:srgbClr val="F6F2FF">
                <a:tint val="45000"/>
                <a:satMod val="400000"/>
              </a:srgbClr>
            </a:duotone>
          </a:blip>
          <a:stretch>
            <a:fillRect/>
          </a:stretch>
        </p:blipFill>
        <p:spPr>
          <a:xfrm>
            <a:off x="3420706" y="2931410"/>
            <a:ext cx="19429442" cy="1959536"/>
          </a:xfrm>
          <a:prstGeom prst="rect">
            <a:avLst/>
          </a:prstGeom>
          <a:gradFill flip="none" rotWithShape="1">
            <a:gsLst>
              <a:gs pos="0">
                <a:schemeClr val="accent1">
                  <a:lumMod val="5000"/>
                  <a:lumOff val="95000"/>
                </a:schemeClr>
              </a:gs>
              <a:gs pos="77000">
                <a:schemeClr val="accent1">
                  <a:lumMod val="45000"/>
                  <a:lumOff val="55000"/>
                </a:schemeClr>
              </a:gs>
              <a:gs pos="87000">
                <a:schemeClr val="accent1">
                  <a:lumMod val="45000"/>
                  <a:lumOff val="55000"/>
                </a:schemeClr>
              </a:gs>
              <a:gs pos="100000">
                <a:schemeClr val="accent1">
                  <a:lumMod val="30000"/>
                  <a:lumOff val="70000"/>
                </a:schemeClr>
              </a:gs>
            </a:gsLst>
            <a:lin ang="4800000" scaled="0"/>
            <a:tileRect/>
          </a:gradFill>
        </p:spPr>
      </p:pic>
      <p:pic>
        <p:nvPicPr>
          <p:cNvPr id="3" name="Image 1" descr="Rectangle 260865224">
            <a:extLst>
              <a:ext uri="{FF2B5EF4-FFF2-40B4-BE49-F238E27FC236}">
                <a16:creationId xmlns:a16="http://schemas.microsoft.com/office/drawing/2014/main" id="{FE6F2F28-34AD-F084-2059-7B74FC1FED6C}"/>
              </a:ext>
            </a:extLst>
          </p:cNvPr>
          <p:cNvPicPr>
            <a:picLocks noChangeAspect="1"/>
          </p:cNvPicPr>
          <p:nvPr/>
        </p:nvPicPr>
        <p:blipFill>
          <a:blip r:embed="rId4">
            <a:duotone>
              <a:schemeClr val="accent2">
                <a:shade val="45000"/>
                <a:satMod val="135000"/>
              </a:schemeClr>
              <a:prstClr val="white"/>
            </a:duotone>
          </a:blip>
          <a:stretch>
            <a:fillRect/>
          </a:stretch>
        </p:blipFill>
        <p:spPr>
          <a:xfrm>
            <a:off x="3431106" y="5433323"/>
            <a:ext cx="19429442" cy="1714362"/>
          </a:xfrm>
          <a:prstGeom prst="rect">
            <a:avLst/>
          </a:prstGeom>
          <a:solidFill>
            <a:srgbClr val="EEF6FF"/>
          </a:solidFill>
        </p:spPr>
      </p:pic>
      <p:pic>
        <p:nvPicPr>
          <p:cNvPr id="4" name="Image 2" descr="Rectangle 34654965">
            <a:extLst>
              <a:ext uri="{FF2B5EF4-FFF2-40B4-BE49-F238E27FC236}">
                <a16:creationId xmlns:a16="http://schemas.microsoft.com/office/drawing/2014/main" id="{7FCC4A2A-7A48-77BD-4F79-734371CE2F03}"/>
              </a:ext>
            </a:extLst>
          </p:cNvPr>
          <p:cNvPicPr>
            <a:picLocks noChangeAspect="1"/>
          </p:cNvPicPr>
          <p:nvPr/>
        </p:nvPicPr>
        <p:blipFill>
          <a:blip r:embed="rId5"/>
          <a:stretch>
            <a:fillRect/>
          </a:stretch>
        </p:blipFill>
        <p:spPr>
          <a:xfrm>
            <a:off x="3431107" y="1623626"/>
            <a:ext cx="6095512" cy="952424"/>
          </a:xfrm>
          <a:prstGeom prst="rect">
            <a:avLst/>
          </a:prstGeom>
        </p:spPr>
      </p:pic>
      <p:pic>
        <p:nvPicPr>
          <p:cNvPr id="5" name="Image 3" descr="Rectangle 260865203">
            <a:extLst>
              <a:ext uri="{FF2B5EF4-FFF2-40B4-BE49-F238E27FC236}">
                <a16:creationId xmlns:a16="http://schemas.microsoft.com/office/drawing/2014/main" id="{822547B1-6EE3-F077-B7CE-C2FBA950D54D}"/>
              </a:ext>
            </a:extLst>
          </p:cNvPr>
          <p:cNvPicPr>
            <a:picLocks noChangeAspect="1"/>
          </p:cNvPicPr>
          <p:nvPr/>
        </p:nvPicPr>
        <p:blipFill>
          <a:blip r:embed="rId3">
            <a:duotone>
              <a:prstClr val="black"/>
              <a:srgbClr val="F6F2FF">
                <a:tint val="45000"/>
                <a:satMod val="400000"/>
              </a:srgbClr>
            </a:duotone>
          </a:blip>
          <a:stretch>
            <a:fillRect/>
          </a:stretch>
        </p:blipFill>
        <p:spPr>
          <a:xfrm>
            <a:off x="3431106" y="9999179"/>
            <a:ext cx="19429442" cy="3540502"/>
          </a:xfrm>
          <a:prstGeom prst="rect">
            <a:avLst/>
          </a:prstGeom>
          <a:solidFill>
            <a:srgbClr val="EEF6FF"/>
          </a:solidFill>
        </p:spPr>
      </p:pic>
      <p:sp>
        <p:nvSpPr>
          <p:cNvPr id="6" name="Text 0">
            <a:extLst>
              <a:ext uri="{FF2B5EF4-FFF2-40B4-BE49-F238E27FC236}">
                <a16:creationId xmlns:a16="http://schemas.microsoft.com/office/drawing/2014/main" id="{A686EE96-4DC4-4EE7-EBC3-4422EC87762E}"/>
              </a:ext>
            </a:extLst>
          </p:cNvPr>
          <p:cNvSpPr txBox="1"/>
          <p:nvPr/>
        </p:nvSpPr>
        <p:spPr>
          <a:xfrm>
            <a:off x="3812075" y="1814115"/>
            <a:ext cx="4693544" cy="571454"/>
          </a:xfrm>
          <a:prstGeom prst="rect">
            <a:avLst/>
          </a:prstGeom>
          <a:noFill/>
          <a:ln/>
        </p:spPr>
        <p:txBody>
          <a:bodyPr wrap="square" lIns="0" tIns="0" rIns="0" bIns="0" rtlCol="0" anchor="ctr"/>
          <a:lstStyle/>
          <a:p>
            <a:pPr defTabSz="1829014">
              <a:lnSpc>
                <a:spcPts val="3000"/>
              </a:lnSpc>
              <a:defRPr/>
            </a:pPr>
            <a:r>
              <a:rPr lang="en-US" sz="2400" dirty="0">
                <a:solidFill>
                  <a:srgbClr val="21272A"/>
                </a:solidFill>
                <a:latin typeface="IBM Plex Sans" pitchFamily="34" charset="0"/>
                <a:ea typeface="IBM Plex Sans" pitchFamily="34" charset="-122"/>
                <a:cs typeface="IBM Plex Sans" pitchFamily="34" charset="-120"/>
              </a:rPr>
              <a:t>Customers</a:t>
            </a:r>
            <a:endParaRPr lang="en-US" sz="2400" dirty="0">
              <a:solidFill>
                <a:srgbClr val="000000"/>
              </a:solidFill>
              <a:latin typeface="IBM Plex Sans"/>
            </a:endParaRPr>
          </a:p>
        </p:txBody>
      </p:sp>
      <p:pic>
        <p:nvPicPr>
          <p:cNvPr id="7" name="Image 4" descr="Rectangle 260865182">
            <a:extLst>
              <a:ext uri="{FF2B5EF4-FFF2-40B4-BE49-F238E27FC236}">
                <a16:creationId xmlns:a16="http://schemas.microsoft.com/office/drawing/2014/main" id="{727A2EC3-0398-2CC7-8DE6-F001282BA085}"/>
              </a:ext>
            </a:extLst>
          </p:cNvPr>
          <p:cNvPicPr>
            <a:picLocks noChangeAspect="1"/>
          </p:cNvPicPr>
          <p:nvPr/>
        </p:nvPicPr>
        <p:blipFill>
          <a:blip r:embed="rId5"/>
          <a:stretch>
            <a:fillRect/>
          </a:stretch>
        </p:blipFill>
        <p:spPr>
          <a:xfrm>
            <a:off x="16765037" y="1623626"/>
            <a:ext cx="6095512" cy="952424"/>
          </a:xfrm>
          <a:prstGeom prst="rect">
            <a:avLst/>
          </a:prstGeom>
        </p:spPr>
      </p:pic>
      <p:sp>
        <p:nvSpPr>
          <p:cNvPr id="8" name="Text 1">
            <a:extLst>
              <a:ext uri="{FF2B5EF4-FFF2-40B4-BE49-F238E27FC236}">
                <a16:creationId xmlns:a16="http://schemas.microsoft.com/office/drawing/2014/main" id="{DA6D4468-2D50-7704-45FF-27EB1D314AC5}"/>
              </a:ext>
            </a:extLst>
          </p:cNvPr>
          <p:cNvSpPr txBox="1"/>
          <p:nvPr/>
        </p:nvSpPr>
        <p:spPr>
          <a:xfrm>
            <a:off x="17146007" y="1814115"/>
            <a:ext cx="4693544" cy="571454"/>
          </a:xfrm>
          <a:prstGeom prst="rect">
            <a:avLst/>
          </a:prstGeom>
          <a:noFill/>
          <a:ln/>
        </p:spPr>
        <p:txBody>
          <a:bodyPr wrap="square" lIns="0" tIns="0" rIns="0" bIns="0" rtlCol="0" anchor="ctr"/>
          <a:lstStyle/>
          <a:p>
            <a:pPr defTabSz="1829014">
              <a:lnSpc>
                <a:spcPts val="3000"/>
              </a:lnSpc>
              <a:defRPr/>
            </a:pPr>
            <a:r>
              <a:rPr lang="en-US" sz="2400" dirty="0">
                <a:solidFill>
                  <a:srgbClr val="21272A"/>
                </a:solidFill>
                <a:latin typeface="IBM Plex Sans" pitchFamily="34" charset="0"/>
                <a:ea typeface="IBM Plex Sans" pitchFamily="34" charset="-122"/>
                <a:cs typeface="IBM Plex Sans" pitchFamily="34" charset="-120"/>
              </a:rPr>
              <a:t>Subject matter experts</a:t>
            </a:r>
            <a:endParaRPr lang="en-US" sz="2400" dirty="0">
              <a:solidFill>
                <a:srgbClr val="000000"/>
              </a:solidFill>
              <a:latin typeface="IBM Plex Sans"/>
            </a:endParaRPr>
          </a:p>
        </p:txBody>
      </p:sp>
      <p:pic>
        <p:nvPicPr>
          <p:cNvPr id="9" name="Image 5" descr="Rectangle 260865184">
            <a:extLst>
              <a:ext uri="{FF2B5EF4-FFF2-40B4-BE49-F238E27FC236}">
                <a16:creationId xmlns:a16="http://schemas.microsoft.com/office/drawing/2014/main" id="{729FA598-1E4A-A6DC-9561-4ABF05184F42}"/>
              </a:ext>
            </a:extLst>
          </p:cNvPr>
          <p:cNvPicPr>
            <a:picLocks noChangeAspect="1"/>
          </p:cNvPicPr>
          <p:nvPr/>
        </p:nvPicPr>
        <p:blipFill>
          <a:blip r:embed="rId5"/>
          <a:stretch>
            <a:fillRect/>
          </a:stretch>
        </p:blipFill>
        <p:spPr>
          <a:xfrm>
            <a:off x="10098073" y="1623626"/>
            <a:ext cx="6095512" cy="952424"/>
          </a:xfrm>
          <a:prstGeom prst="rect">
            <a:avLst/>
          </a:prstGeom>
        </p:spPr>
      </p:pic>
      <p:sp>
        <p:nvSpPr>
          <p:cNvPr id="10" name="Text 2">
            <a:extLst>
              <a:ext uri="{FF2B5EF4-FFF2-40B4-BE49-F238E27FC236}">
                <a16:creationId xmlns:a16="http://schemas.microsoft.com/office/drawing/2014/main" id="{A5607B46-9B66-0FAA-76CA-1BA256A00E2F}"/>
              </a:ext>
            </a:extLst>
          </p:cNvPr>
          <p:cNvSpPr txBox="1"/>
          <p:nvPr/>
        </p:nvSpPr>
        <p:spPr>
          <a:xfrm>
            <a:off x="10479041" y="1814115"/>
            <a:ext cx="4693544" cy="571454"/>
          </a:xfrm>
          <a:prstGeom prst="rect">
            <a:avLst/>
          </a:prstGeom>
          <a:noFill/>
          <a:ln/>
        </p:spPr>
        <p:txBody>
          <a:bodyPr wrap="square" lIns="0" tIns="0" rIns="0" bIns="0" rtlCol="0" anchor="ctr"/>
          <a:lstStyle/>
          <a:p>
            <a:pPr defTabSz="1829014">
              <a:lnSpc>
                <a:spcPts val="3000"/>
              </a:lnSpc>
              <a:defRPr/>
            </a:pPr>
            <a:r>
              <a:rPr lang="en-US" sz="2400" dirty="0">
                <a:solidFill>
                  <a:srgbClr val="21272A"/>
                </a:solidFill>
                <a:latin typeface="IBM Plex Sans" pitchFamily="34" charset="0"/>
                <a:ea typeface="IBM Plex Sans" pitchFamily="34" charset="-122"/>
                <a:cs typeface="IBM Plex Sans" pitchFamily="34" charset="-120"/>
              </a:rPr>
              <a:t>Employees</a:t>
            </a:r>
            <a:endParaRPr lang="en-US" sz="2400" dirty="0">
              <a:solidFill>
                <a:srgbClr val="000000"/>
              </a:solidFill>
              <a:latin typeface="IBM Plex Sans"/>
            </a:endParaRPr>
          </a:p>
        </p:txBody>
      </p:sp>
      <p:pic>
        <p:nvPicPr>
          <p:cNvPr id="11" name="Image 6" descr="Rectangle 260865196">
            <a:extLst>
              <a:ext uri="{FF2B5EF4-FFF2-40B4-BE49-F238E27FC236}">
                <a16:creationId xmlns:a16="http://schemas.microsoft.com/office/drawing/2014/main" id="{9503ADD9-4C39-CD35-4E09-A955850536E2}"/>
              </a:ext>
            </a:extLst>
          </p:cNvPr>
          <p:cNvPicPr>
            <a:picLocks noChangeAspect="1"/>
          </p:cNvPicPr>
          <p:nvPr/>
        </p:nvPicPr>
        <p:blipFill>
          <a:blip r:embed="rId6"/>
          <a:stretch>
            <a:fillRect/>
          </a:stretch>
        </p:blipFill>
        <p:spPr>
          <a:xfrm>
            <a:off x="3440216" y="7274351"/>
            <a:ext cx="9564822" cy="1279474"/>
          </a:xfrm>
          <a:prstGeom prst="rect">
            <a:avLst/>
          </a:prstGeom>
          <a:solidFill>
            <a:srgbClr val="EEF6FF"/>
          </a:solidFill>
        </p:spPr>
      </p:pic>
      <p:sp>
        <p:nvSpPr>
          <p:cNvPr id="12" name="Text 3">
            <a:extLst>
              <a:ext uri="{FF2B5EF4-FFF2-40B4-BE49-F238E27FC236}">
                <a16:creationId xmlns:a16="http://schemas.microsoft.com/office/drawing/2014/main" id="{004DC922-24C9-E233-F523-3190D129CE95}"/>
              </a:ext>
            </a:extLst>
          </p:cNvPr>
          <p:cNvSpPr txBox="1"/>
          <p:nvPr/>
        </p:nvSpPr>
        <p:spPr>
          <a:xfrm>
            <a:off x="3552238" y="7383385"/>
            <a:ext cx="9564822" cy="710818"/>
          </a:xfrm>
          <a:prstGeom prst="rect">
            <a:avLst/>
          </a:prstGeom>
          <a:noFill/>
          <a:ln/>
        </p:spPr>
        <p:txBody>
          <a:bodyPr wrap="square" lIns="0" tIns="0" rIns="0" bIns="0" rtlCol="0" anchor="t"/>
          <a:lstStyle/>
          <a:p>
            <a:pPr defTabSz="1829014">
              <a:lnSpc>
                <a:spcPts val="3000"/>
              </a:lnSpc>
              <a:defRPr/>
            </a:pPr>
            <a:r>
              <a:rPr lang="en-US" sz="2400" b="1" dirty="0">
                <a:solidFill>
                  <a:srgbClr val="21272A"/>
                </a:solidFill>
                <a:latin typeface="IBM Plex Sans" pitchFamily="34" charset="0"/>
                <a:ea typeface="IBM Plex Sans" pitchFamily="34" charset="-122"/>
                <a:cs typeface="IBM Plex Sans" pitchFamily="34" charset="-120"/>
              </a:rPr>
              <a:t>AI agents</a:t>
            </a:r>
            <a:endParaRPr lang="en-US" sz="2400" b="1" dirty="0">
              <a:solidFill>
                <a:srgbClr val="000000"/>
              </a:solidFill>
              <a:latin typeface="IBM Plex Sans"/>
            </a:endParaRPr>
          </a:p>
          <a:p>
            <a:pPr defTabSz="1829014">
              <a:lnSpc>
                <a:spcPts val="3000"/>
              </a:lnSpc>
              <a:defRPr/>
            </a:pPr>
            <a:r>
              <a:rPr lang="en-US" sz="2400" dirty="0">
                <a:solidFill>
                  <a:srgbClr val="21272A"/>
                </a:solidFill>
                <a:latin typeface="IBM Plex Sans" pitchFamily="34" charset="0"/>
              </a:rPr>
              <a:t>Integrate custom built or external agents and assistants to automate complex tasks.</a:t>
            </a:r>
            <a:endParaRPr lang="en-US" sz="2400" dirty="0">
              <a:solidFill>
                <a:srgbClr val="000000"/>
              </a:solidFill>
              <a:latin typeface="IBM Plex Sans"/>
            </a:endParaRPr>
          </a:p>
        </p:txBody>
      </p:sp>
      <p:pic>
        <p:nvPicPr>
          <p:cNvPr id="13" name="Image 7" descr="Rectangle 260865201">
            <a:extLst>
              <a:ext uri="{FF2B5EF4-FFF2-40B4-BE49-F238E27FC236}">
                <a16:creationId xmlns:a16="http://schemas.microsoft.com/office/drawing/2014/main" id="{C6088D2C-8A69-1FB8-DD7E-279E887CC9BE}"/>
              </a:ext>
            </a:extLst>
          </p:cNvPr>
          <p:cNvPicPr>
            <a:picLocks noChangeAspect="1"/>
          </p:cNvPicPr>
          <p:nvPr/>
        </p:nvPicPr>
        <p:blipFill>
          <a:blip r:embed="rId7"/>
          <a:stretch>
            <a:fillRect/>
          </a:stretch>
        </p:blipFill>
        <p:spPr>
          <a:xfrm>
            <a:off x="13295728" y="7274351"/>
            <a:ext cx="9564822" cy="1279474"/>
          </a:xfrm>
          <a:prstGeom prst="rect">
            <a:avLst/>
          </a:prstGeom>
          <a:solidFill>
            <a:srgbClr val="EEF6FF"/>
          </a:solidFill>
        </p:spPr>
      </p:pic>
      <p:sp>
        <p:nvSpPr>
          <p:cNvPr id="14" name="Text 4">
            <a:extLst>
              <a:ext uri="{FF2B5EF4-FFF2-40B4-BE49-F238E27FC236}">
                <a16:creationId xmlns:a16="http://schemas.microsoft.com/office/drawing/2014/main" id="{619A7BC1-74F4-E056-6D0C-853A1C4FF1CE}"/>
              </a:ext>
            </a:extLst>
          </p:cNvPr>
          <p:cNvSpPr txBox="1"/>
          <p:nvPr/>
        </p:nvSpPr>
        <p:spPr>
          <a:xfrm>
            <a:off x="13423898" y="7370358"/>
            <a:ext cx="9727342" cy="1132996"/>
          </a:xfrm>
          <a:prstGeom prst="rect">
            <a:avLst/>
          </a:prstGeom>
          <a:noFill/>
          <a:ln/>
        </p:spPr>
        <p:txBody>
          <a:bodyPr wrap="square" lIns="0" tIns="0" rIns="0" bIns="0" rtlCol="0" anchor="t"/>
          <a:lstStyle/>
          <a:p>
            <a:pPr defTabSz="1829014">
              <a:lnSpc>
                <a:spcPts val="3000"/>
              </a:lnSpc>
              <a:defRPr/>
            </a:pPr>
            <a:r>
              <a:rPr lang="en-US" sz="2400" b="1" dirty="0">
                <a:solidFill>
                  <a:srgbClr val="21272A"/>
                </a:solidFill>
                <a:latin typeface="IBM Plex Sans" pitchFamily="34" charset="0"/>
                <a:ea typeface="IBM Plex Sans" pitchFamily="34" charset="-122"/>
                <a:cs typeface="IBM Plex Sans" pitchFamily="34" charset="-120"/>
              </a:rPr>
              <a:t>Tools</a:t>
            </a:r>
            <a:endParaRPr lang="en-US" sz="2400" b="1" dirty="0">
              <a:solidFill>
                <a:srgbClr val="000000"/>
              </a:solidFill>
              <a:latin typeface="IBM Plex Sans"/>
            </a:endParaRPr>
          </a:p>
          <a:p>
            <a:pPr defTabSz="1829014">
              <a:lnSpc>
                <a:spcPts val="3000"/>
              </a:lnSpc>
              <a:defRPr/>
            </a:pPr>
            <a:r>
              <a:rPr lang="en-US" sz="2400" dirty="0">
                <a:solidFill>
                  <a:srgbClr val="21272A"/>
                </a:solidFill>
                <a:latin typeface="IBM Plex Sans" pitchFamily="34" charset="0"/>
                <a:ea typeface="IBM Plex Sans" pitchFamily="34" charset="-122"/>
                <a:cs typeface="IBM Plex Sans" pitchFamily="34" charset="-120"/>
              </a:rPr>
              <a:t>Pre-built and custom APIs and automations that can be used by  agents</a:t>
            </a:r>
            <a:endParaRPr lang="en-US" sz="2400" dirty="0">
              <a:solidFill>
                <a:srgbClr val="000000"/>
              </a:solidFill>
              <a:latin typeface="IBM Plex Sans"/>
            </a:endParaRPr>
          </a:p>
        </p:txBody>
      </p:sp>
      <p:sp>
        <p:nvSpPr>
          <p:cNvPr id="17" name="Shape 6">
            <a:extLst>
              <a:ext uri="{FF2B5EF4-FFF2-40B4-BE49-F238E27FC236}">
                <a16:creationId xmlns:a16="http://schemas.microsoft.com/office/drawing/2014/main" id="{3E0F6815-38A5-FAED-1825-015CFFE59337}"/>
              </a:ext>
            </a:extLst>
          </p:cNvPr>
          <p:cNvSpPr/>
          <p:nvPr/>
        </p:nvSpPr>
        <p:spPr>
          <a:xfrm>
            <a:off x="11431468" y="5814290"/>
            <a:ext cx="95242" cy="952424"/>
          </a:xfrm>
          <a:prstGeom prst="rect">
            <a:avLst/>
          </a:prstGeom>
          <a:solidFill>
            <a:srgbClr val="000000"/>
          </a:solidFill>
          <a:ln/>
        </p:spPr>
        <p:txBody>
          <a:bodyPr/>
          <a:lstStyle/>
          <a:p>
            <a:pPr defTabSz="1829014">
              <a:defRPr/>
            </a:pPr>
            <a:endParaRPr lang="en-US" sz="7200">
              <a:solidFill>
                <a:srgbClr val="000000"/>
              </a:solidFill>
              <a:latin typeface="IBM Plex Sans"/>
            </a:endParaRPr>
          </a:p>
        </p:txBody>
      </p:sp>
      <p:sp>
        <p:nvSpPr>
          <p:cNvPr id="20" name="Shape 8">
            <a:extLst>
              <a:ext uri="{FF2B5EF4-FFF2-40B4-BE49-F238E27FC236}">
                <a16:creationId xmlns:a16="http://schemas.microsoft.com/office/drawing/2014/main" id="{21BF8B93-E0C6-2524-67FC-34C6BCD2C8A9}"/>
              </a:ext>
            </a:extLst>
          </p:cNvPr>
          <p:cNvSpPr/>
          <p:nvPr/>
        </p:nvSpPr>
        <p:spPr>
          <a:xfrm>
            <a:off x="7621772" y="5814290"/>
            <a:ext cx="95242" cy="952424"/>
          </a:xfrm>
          <a:prstGeom prst="rect">
            <a:avLst/>
          </a:prstGeom>
          <a:solidFill>
            <a:srgbClr val="000000"/>
          </a:solidFill>
          <a:ln/>
        </p:spPr>
        <p:txBody>
          <a:bodyPr/>
          <a:lstStyle/>
          <a:p>
            <a:pPr defTabSz="1829014">
              <a:defRPr/>
            </a:pPr>
            <a:endParaRPr lang="en-US" sz="7200">
              <a:solidFill>
                <a:srgbClr val="000000"/>
              </a:solidFill>
              <a:latin typeface="IBM Plex Sans"/>
            </a:endParaRPr>
          </a:p>
        </p:txBody>
      </p:sp>
      <p:pic>
        <p:nvPicPr>
          <p:cNvPr id="21" name="Image 10" descr="Rectangle 260865212">
            <a:extLst>
              <a:ext uri="{FF2B5EF4-FFF2-40B4-BE49-F238E27FC236}">
                <a16:creationId xmlns:a16="http://schemas.microsoft.com/office/drawing/2014/main" id="{544EEA81-D23B-89CD-2C46-00E38A5172A6}"/>
              </a:ext>
            </a:extLst>
          </p:cNvPr>
          <p:cNvPicPr>
            <a:picLocks noChangeAspect="1"/>
          </p:cNvPicPr>
          <p:nvPr/>
        </p:nvPicPr>
        <p:blipFill>
          <a:blip r:embed="rId8"/>
          <a:stretch>
            <a:fillRect/>
          </a:stretch>
        </p:blipFill>
        <p:spPr>
          <a:xfrm>
            <a:off x="19050853" y="5814290"/>
            <a:ext cx="3428724" cy="952424"/>
          </a:xfrm>
          <a:prstGeom prst="rect">
            <a:avLst/>
          </a:prstGeom>
        </p:spPr>
      </p:pic>
      <p:sp>
        <p:nvSpPr>
          <p:cNvPr id="22" name="Text 9">
            <a:extLst>
              <a:ext uri="{FF2B5EF4-FFF2-40B4-BE49-F238E27FC236}">
                <a16:creationId xmlns:a16="http://schemas.microsoft.com/office/drawing/2014/main" id="{86E0A0C9-AE89-9535-CE97-F872C3C8A56A}"/>
              </a:ext>
            </a:extLst>
          </p:cNvPr>
          <p:cNvSpPr txBox="1"/>
          <p:nvPr/>
        </p:nvSpPr>
        <p:spPr>
          <a:xfrm>
            <a:off x="19431824" y="6004777"/>
            <a:ext cx="2944894" cy="571454"/>
          </a:xfrm>
          <a:prstGeom prst="rect">
            <a:avLst/>
          </a:prstGeom>
          <a:noFill/>
          <a:ln/>
        </p:spPr>
        <p:txBody>
          <a:bodyPr wrap="square" lIns="0" tIns="0" rIns="0" bIns="0" rtlCol="0" anchor="ctr"/>
          <a:lstStyle/>
          <a:p>
            <a:pPr defTabSz="1829014">
              <a:lnSpc>
                <a:spcPts val="3000"/>
              </a:lnSpc>
              <a:defRPr/>
            </a:pPr>
            <a:r>
              <a:rPr lang="en-US" sz="2400" dirty="0">
                <a:solidFill>
                  <a:srgbClr val="21272A"/>
                </a:solidFill>
                <a:latin typeface="IBM Plex Sans" pitchFamily="34" charset="0"/>
                <a:ea typeface="IBM Plex Sans" pitchFamily="34" charset="-122"/>
                <a:cs typeface="IBM Plex Sans" pitchFamily="34" charset="-120"/>
              </a:rPr>
              <a:t>Custom-built agents</a:t>
            </a:r>
            <a:endParaRPr lang="en-US" sz="2400" dirty="0">
              <a:solidFill>
                <a:srgbClr val="000000"/>
              </a:solidFill>
              <a:latin typeface="IBM Plex Sans"/>
            </a:endParaRPr>
          </a:p>
        </p:txBody>
      </p:sp>
      <p:sp>
        <p:nvSpPr>
          <p:cNvPr id="23" name="Shape 10">
            <a:extLst>
              <a:ext uri="{FF2B5EF4-FFF2-40B4-BE49-F238E27FC236}">
                <a16:creationId xmlns:a16="http://schemas.microsoft.com/office/drawing/2014/main" id="{68F5B484-EFC9-AAF1-478D-4BE4599F94A4}"/>
              </a:ext>
            </a:extLst>
          </p:cNvPr>
          <p:cNvSpPr/>
          <p:nvPr/>
        </p:nvSpPr>
        <p:spPr>
          <a:xfrm>
            <a:off x="19050854" y="5814290"/>
            <a:ext cx="95242" cy="952424"/>
          </a:xfrm>
          <a:prstGeom prst="rect">
            <a:avLst/>
          </a:prstGeom>
          <a:solidFill>
            <a:srgbClr val="000000"/>
          </a:solidFill>
          <a:ln/>
        </p:spPr>
        <p:txBody>
          <a:bodyPr/>
          <a:lstStyle/>
          <a:p>
            <a:pPr defTabSz="1829014">
              <a:defRPr/>
            </a:pPr>
            <a:endParaRPr lang="en-US" sz="7200">
              <a:solidFill>
                <a:srgbClr val="000000"/>
              </a:solidFill>
              <a:latin typeface="IBM Plex Sans"/>
            </a:endParaRPr>
          </a:p>
        </p:txBody>
      </p:sp>
      <p:pic>
        <p:nvPicPr>
          <p:cNvPr id="24" name="Image 11" descr="Rectangle 260865214">
            <a:extLst>
              <a:ext uri="{FF2B5EF4-FFF2-40B4-BE49-F238E27FC236}">
                <a16:creationId xmlns:a16="http://schemas.microsoft.com/office/drawing/2014/main" id="{F3110BFB-688C-C627-27EA-1949667A22BA}"/>
              </a:ext>
            </a:extLst>
          </p:cNvPr>
          <p:cNvPicPr>
            <a:picLocks noChangeAspect="1"/>
          </p:cNvPicPr>
          <p:nvPr/>
        </p:nvPicPr>
        <p:blipFill>
          <a:blip r:embed="rId8"/>
          <a:stretch>
            <a:fillRect/>
          </a:stretch>
        </p:blipFill>
        <p:spPr>
          <a:xfrm>
            <a:off x="15241159" y="5814290"/>
            <a:ext cx="3428724" cy="952424"/>
          </a:xfrm>
          <a:prstGeom prst="rect">
            <a:avLst/>
          </a:prstGeom>
        </p:spPr>
      </p:pic>
      <p:sp>
        <p:nvSpPr>
          <p:cNvPr id="25" name="Text 11">
            <a:extLst>
              <a:ext uri="{FF2B5EF4-FFF2-40B4-BE49-F238E27FC236}">
                <a16:creationId xmlns:a16="http://schemas.microsoft.com/office/drawing/2014/main" id="{7DB5F4F4-56C7-B89C-8F43-77B258B984B0}"/>
              </a:ext>
            </a:extLst>
          </p:cNvPr>
          <p:cNvSpPr txBox="1"/>
          <p:nvPr/>
        </p:nvSpPr>
        <p:spPr>
          <a:xfrm>
            <a:off x="15665781" y="5788680"/>
            <a:ext cx="3047756" cy="846424"/>
          </a:xfrm>
          <a:prstGeom prst="rect">
            <a:avLst/>
          </a:prstGeom>
          <a:noFill/>
          <a:ln/>
        </p:spPr>
        <p:txBody>
          <a:bodyPr wrap="square" lIns="0" tIns="0" rIns="0" bIns="0" rtlCol="0" anchor="ctr"/>
          <a:lstStyle/>
          <a:p>
            <a:pPr defTabSz="1829014">
              <a:lnSpc>
                <a:spcPts val="3000"/>
              </a:lnSpc>
              <a:defRPr/>
            </a:pPr>
            <a:r>
              <a:rPr lang="en-US" sz="2400" kern="0" spc="-50" dirty="0">
                <a:solidFill>
                  <a:srgbClr val="21272A"/>
                </a:solidFill>
                <a:latin typeface="IBM Plex Sans" pitchFamily="34" charset="0"/>
                <a:ea typeface="IBM Plex Sans" pitchFamily="34" charset="-122"/>
                <a:cs typeface="IBM Plex Sans" pitchFamily="34" charset="-120"/>
              </a:rPr>
              <a:t>IBM Partner agents   </a:t>
            </a:r>
            <a:endParaRPr lang="en-US" sz="2400" dirty="0">
              <a:solidFill>
                <a:srgbClr val="000000"/>
              </a:solidFill>
              <a:latin typeface="IBM Plex Sans"/>
            </a:endParaRPr>
          </a:p>
        </p:txBody>
      </p:sp>
      <p:sp>
        <p:nvSpPr>
          <p:cNvPr id="26" name="Shape 12">
            <a:extLst>
              <a:ext uri="{FF2B5EF4-FFF2-40B4-BE49-F238E27FC236}">
                <a16:creationId xmlns:a16="http://schemas.microsoft.com/office/drawing/2014/main" id="{E804A89D-0505-04DC-1F62-37CFED4C55B9}"/>
              </a:ext>
            </a:extLst>
          </p:cNvPr>
          <p:cNvSpPr/>
          <p:nvPr/>
        </p:nvSpPr>
        <p:spPr>
          <a:xfrm>
            <a:off x="15241160" y="5814290"/>
            <a:ext cx="95242" cy="952424"/>
          </a:xfrm>
          <a:prstGeom prst="rect">
            <a:avLst/>
          </a:prstGeom>
          <a:solidFill>
            <a:srgbClr val="000000"/>
          </a:solidFill>
          <a:ln/>
        </p:spPr>
        <p:txBody>
          <a:bodyPr/>
          <a:lstStyle/>
          <a:p>
            <a:pPr defTabSz="1829014">
              <a:defRPr/>
            </a:pPr>
            <a:endParaRPr lang="en-US" sz="7200">
              <a:solidFill>
                <a:srgbClr val="000000"/>
              </a:solidFill>
              <a:latin typeface="IBM Plex Sans"/>
            </a:endParaRPr>
          </a:p>
        </p:txBody>
      </p:sp>
      <p:pic>
        <p:nvPicPr>
          <p:cNvPr id="27" name="Image 12" descr="Rectangle 260865192">
            <a:extLst>
              <a:ext uri="{FF2B5EF4-FFF2-40B4-BE49-F238E27FC236}">
                <a16:creationId xmlns:a16="http://schemas.microsoft.com/office/drawing/2014/main" id="{567D8B7A-FFE3-0C3D-A2BD-E431FC1CE4F0}"/>
              </a:ext>
            </a:extLst>
          </p:cNvPr>
          <p:cNvPicPr>
            <a:picLocks noChangeAspect="1"/>
          </p:cNvPicPr>
          <p:nvPr/>
        </p:nvPicPr>
        <p:blipFill>
          <a:blip r:embed="rId8"/>
          <a:stretch>
            <a:fillRect/>
          </a:stretch>
        </p:blipFill>
        <p:spPr>
          <a:xfrm>
            <a:off x="3812075" y="5814290"/>
            <a:ext cx="7516528" cy="952424"/>
          </a:xfrm>
          <a:prstGeom prst="rect">
            <a:avLst/>
          </a:prstGeom>
        </p:spPr>
      </p:pic>
      <p:sp>
        <p:nvSpPr>
          <p:cNvPr id="28" name="Text 13">
            <a:extLst>
              <a:ext uri="{FF2B5EF4-FFF2-40B4-BE49-F238E27FC236}">
                <a16:creationId xmlns:a16="http://schemas.microsoft.com/office/drawing/2014/main" id="{1B06A9E3-BE16-A34B-DB48-92474B41CCCB}"/>
              </a:ext>
            </a:extLst>
          </p:cNvPr>
          <p:cNvSpPr txBox="1"/>
          <p:nvPr/>
        </p:nvSpPr>
        <p:spPr>
          <a:xfrm>
            <a:off x="4193046" y="6004777"/>
            <a:ext cx="7333662" cy="571454"/>
          </a:xfrm>
          <a:prstGeom prst="rect">
            <a:avLst/>
          </a:prstGeom>
          <a:noFill/>
          <a:ln/>
        </p:spPr>
        <p:txBody>
          <a:bodyPr wrap="square" lIns="0" tIns="0" rIns="0" bIns="0" rtlCol="0" anchor="ctr"/>
          <a:lstStyle/>
          <a:p>
            <a:pPr defTabSz="1829014">
              <a:lnSpc>
                <a:spcPts val="3000"/>
              </a:lnSpc>
              <a:defRPr/>
            </a:pPr>
            <a:r>
              <a:rPr lang="en-US" sz="2400" dirty="0">
                <a:solidFill>
                  <a:srgbClr val="21272A"/>
                </a:solidFill>
                <a:latin typeface="IBM Plex Sans" pitchFamily="34" charset="0"/>
                <a:ea typeface="IBM Plex Sans" pitchFamily="34" charset="-122"/>
              </a:rPr>
              <a:t>IBM Pre-built agents: HR, Sales, Procurement , Finance, Customer Care , IT</a:t>
            </a:r>
            <a:endParaRPr lang="en-US" sz="2400" dirty="0">
              <a:solidFill>
                <a:srgbClr val="000000"/>
              </a:solidFill>
              <a:latin typeface="IBM Plex Sans"/>
            </a:endParaRPr>
          </a:p>
        </p:txBody>
      </p:sp>
      <p:sp>
        <p:nvSpPr>
          <p:cNvPr id="29" name="Shape 14">
            <a:extLst>
              <a:ext uri="{FF2B5EF4-FFF2-40B4-BE49-F238E27FC236}">
                <a16:creationId xmlns:a16="http://schemas.microsoft.com/office/drawing/2014/main" id="{916609E4-D273-DC42-A7B5-289D12F8FC90}"/>
              </a:ext>
            </a:extLst>
          </p:cNvPr>
          <p:cNvSpPr/>
          <p:nvPr/>
        </p:nvSpPr>
        <p:spPr>
          <a:xfrm>
            <a:off x="3812078" y="5814290"/>
            <a:ext cx="95242" cy="952424"/>
          </a:xfrm>
          <a:prstGeom prst="rect">
            <a:avLst/>
          </a:prstGeom>
          <a:solidFill>
            <a:srgbClr val="000000"/>
          </a:solidFill>
          <a:ln/>
        </p:spPr>
        <p:txBody>
          <a:bodyPr/>
          <a:lstStyle/>
          <a:p>
            <a:pPr defTabSz="1829014">
              <a:defRPr/>
            </a:pPr>
            <a:endParaRPr lang="en-US" sz="7200">
              <a:solidFill>
                <a:srgbClr val="000000"/>
              </a:solidFill>
              <a:latin typeface="IBM Plex Sans"/>
            </a:endParaRPr>
          </a:p>
        </p:txBody>
      </p:sp>
      <p:pic>
        <p:nvPicPr>
          <p:cNvPr id="31" name="Image 13" descr="Rectangle 260865206">
            <a:extLst>
              <a:ext uri="{FF2B5EF4-FFF2-40B4-BE49-F238E27FC236}">
                <a16:creationId xmlns:a16="http://schemas.microsoft.com/office/drawing/2014/main" id="{1A33E37E-ED3A-0CE6-AE2B-3C56E07F2F45}"/>
              </a:ext>
            </a:extLst>
          </p:cNvPr>
          <p:cNvPicPr>
            <a:picLocks noChangeAspect="1"/>
          </p:cNvPicPr>
          <p:nvPr/>
        </p:nvPicPr>
        <p:blipFill>
          <a:blip r:embed="rId9"/>
          <a:stretch>
            <a:fillRect/>
          </a:stretch>
        </p:blipFill>
        <p:spPr>
          <a:xfrm>
            <a:off x="13893166" y="10430452"/>
            <a:ext cx="4350617" cy="1904846"/>
          </a:xfrm>
          <a:prstGeom prst="rect">
            <a:avLst/>
          </a:prstGeom>
          <a:solidFill>
            <a:schemeClr val="bg1"/>
          </a:solidFill>
        </p:spPr>
      </p:pic>
      <p:sp>
        <p:nvSpPr>
          <p:cNvPr id="32" name="Text 16">
            <a:extLst>
              <a:ext uri="{FF2B5EF4-FFF2-40B4-BE49-F238E27FC236}">
                <a16:creationId xmlns:a16="http://schemas.microsoft.com/office/drawing/2014/main" id="{B3FD5ED6-7CAD-E493-D9F4-7BE1129FCBEC}"/>
              </a:ext>
            </a:extLst>
          </p:cNvPr>
          <p:cNvSpPr txBox="1"/>
          <p:nvPr/>
        </p:nvSpPr>
        <p:spPr>
          <a:xfrm>
            <a:off x="14182112" y="10631434"/>
            <a:ext cx="3697088" cy="756160"/>
          </a:xfrm>
          <a:prstGeom prst="rect">
            <a:avLst/>
          </a:prstGeom>
          <a:noFill/>
          <a:ln/>
        </p:spPr>
        <p:txBody>
          <a:bodyPr wrap="square" lIns="0" tIns="0" rIns="0" bIns="0" rtlCol="0" anchor="t"/>
          <a:lstStyle/>
          <a:p>
            <a:pPr defTabSz="1829014">
              <a:lnSpc>
                <a:spcPts val="3000"/>
              </a:lnSpc>
              <a:defRPr/>
            </a:pPr>
            <a:r>
              <a:rPr lang="en-US" sz="2400" b="1" dirty="0">
                <a:solidFill>
                  <a:srgbClr val="21272A"/>
                </a:solidFill>
                <a:latin typeface="IBM Plex Sans" pitchFamily="34" charset="0"/>
                <a:ea typeface="IBM Plex Sans" pitchFamily="34" charset="-122"/>
                <a:cs typeface="IBM Plex Sans" pitchFamily="34" charset="-120"/>
              </a:rPr>
              <a:t>Gen AI powered by watsonx.ai </a:t>
            </a:r>
          </a:p>
          <a:p>
            <a:pPr defTabSz="1829014">
              <a:lnSpc>
                <a:spcPts val="3000"/>
              </a:lnSpc>
              <a:defRPr/>
            </a:pPr>
            <a:r>
              <a:rPr lang="en-US" sz="2400" dirty="0">
                <a:solidFill>
                  <a:srgbClr val="21272A"/>
                </a:solidFill>
                <a:latin typeface="IBM Plex Sans" pitchFamily="34" charset="0"/>
                <a:ea typeface="IBM Plex Sans" pitchFamily="34" charset="-122"/>
                <a:cs typeface="IBM Plex Sans" pitchFamily="34" charset="-120"/>
              </a:rPr>
              <a:t>Access or bring task specific LLMs</a:t>
            </a:r>
            <a:endParaRPr lang="en-US" sz="2400" dirty="0">
              <a:solidFill>
                <a:srgbClr val="000000"/>
              </a:solidFill>
              <a:latin typeface="IBM Plex Sans"/>
            </a:endParaRPr>
          </a:p>
        </p:txBody>
      </p:sp>
      <p:pic>
        <p:nvPicPr>
          <p:cNvPr id="33" name="Image 14" descr="Rectangle 260865208">
            <a:extLst>
              <a:ext uri="{FF2B5EF4-FFF2-40B4-BE49-F238E27FC236}">
                <a16:creationId xmlns:a16="http://schemas.microsoft.com/office/drawing/2014/main" id="{208E6FC1-1A78-EBB6-C3F0-254FC1BFD43D}"/>
              </a:ext>
            </a:extLst>
          </p:cNvPr>
          <p:cNvPicPr>
            <a:picLocks noChangeAspect="1"/>
          </p:cNvPicPr>
          <p:nvPr/>
        </p:nvPicPr>
        <p:blipFill>
          <a:blip r:embed="rId10"/>
          <a:stretch>
            <a:fillRect/>
          </a:stretch>
        </p:blipFill>
        <p:spPr>
          <a:xfrm>
            <a:off x="8467169" y="10411414"/>
            <a:ext cx="5181924" cy="1904846"/>
          </a:xfrm>
          <a:prstGeom prst="rect">
            <a:avLst/>
          </a:prstGeom>
          <a:solidFill>
            <a:schemeClr val="bg1"/>
          </a:solidFill>
        </p:spPr>
      </p:pic>
      <p:sp>
        <p:nvSpPr>
          <p:cNvPr id="34" name="Text 17">
            <a:extLst>
              <a:ext uri="{FF2B5EF4-FFF2-40B4-BE49-F238E27FC236}">
                <a16:creationId xmlns:a16="http://schemas.microsoft.com/office/drawing/2014/main" id="{184DCEE3-F296-6F1E-4EAE-E25C19B0D977}"/>
              </a:ext>
            </a:extLst>
          </p:cNvPr>
          <p:cNvSpPr txBox="1"/>
          <p:nvPr/>
        </p:nvSpPr>
        <p:spPr>
          <a:xfrm>
            <a:off x="8736651" y="10784590"/>
            <a:ext cx="4687247" cy="1281438"/>
          </a:xfrm>
          <a:prstGeom prst="rect">
            <a:avLst/>
          </a:prstGeom>
          <a:noFill/>
          <a:ln/>
        </p:spPr>
        <p:txBody>
          <a:bodyPr wrap="square" lIns="0" tIns="0" rIns="0" bIns="0" rtlCol="0" anchor="t"/>
          <a:lstStyle/>
          <a:p>
            <a:pPr defTabSz="1829014">
              <a:lnSpc>
                <a:spcPts val="3000"/>
              </a:lnSpc>
              <a:defRPr/>
            </a:pPr>
            <a:r>
              <a:rPr lang="en-US" sz="2400" b="1" dirty="0">
                <a:solidFill>
                  <a:srgbClr val="21272A"/>
                </a:solidFill>
                <a:latin typeface="IBM Plex Sans" pitchFamily="34" charset="0"/>
                <a:ea typeface="IBM Plex Sans" pitchFamily="34" charset="-122"/>
                <a:cs typeface="IBM Plex Sans" pitchFamily="34" charset="-120"/>
              </a:rPr>
              <a:t>Agent Development Kit (ADK</a:t>
            </a:r>
            <a:r>
              <a:rPr lang="en-US" sz="2400" dirty="0">
                <a:solidFill>
                  <a:srgbClr val="21272A"/>
                </a:solidFill>
                <a:latin typeface="IBM Plex Sans" pitchFamily="34" charset="0"/>
                <a:ea typeface="IBM Plex Sans" pitchFamily="34" charset="-122"/>
                <a:cs typeface="IBM Plex Sans" pitchFamily="34" charset="-120"/>
              </a:rPr>
              <a:t>)</a:t>
            </a:r>
          </a:p>
          <a:p>
            <a:pPr defTabSz="1829014">
              <a:lnSpc>
                <a:spcPts val="3000"/>
              </a:lnSpc>
              <a:defRPr/>
            </a:pPr>
            <a:r>
              <a:rPr lang="en-US" sz="2400" dirty="0">
                <a:solidFill>
                  <a:srgbClr val="21272A"/>
                </a:solidFill>
                <a:latin typeface="IBM Plex Sans" pitchFamily="34" charset="0"/>
                <a:ea typeface="IBM Plex Sans" pitchFamily="34" charset="-122"/>
                <a:cs typeface="IBM Plex Sans" pitchFamily="34" charset="-120"/>
              </a:rPr>
              <a:t>Create custom agents and tools </a:t>
            </a:r>
            <a:endParaRPr lang="en-US" sz="2400" dirty="0">
              <a:solidFill>
                <a:srgbClr val="000000"/>
              </a:solidFill>
              <a:latin typeface="IBM Plex Sans"/>
            </a:endParaRPr>
          </a:p>
        </p:txBody>
      </p:sp>
      <p:pic>
        <p:nvPicPr>
          <p:cNvPr id="35" name="Image 15" descr="Rectangle 260865210">
            <a:extLst>
              <a:ext uri="{FF2B5EF4-FFF2-40B4-BE49-F238E27FC236}">
                <a16:creationId xmlns:a16="http://schemas.microsoft.com/office/drawing/2014/main" id="{1EFA2ADD-49F2-0DC4-FD58-C6B9F59E99BB}"/>
              </a:ext>
            </a:extLst>
          </p:cNvPr>
          <p:cNvPicPr>
            <a:picLocks noChangeAspect="1"/>
          </p:cNvPicPr>
          <p:nvPr/>
        </p:nvPicPr>
        <p:blipFill>
          <a:blip r:embed="rId10"/>
          <a:stretch>
            <a:fillRect/>
          </a:stretch>
        </p:blipFill>
        <p:spPr>
          <a:xfrm>
            <a:off x="3812076" y="10423433"/>
            <a:ext cx="4350617" cy="1904846"/>
          </a:xfrm>
          <a:prstGeom prst="rect">
            <a:avLst/>
          </a:prstGeom>
          <a:solidFill>
            <a:schemeClr val="bg1"/>
          </a:solidFill>
        </p:spPr>
      </p:pic>
      <p:sp>
        <p:nvSpPr>
          <p:cNvPr id="36" name="Text 18">
            <a:extLst>
              <a:ext uri="{FF2B5EF4-FFF2-40B4-BE49-F238E27FC236}">
                <a16:creationId xmlns:a16="http://schemas.microsoft.com/office/drawing/2014/main" id="{61870CC4-90FE-73B3-F3E6-EBAB4295C393}"/>
              </a:ext>
            </a:extLst>
          </p:cNvPr>
          <p:cNvSpPr txBox="1"/>
          <p:nvPr/>
        </p:nvSpPr>
        <p:spPr>
          <a:xfrm>
            <a:off x="3986590" y="10727357"/>
            <a:ext cx="4016150" cy="782214"/>
          </a:xfrm>
          <a:prstGeom prst="rect">
            <a:avLst/>
          </a:prstGeom>
          <a:noFill/>
          <a:ln/>
        </p:spPr>
        <p:txBody>
          <a:bodyPr wrap="square" lIns="0" tIns="0" rIns="0" bIns="0" rtlCol="0" anchor="t"/>
          <a:lstStyle/>
          <a:p>
            <a:pPr defTabSz="1829014">
              <a:lnSpc>
                <a:spcPts val="3000"/>
              </a:lnSpc>
              <a:defRPr/>
            </a:pPr>
            <a:r>
              <a:rPr lang="en-US" sz="2400" b="1" dirty="0">
                <a:solidFill>
                  <a:srgbClr val="21272A"/>
                </a:solidFill>
                <a:latin typeface="IBM Plex Sans" pitchFamily="34" charset="0"/>
                <a:ea typeface="IBM Plex Sans" pitchFamily="34" charset="-122"/>
              </a:rPr>
              <a:t>Low code Agent builder </a:t>
            </a:r>
          </a:p>
          <a:p>
            <a:pPr defTabSz="1829014">
              <a:lnSpc>
                <a:spcPts val="3000"/>
              </a:lnSpc>
              <a:defRPr/>
            </a:pPr>
            <a:r>
              <a:rPr lang="en-US" sz="2400" dirty="0">
                <a:solidFill>
                  <a:srgbClr val="21272A"/>
                </a:solidFill>
                <a:latin typeface="IBM Plex Sans" pitchFamily="34" charset="0"/>
                <a:ea typeface="IBM Plex Sans" pitchFamily="34" charset="-122"/>
              </a:rPr>
              <a:t>Create AI agents in minutes—no coding required</a:t>
            </a:r>
            <a:endParaRPr lang="en-US" sz="2400" dirty="0">
              <a:solidFill>
                <a:srgbClr val="000000"/>
              </a:solidFill>
              <a:latin typeface="IBM Plex Sans"/>
            </a:endParaRPr>
          </a:p>
        </p:txBody>
      </p:sp>
      <p:pic>
        <p:nvPicPr>
          <p:cNvPr id="37" name="Image 16" descr="cognitive (1) 1">
            <a:extLst>
              <a:ext uri="{FF2B5EF4-FFF2-40B4-BE49-F238E27FC236}">
                <a16:creationId xmlns:a16="http://schemas.microsoft.com/office/drawing/2014/main" id="{2D7691A5-111D-D204-F137-CD6E6B788AE2}"/>
              </a:ext>
            </a:extLst>
          </p:cNvPr>
          <p:cNvPicPr>
            <a:picLocks noChangeAspect="1"/>
          </p:cNvPicPr>
          <p:nvPr/>
        </p:nvPicPr>
        <p:blipFill>
          <a:blip r:embed="rId11"/>
          <a:stretch>
            <a:fillRect/>
          </a:stretch>
        </p:blipFill>
        <p:spPr>
          <a:xfrm>
            <a:off x="21908126" y="1814115"/>
            <a:ext cx="571454" cy="571454"/>
          </a:xfrm>
          <a:prstGeom prst="rect">
            <a:avLst/>
          </a:prstGeom>
        </p:spPr>
      </p:pic>
      <p:pic>
        <p:nvPicPr>
          <p:cNvPr id="38" name="Image 17" descr="Vector">
            <a:extLst>
              <a:ext uri="{FF2B5EF4-FFF2-40B4-BE49-F238E27FC236}">
                <a16:creationId xmlns:a16="http://schemas.microsoft.com/office/drawing/2014/main" id="{2F59BD73-4D46-EF7F-0766-EBADB6A4B0B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1946222" y="1852211"/>
            <a:ext cx="500022" cy="500022"/>
          </a:xfrm>
          <a:prstGeom prst="rect">
            <a:avLst/>
          </a:prstGeom>
        </p:spPr>
      </p:pic>
      <p:pic>
        <p:nvPicPr>
          <p:cNvPr id="39" name="Image 18" descr="&lt;Transparent Rectangle&gt;">
            <a:extLst>
              <a:ext uri="{FF2B5EF4-FFF2-40B4-BE49-F238E27FC236}">
                <a16:creationId xmlns:a16="http://schemas.microsoft.com/office/drawing/2014/main" id="{17A0C1BB-7A48-6936-C67F-8619E7F6EFE9}"/>
              </a:ext>
            </a:extLst>
          </p:cNvPr>
          <p:cNvPicPr>
            <a:picLocks noChangeAspect="1"/>
          </p:cNvPicPr>
          <p:nvPr/>
        </p:nvPicPr>
        <p:blipFill>
          <a:blip r:embed="rId14"/>
          <a:stretch>
            <a:fillRect/>
          </a:stretch>
        </p:blipFill>
        <p:spPr>
          <a:xfrm>
            <a:off x="21908126" y="1814115"/>
            <a:ext cx="571454" cy="571454"/>
          </a:xfrm>
          <a:prstGeom prst="rect">
            <a:avLst/>
          </a:prstGeom>
        </p:spPr>
      </p:pic>
      <p:pic>
        <p:nvPicPr>
          <p:cNvPr id="40" name="Image 19" descr="collaborate (1) 1">
            <a:extLst>
              <a:ext uri="{FF2B5EF4-FFF2-40B4-BE49-F238E27FC236}">
                <a16:creationId xmlns:a16="http://schemas.microsoft.com/office/drawing/2014/main" id="{047F901F-A92D-9C85-4C1E-454A0FA11F4F}"/>
              </a:ext>
            </a:extLst>
          </p:cNvPr>
          <p:cNvPicPr>
            <a:picLocks noChangeAspect="1"/>
          </p:cNvPicPr>
          <p:nvPr/>
        </p:nvPicPr>
        <p:blipFill>
          <a:blip r:embed="rId11"/>
          <a:stretch>
            <a:fillRect/>
          </a:stretch>
        </p:blipFill>
        <p:spPr>
          <a:xfrm>
            <a:off x="15241160" y="1814115"/>
            <a:ext cx="571454" cy="571454"/>
          </a:xfrm>
          <a:prstGeom prst="rect">
            <a:avLst/>
          </a:prstGeom>
        </p:spPr>
      </p:pic>
      <p:pic>
        <p:nvPicPr>
          <p:cNvPr id="41" name="Image 20" descr="Vector">
            <a:extLst>
              <a:ext uri="{FF2B5EF4-FFF2-40B4-BE49-F238E27FC236}">
                <a16:creationId xmlns:a16="http://schemas.microsoft.com/office/drawing/2014/main" id="{A7A491E3-9A1F-7C63-F64C-B3B96CCF77D6}"/>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5317353" y="2169684"/>
            <a:ext cx="178580" cy="142864"/>
          </a:xfrm>
          <a:prstGeom prst="rect">
            <a:avLst/>
          </a:prstGeom>
        </p:spPr>
      </p:pic>
      <p:pic>
        <p:nvPicPr>
          <p:cNvPr id="42" name="Image 21" descr="Vector">
            <a:extLst>
              <a:ext uri="{FF2B5EF4-FFF2-40B4-BE49-F238E27FC236}">
                <a16:creationId xmlns:a16="http://schemas.microsoft.com/office/drawing/2014/main" id="{7F3C0F9F-B52F-6E41-5ABA-B571841635EC}"/>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5520537" y="1890306"/>
            <a:ext cx="178580" cy="142864"/>
          </a:xfrm>
          <a:prstGeom prst="rect">
            <a:avLst/>
          </a:prstGeom>
        </p:spPr>
      </p:pic>
      <p:pic>
        <p:nvPicPr>
          <p:cNvPr id="43" name="Image 22" descr="Vector">
            <a:extLst>
              <a:ext uri="{FF2B5EF4-FFF2-40B4-BE49-F238E27FC236}">
                <a16:creationId xmlns:a16="http://schemas.microsoft.com/office/drawing/2014/main" id="{343D4070-F716-F977-9308-6A65BD05B1DC}"/>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5279257" y="2004599"/>
            <a:ext cx="214296" cy="89290"/>
          </a:xfrm>
          <a:prstGeom prst="rect">
            <a:avLst/>
          </a:prstGeom>
        </p:spPr>
      </p:pic>
      <p:pic>
        <p:nvPicPr>
          <p:cNvPr id="44" name="Image 23" descr="Vector">
            <a:extLst>
              <a:ext uri="{FF2B5EF4-FFF2-40B4-BE49-F238E27FC236}">
                <a16:creationId xmlns:a16="http://schemas.microsoft.com/office/drawing/2014/main" id="{1CCA6E78-4FB4-4301-DFE3-14656C82B05E}"/>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5317351" y="1852208"/>
            <a:ext cx="142864" cy="142864"/>
          </a:xfrm>
          <a:prstGeom prst="rect">
            <a:avLst/>
          </a:prstGeom>
        </p:spPr>
      </p:pic>
      <p:pic>
        <p:nvPicPr>
          <p:cNvPr id="45" name="Image 24" descr="Vector">
            <a:extLst>
              <a:ext uri="{FF2B5EF4-FFF2-40B4-BE49-F238E27FC236}">
                <a16:creationId xmlns:a16="http://schemas.microsoft.com/office/drawing/2014/main" id="{669B482A-6858-3FED-BD01-62461C8B99BD}"/>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5558633" y="2258577"/>
            <a:ext cx="214296" cy="89290"/>
          </a:xfrm>
          <a:prstGeom prst="rect">
            <a:avLst/>
          </a:prstGeom>
        </p:spPr>
      </p:pic>
      <p:pic>
        <p:nvPicPr>
          <p:cNvPr id="46" name="Image 25" descr="Vector">
            <a:extLst>
              <a:ext uri="{FF2B5EF4-FFF2-40B4-BE49-F238E27FC236}">
                <a16:creationId xmlns:a16="http://schemas.microsoft.com/office/drawing/2014/main" id="{8DAEE942-9B1B-5F30-8A62-BFC009873D2F}"/>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5596729" y="2093488"/>
            <a:ext cx="142864" cy="142864"/>
          </a:xfrm>
          <a:prstGeom prst="rect">
            <a:avLst/>
          </a:prstGeom>
        </p:spPr>
      </p:pic>
      <p:pic>
        <p:nvPicPr>
          <p:cNvPr id="47" name="Image 26" descr="&lt;Transparent Rectangle&gt;">
            <a:extLst>
              <a:ext uri="{FF2B5EF4-FFF2-40B4-BE49-F238E27FC236}">
                <a16:creationId xmlns:a16="http://schemas.microsoft.com/office/drawing/2014/main" id="{8825B3A6-EC61-09E6-EF43-B413FA2B48E2}"/>
              </a:ext>
            </a:extLst>
          </p:cNvPr>
          <p:cNvPicPr>
            <a:picLocks noChangeAspect="1"/>
          </p:cNvPicPr>
          <p:nvPr/>
        </p:nvPicPr>
        <p:blipFill>
          <a:blip r:embed="rId14"/>
          <a:stretch>
            <a:fillRect/>
          </a:stretch>
        </p:blipFill>
        <p:spPr>
          <a:xfrm>
            <a:off x="15241160" y="1814115"/>
            <a:ext cx="571454" cy="571454"/>
          </a:xfrm>
          <a:prstGeom prst="rect">
            <a:avLst/>
          </a:prstGeom>
        </p:spPr>
      </p:pic>
      <p:pic>
        <p:nvPicPr>
          <p:cNvPr id="48" name="Image 27" descr="customer (1) 1">
            <a:extLst>
              <a:ext uri="{FF2B5EF4-FFF2-40B4-BE49-F238E27FC236}">
                <a16:creationId xmlns:a16="http://schemas.microsoft.com/office/drawing/2014/main" id="{FB13CCA9-75F2-881C-CC89-6961858844D8}"/>
              </a:ext>
            </a:extLst>
          </p:cNvPr>
          <p:cNvPicPr>
            <a:picLocks noChangeAspect="1"/>
          </p:cNvPicPr>
          <p:nvPr/>
        </p:nvPicPr>
        <p:blipFill>
          <a:blip r:embed="rId11"/>
          <a:stretch>
            <a:fillRect/>
          </a:stretch>
        </p:blipFill>
        <p:spPr>
          <a:xfrm>
            <a:off x="8574196" y="1814115"/>
            <a:ext cx="571454" cy="571454"/>
          </a:xfrm>
          <a:prstGeom prst="rect">
            <a:avLst/>
          </a:prstGeom>
        </p:spPr>
      </p:pic>
      <p:pic>
        <p:nvPicPr>
          <p:cNvPr id="49" name="Image 28" descr="Vector">
            <a:extLst>
              <a:ext uri="{FF2B5EF4-FFF2-40B4-BE49-F238E27FC236}">
                <a16:creationId xmlns:a16="http://schemas.microsoft.com/office/drawing/2014/main" id="{6CACB4C9-D9DD-3F77-AD1D-82056E97E141}"/>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8853573" y="2118888"/>
            <a:ext cx="250012" cy="232152"/>
          </a:xfrm>
          <a:prstGeom prst="rect">
            <a:avLst/>
          </a:prstGeom>
        </p:spPr>
      </p:pic>
      <p:pic>
        <p:nvPicPr>
          <p:cNvPr id="50" name="Image 29" descr="Vector">
            <a:extLst>
              <a:ext uri="{FF2B5EF4-FFF2-40B4-BE49-F238E27FC236}">
                <a16:creationId xmlns:a16="http://schemas.microsoft.com/office/drawing/2014/main" id="{878568F5-B5C8-1A73-2042-66E66FA13713}"/>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8751981" y="2169684"/>
            <a:ext cx="35716" cy="178580"/>
          </a:xfrm>
          <a:prstGeom prst="rect">
            <a:avLst/>
          </a:prstGeom>
        </p:spPr>
      </p:pic>
      <p:pic>
        <p:nvPicPr>
          <p:cNvPr id="51" name="Image 30" descr="Vector">
            <a:extLst>
              <a:ext uri="{FF2B5EF4-FFF2-40B4-BE49-F238E27FC236}">
                <a16:creationId xmlns:a16="http://schemas.microsoft.com/office/drawing/2014/main" id="{444EDC49-5F02-CC36-83D0-B7600F7FE79B}"/>
              </a:ext>
            </a:extLst>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8612293" y="1991901"/>
            <a:ext cx="263952" cy="357158"/>
          </a:xfrm>
          <a:prstGeom prst="rect">
            <a:avLst/>
          </a:prstGeom>
        </p:spPr>
      </p:pic>
      <p:pic>
        <p:nvPicPr>
          <p:cNvPr id="52" name="Image 31" descr="Vector">
            <a:extLst>
              <a:ext uri="{FF2B5EF4-FFF2-40B4-BE49-F238E27FC236}">
                <a16:creationId xmlns:a16="http://schemas.microsoft.com/office/drawing/2014/main" id="{FCDCC013-66B9-0AE1-6B30-B679AD9FC45F}"/>
              </a:ext>
            </a:extLst>
          </p:cNvPr>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8650387" y="1826810"/>
            <a:ext cx="142864" cy="142864"/>
          </a:xfrm>
          <a:prstGeom prst="rect">
            <a:avLst/>
          </a:prstGeom>
        </p:spPr>
      </p:pic>
      <p:sp>
        <p:nvSpPr>
          <p:cNvPr id="55" name="Text 19">
            <a:extLst>
              <a:ext uri="{FF2B5EF4-FFF2-40B4-BE49-F238E27FC236}">
                <a16:creationId xmlns:a16="http://schemas.microsoft.com/office/drawing/2014/main" id="{E2139A25-D608-E6B8-C0B6-A16364CE7F8A}"/>
              </a:ext>
            </a:extLst>
          </p:cNvPr>
          <p:cNvSpPr txBox="1"/>
          <p:nvPr/>
        </p:nvSpPr>
        <p:spPr>
          <a:xfrm>
            <a:off x="3812076" y="3528475"/>
            <a:ext cx="2944894" cy="761938"/>
          </a:xfrm>
          <a:prstGeom prst="rect">
            <a:avLst/>
          </a:prstGeom>
        </p:spPr>
        <p:txBody>
          <a:bodyPr wrap="square" lIns="0" tIns="0" rIns="0" bIns="0" rtlCol="0" anchor="t"/>
          <a:lstStyle/>
          <a:p>
            <a:pPr defTabSz="1829014">
              <a:lnSpc>
                <a:spcPts val="3000"/>
              </a:lnSpc>
              <a:defRPr/>
            </a:pPr>
            <a:r>
              <a:rPr lang="en-US" sz="2400" b="1" dirty="0">
                <a:solidFill>
                  <a:srgbClr val="21272A"/>
                </a:solidFill>
                <a:latin typeface="IBM Plex Sans" pitchFamily="34" charset="0"/>
                <a:ea typeface="IBM Plex Sans" pitchFamily="34" charset="-122"/>
                <a:cs typeface="IBM Plex Sans" pitchFamily="34" charset="-120"/>
              </a:rPr>
              <a:t>Agentic AI Orchestration  </a:t>
            </a:r>
            <a:endParaRPr lang="en-US" sz="2400" b="1" dirty="0">
              <a:solidFill>
                <a:srgbClr val="000000"/>
              </a:solidFill>
              <a:latin typeface="IBM Plex Sans"/>
            </a:endParaRPr>
          </a:p>
        </p:txBody>
      </p:sp>
      <p:pic>
        <p:nvPicPr>
          <p:cNvPr id="56" name="Image 34" descr="Rectangle 260865216">
            <a:extLst>
              <a:ext uri="{FF2B5EF4-FFF2-40B4-BE49-F238E27FC236}">
                <a16:creationId xmlns:a16="http://schemas.microsoft.com/office/drawing/2014/main" id="{C0DA3D67-7253-95E2-377A-E66C15CEA18C}"/>
              </a:ext>
            </a:extLst>
          </p:cNvPr>
          <p:cNvPicPr>
            <a:picLocks noChangeAspect="1"/>
          </p:cNvPicPr>
          <p:nvPr/>
        </p:nvPicPr>
        <p:blipFill>
          <a:blip r:embed="rId35"/>
          <a:stretch>
            <a:fillRect/>
          </a:stretch>
        </p:blipFill>
        <p:spPr>
          <a:xfrm>
            <a:off x="11431467" y="3528474"/>
            <a:ext cx="3428724" cy="952424"/>
          </a:xfrm>
          <a:prstGeom prst="rect">
            <a:avLst/>
          </a:prstGeom>
        </p:spPr>
      </p:pic>
      <p:sp>
        <p:nvSpPr>
          <p:cNvPr id="57" name="Text 20">
            <a:extLst>
              <a:ext uri="{FF2B5EF4-FFF2-40B4-BE49-F238E27FC236}">
                <a16:creationId xmlns:a16="http://schemas.microsoft.com/office/drawing/2014/main" id="{814DADCA-7320-C9F7-B3FF-05BF76F16F7B}"/>
              </a:ext>
            </a:extLst>
          </p:cNvPr>
          <p:cNvSpPr txBox="1"/>
          <p:nvPr/>
        </p:nvSpPr>
        <p:spPr>
          <a:xfrm>
            <a:off x="11812436" y="3718961"/>
            <a:ext cx="2257638" cy="571454"/>
          </a:xfrm>
          <a:prstGeom prst="rect">
            <a:avLst/>
          </a:prstGeom>
          <a:noFill/>
          <a:ln/>
        </p:spPr>
        <p:txBody>
          <a:bodyPr wrap="square" lIns="0" tIns="0" rIns="0" bIns="0" rtlCol="0" anchor="ctr"/>
          <a:lstStyle/>
          <a:p>
            <a:pPr defTabSz="1829014">
              <a:lnSpc>
                <a:spcPts val="3000"/>
              </a:lnSpc>
              <a:defRPr/>
            </a:pPr>
            <a:r>
              <a:rPr lang="en-US" sz="2400" dirty="0">
                <a:solidFill>
                  <a:srgbClr val="21272A"/>
                </a:solidFill>
                <a:latin typeface="IBM Plex Sans" pitchFamily="34" charset="0"/>
                <a:ea typeface="IBM Plex Sans" pitchFamily="34" charset="-122"/>
                <a:cs typeface="IBM Plex Sans" pitchFamily="34" charset="-120"/>
              </a:rPr>
              <a:t>Plan</a:t>
            </a:r>
            <a:endParaRPr lang="en-US" sz="2400" dirty="0">
              <a:solidFill>
                <a:srgbClr val="000000"/>
              </a:solidFill>
              <a:latin typeface="IBM Plex Sans"/>
            </a:endParaRPr>
          </a:p>
        </p:txBody>
      </p:sp>
      <p:sp>
        <p:nvSpPr>
          <p:cNvPr id="58" name="Shape 21">
            <a:extLst>
              <a:ext uri="{FF2B5EF4-FFF2-40B4-BE49-F238E27FC236}">
                <a16:creationId xmlns:a16="http://schemas.microsoft.com/office/drawing/2014/main" id="{18D52547-4FB4-5233-5635-32F8C645B6CE}"/>
              </a:ext>
            </a:extLst>
          </p:cNvPr>
          <p:cNvSpPr/>
          <p:nvPr/>
        </p:nvSpPr>
        <p:spPr>
          <a:xfrm>
            <a:off x="11431468" y="3528474"/>
            <a:ext cx="95242" cy="952424"/>
          </a:xfrm>
          <a:prstGeom prst="rect">
            <a:avLst/>
          </a:prstGeom>
          <a:solidFill>
            <a:srgbClr val="0070C0"/>
          </a:solidFill>
          <a:ln/>
        </p:spPr>
        <p:txBody>
          <a:bodyPr/>
          <a:lstStyle/>
          <a:p>
            <a:pPr defTabSz="1829014">
              <a:defRPr/>
            </a:pPr>
            <a:endParaRPr lang="en-US" sz="7200">
              <a:solidFill>
                <a:srgbClr val="000000"/>
              </a:solidFill>
              <a:latin typeface="IBM Plex Sans"/>
            </a:endParaRPr>
          </a:p>
        </p:txBody>
      </p:sp>
      <p:pic>
        <p:nvPicPr>
          <p:cNvPr id="59" name="Image 35" descr="Rectangle 260865218">
            <a:extLst>
              <a:ext uri="{FF2B5EF4-FFF2-40B4-BE49-F238E27FC236}">
                <a16:creationId xmlns:a16="http://schemas.microsoft.com/office/drawing/2014/main" id="{7B9880A1-D754-1141-3DAD-389AB95CB23A}"/>
              </a:ext>
            </a:extLst>
          </p:cNvPr>
          <p:cNvPicPr>
            <a:picLocks noChangeAspect="1"/>
          </p:cNvPicPr>
          <p:nvPr/>
        </p:nvPicPr>
        <p:blipFill>
          <a:blip r:embed="rId35"/>
          <a:stretch>
            <a:fillRect/>
          </a:stretch>
        </p:blipFill>
        <p:spPr>
          <a:xfrm>
            <a:off x="7621771" y="3528474"/>
            <a:ext cx="3428724" cy="952424"/>
          </a:xfrm>
          <a:prstGeom prst="rect">
            <a:avLst/>
          </a:prstGeom>
        </p:spPr>
      </p:pic>
      <p:sp>
        <p:nvSpPr>
          <p:cNvPr id="60" name="Text 22">
            <a:extLst>
              <a:ext uri="{FF2B5EF4-FFF2-40B4-BE49-F238E27FC236}">
                <a16:creationId xmlns:a16="http://schemas.microsoft.com/office/drawing/2014/main" id="{BF88DD52-02BD-277A-F376-26A1AC57AE5D}"/>
              </a:ext>
            </a:extLst>
          </p:cNvPr>
          <p:cNvSpPr txBox="1"/>
          <p:nvPr/>
        </p:nvSpPr>
        <p:spPr>
          <a:xfrm>
            <a:off x="8002740" y="3718961"/>
            <a:ext cx="2257070" cy="571454"/>
          </a:xfrm>
          <a:prstGeom prst="rect">
            <a:avLst/>
          </a:prstGeom>
          <a:noFill/>
          <a:ln/>
        </p:spPr>
        <p:txBody>
          <a:bodyPr wrap="square" lIns="0" tIns="0" rIns="0" bIns="0" rtlCol="0" anchor="ctr"/>
          <a:lstStyle/>
          <a:p>
            <a:pPr defTabSz="1829014">
              <a:lnSpc>
                <a:spcPts val="3000"/>
              </a:lnSpc>
              <a:defRPr/>
            </a:pPr>
            <a:r>
              <a:rPr lang="en-US" sz="2400" dirty="0">
                <a:solidFill>
                  <a:srgbClr val="21272A"/>
                </a:solidFill>
                <a:latin typeface="IBM Plex Sans" pitchFamily="34" charset="0"/>
                <a:ea typeface="IBM Plex Sans" pitchFamily="34" charset="-122"/>
                <a:cs typeface="IBM Plex Sans" pitchFamily="34" charset="-120"/>
              </a:rPr>
              <a:t>Think</a:t>
            </a:r>
            <a:endParaRPr lang="en-US" sz="2400" dirty="0">
              <a:solidFill>
                <a:srgbClr val="000000"/>
              </a:solidFill>
              <a:latin typeface="IBM Plex Sans"/>
            </a:endParaRPr>
          </a:p>
        </p:txBody>
      </p:sp>
      <p:sp>
        <p:nvSpPr>
          <p:cNvPr id="61" name="Shape 23">
            <a:extLst>
              <a:ext uri="{FF2B5EF4-FFF2-40B4-BE49-F238E27FC236}">
                <a16:creationId xmlns:a16="http://schemas.microsoft.com/office/drawing/2014/main" id="{BFC6085A-F240-A814-3CD8-65A86715D265}"/>
              </a:ext>
            </a:extLst>
          </p:cNvPr>
          <p:cNvSpPr/>
          <p:nvPr/>
        </p:nvSpPr>
        <p:spPr>
          <a:xfrm>
            <a:off x="7621772" y="3528474"/>
            <a:ext cx="95242" cy="952424"/>
          </a:xfrm>
          <a:prstGeom prst="rect">
            <a:avLst/>
          </a:prstGeom>
          <a:solidFill>
            <a:srgbClr val="0070C0"/>
          </a:solidFill>
          <a:ln/>
        </p:spPr>
        <p:txBody>
          <a:bodyPr/>
          <a:lstStyle/>
          <a:p>
            <a:pPr defTabSz="1829014">
              <a:defRPr/>
            </a:pPr>
            <a:endParaRPr lang="en-US" sz="7200">
              <a:solidFill>
                <a:srgbClr val="000000"/>
              </a:solidFill>
              <a:latin typeface="IBM Plex Sans"/>
            </a:endParaRPr>
          </a:p>
        </p:txBody>
      </p:sp>
      <p:pic>
        <p:nvPicPr>
          <p:cNvPr id="62" name="Image 36" descr="Rectangle 260865220">
            <a:extLst>
              <a:ext uri="{FF2B5EF4-FFF2-40B4-BE49-F238E27FC236}">
                <a16:creationId xmlns:a16="http://schemas.microsoft.com/office/drawing/2014/main" id="{EB8286A5-88A0-9480-8EAA-568591BCE425}"/>
              </a:ext>
            </a:extLst>
          </p:cNvPr>
          <p:cNvPicPr>
            <a:picLocks noChangeAspect="1"/>
          </p:cNvPicPr>
          <p:nvPr/>
        </p:nvPicPr>
        <p:blipFill>
          <a:blip r:embed="rId35"/>
          <a:stretch>
            <a:fillRect/>
          </a:stretch>
        </p:blipFill>
        <p:spPr>
          <a:xfrm>
            <a:off x="19050857" y="3528474"/>
            <a:ext cx="3428724" cy="952424"/>
          </a:xfrm>
          <a:prstGeom prst="rect">
            <a:avLst/>
          </a:prstGeom>
        </p:spPr>
      </p:pic>
      <p:sp>
        <p:nvSpPr>
          <p:cNvPr id="63" name="Text 24">
            <a:extLst>
              <a:ext uri="{FF2B5EF4-FFF2-40B4-BE49-F238E27FC236}">
                <a16:creationId xmlns:a16="http://schemas.microsoft.com/office/drawing/2014/main" id="{B9438BA6-227E-6FFD-428F-727B1BB128AA}"/>
              </a:ext>
            </a:extLst>
          </p:cNvPr>
          <p:cNvSpPr txBox="1"/>
          <p:nvPr/>
        </p:nvSpPr>
        <p:spPr>
          <a:xfrm>
            <a:off x="19431824" y="3718961"/>
            <a:ext cx="2257638" cy="571454"/>
          </a:xfrm>
          <a:prstGeom prst="rect">
            <a:avLst/>
          </a:prstGeom>
          <a:noFill/>
          <a:ln/>
        </p:spPr>
        <p:txBody>
          <a:bodyPr wrap="square" lIns="0" tIns="0" rIns="0" bIns="0" rtlCol="0" anchor="ctr"/>
          <a:lstStyle/>
          <a:p>
            <a:pPr defTabSz="1829014">
              <a:lnSpc>
                <a:spcPts val="3000"/>
              </a:lnSpc>
              <a:defRPr/>
            </a:pPr>
            <a:r>
              <a:rPr lang="en-US" sz="2400" dirty="0">
                <a:solidFill>
                  <a:srgbClr val="21272A"/>
                </a:solidFill>
                <a:latin typeface="IBM Plex Sans" pitchFamily="34" charset="0"/>
                <a:ea typeface="IBM Plex Sans" pitchFamily="34" charset="-122"/>
                <a:cs typeface="IBM Plex Sans" pitchFamily="34" charset="-120"/>
              </a:rPr>
              <a:t>Reflect</a:t>
            </a:r>
            <a:endParaRPr lang="en-US" sz="2400" dirty="0">
              <a:solidFill>
                <a:srgbClr val="000000"/>
              </a:solidFill>
              <a:latin typeface="IBM Plex Sans"/>
            </a:endParaRPr>
          </a:p>
        </p:txBody>
      </p:sp>
      <p:sp>
        <p:nvSpPr>
          <p:cNvPr id="64" name="Shape 25">
            <a:extLst>
              <a:ext uri="{FF2B5EF4-FFF2-40B4-BE49-F238E27FC236}">
                <a16:creationId xmlns:a16="http://schemas.microsoft.com/office/drawing/2014/main" id="{18B8E076-791D-D898-F792-FC7C9F447A35}"/>
              </a:ext>
            </a:extLst>
          </p:cNvPr>
          <p:cNvSpPr/>
          <p:nvPr/>
        </p:nvSpPr>
        <p:spPr>
          <a:xfrm>
            <a:off x="19050854" y="3528474"/>
            <a:ext cx="95242" cy="952424"/>
          </a:xfrm>
          <a:prstGeom prst="rect">
            <a:avLst/>
          </a:prstGeom>
          <a:solidFill>
            <a:srgbClr val="0070C0"/>
          </a:solidFill>
          <a:ln/>
        </p:spPr>
        <p:txBody>
          <a:bodyPr/>
          <a:lstStyle/>
          <a:p>
            <a:pPr defTabSz="1829014">
              <a:defRPr/>
            </a:pPr>
            <a:endParaRPr lang="en-US" sz="7200">
              <a:solidFill>
                <a:srgbClr val="000000"/>
              </a:solidFill>
              <a:latin typeface="IBM Plex Sans"/>
            </a:endParaRPr>
          </a:p>
        </p:txBody>
      </p:sp>
      <p:pic>
        <p:nvPicPr>
          <p:cNvPr id="65" name="Image 37" descr="Rectangle 260865222">
            <a:extLst>
              <a:ext uri="{FF2B5EF4-FFF2-40B4-BE49-F238E27FC236}">
                <a16:creationId xmlns:a16="http://schemas.microsoft.com/office/drawing/2014/main" id="{4D31F2C8-15D8-B92E-57DB-FB939A0A525A}"/>
              </a:ext>
            </a:extLst>
          </p:cNvPr>
          <p:cNvPicPr>
            <a:picLocks noChangeAspect="1"/>
          </p:cNvPicPr>
          <p:nvPr/>
        </p:nvPicPr>
        <p:blipFill>
          <a:blip r:embed="rId35"/>
          <a:stretch>
            <a:fillRect/>
          </a:stretch>
        </p:blipFill>
        <p:spPr>
          <a:xfrm>
            <a:off x="15241163" y="3528474"/>
            <a:ext cx="3428724" cy="952424"/>
          </a:xfrm>
          <a:prstGeom prst="rect">
            <a:avLst/>
          </a:prstGeom>
        </p:spPr>
      </p:pic>
      <p:sp>
        <p:nvSpPr>
          <p:cNvPr id="66" name="Text 26">
            <a:extLst>
              <a:ext uri="{FF2B5EF4-FFF2-40B4-BE49-F238E27FC236}">
                <a16:creationId xmlns:a16="http://schemas.microsoft.com/office/drawing/2014/main" id="{2F4FA98B-B8E0-32DC-C856-C08EF3E3E461}"/>
              </a:ext>
            </a:extLst>
          </p:cNvPr>
          <p:cNvSpPr txBox="1"/>
          <p:nvPr/>
        </p:nvSpPr>
        <p:spPr>
          <a:xfrm>
            <a:off x="15622130" y="3718961"/>
            <a:ext cx="2257070" cy="571454"/>
          </a:xfrm>
          <a:prstGeom prst="rect">
            <a:avLst/>
          </a:prstGeom>
          <a:noFill/>
          <a:ln/>
        </p:spPr>
        <p:txBody>
          <a:bodyPr wrap="square" lIns="0" tIns="0" rIns="0" bIns="0" rtlCol="0" anchor="ctr"/>
          <a:lstStyle/>
          <a:p>
            <a:pPr defTabSz="1829014">
              <a:lnSpc>
                <a:spcPts val="3000"/>
              </a:lnSpc>
              <a:defRPr/>
            </a:pPr>
            <a:r>
              <a:rPr lang="en-US" sz="2400" dirty="0">
                <a:solidFill>
                  <a:srgbClr val="21272A"/>
                </a:solidFill>
                <a:latin typeface="IBM Plex Sans" pitchFamily="34" charset="0"/>
                <a:ea typeface="IBM Plex Sans" pitchFamily="34" charset="-122"/>
                <a:cs typeface="IBM Plex Sans" pitchFamily="34" charset="-120"/>
              </a:rPr>
              <a:t>Route</a:t>
            </a:r>
            <a:endParaRPr lang="en-US" sz="2400" dirty="0">
              <a:solidFill>
                <a:srgbClr val="000000"/>
              </a:solidFill>
              <a:latin typeface="IBM Plex Sans"/>
            </a:endParaRPr>
          </a:p>
        </p:txBody>
      </p:sp>
      <p:sp>
        <p:nvSpPr>
          <p:cNvPr id="67" name="Shape 27">
            <a:extLst>
              <a:ext uri="{FF2B5EF4-FFF2-40B4-BE49-F238E27FC236}">
                <a16:creationId xmlns:a16="http://schemas.microsoft.com/office/drawing/2014/main" id="{100CB23E-25E4-EFFE-4D3E-EFE6A160C227}"/>
              </a:ext>
            </a:extLst>
          </p:cNvPr>
          <p:cNvSpPr/>
          <p:nvPr/>
        </p:nvSpPr>
        <p:spPr>
          <a:xfrm>
            <a:off x="15241160" y="3528474"/>
            <a:ext cx="95242" cy="952424"/>
          </a:xfrm>
          <a:prstGeom prst="rect">
            <a:avLst/>
          </a:prstGeom>
          <a:solidFill>
            <a:srgbClr val="0070C0"/>
          </a:solidFill>
          <a:ln/>
        </p:spPr>
        <p:txBody>
          <a:bodyPr/>
          <a:lstStyle/>
          <a:p>
            <a:pPr defTabSz="1829014">
              <a:defRPr/>
            </a:pPr>
            <a:endParaRPr lang="en-US" sz="7200">
              <a:solidFill>
                <a:srgbClr val="000000"/>
              </a:solidFill>
              <a:latin typeface="IBM Plex Sans"/>
            </a:endParaRPr>
          </a:p>
        </p:txBody>
      </p:sp>
      <p:pic>
        <p:nvPicPr>
          <p:cNvPr id="68" name="Image 38" descr="Line 192">
            <a:extLst>
              <a:ext uri="{FF2B5EF4-FFF2-40B4-BE49-F238E27FC236}">
                <a16:creationId xmlns:a16="http://schemas.microsoft.com/office/drawing/2014/main" id="{938B4906-EC00-8A16-F0D3-9F4683595212}"/>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1526259" y="1623626"/>
            <a:ext cx="12700" cy="5524056"/>
          </a:xfrm>
          <a:prstGeom prst="rect">
            <a:avLst/>
          </a:prstGeom>
        </p:spPr>
      </p:pic>
      <p:pic>
        <p:nvPicPr>
          <p:cNvPr id="69" name="Image 39" descr="Line 193">
            <a:extLst>
              <a:ext uri="{FF2B5EF4-FFF2-40B4-BE49-F238E27FC236}">
                <a16:creationId xmlns:a16="http://schemas.microsoft.com/office/drawing/2014/main" id="{01A8B2FF-2C6A-B509-24AA-8459B5712ABE}"/>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3050137" y="2004596"/>
            <a:ext cx="12700" cy="5143088"/>
          </a:xfrm>
          <a:prstGeom prst="rect">
            <a:avLst/>
          </a:prstGeom>
        </p:spPr>
      </p:pic>
      <p:pic>
        <p:nvPicPr>
          <p:cNvPr id="70" name="Image 40" descr="Line 194">
            <a:extLst>
              <a:ext uri="{FF2B5EF4-FFF2-40B4-BE49-F238E27FC236}">
                <a16:creationId xmlns:a16="http://schemas.microsoft.com/office/drawing/2014/main" id="{D0DE74DA-3AFE-7687-07F9-9972D0C2AC0C}"/>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1526260" y="1583221"/>
            <a:ext cx="1339742" cy="93514"/>
          </a:xfrm>
          <a:prstGeom prst="rect">
            <a:avLst/>
          </a:prstGeom>
        </p:spPr>
      </p:pic>
      <p:pic>
        <p:nvPicPr>
          <p:cNvPr id="71" name="Image 41" descr="Line 195">
            <a:extLst>
              <a:ext uri="{FF2B5EF4-FFF2-40B4-BE49-F238E27FC236}">
                <a16:creationId xmlns:a16="http://schemas.microsoft.com/office/drawing/2014/main" id="{EE826605-4F2A-E5E2-D711-0499900F9C3B}"/>
              </a:ext>
            </a:extLst>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1526258" y="7147684"/>
            <a:ext cx="1523878" cy="12700"/>
          </a:xfrm>
          <a:prstGeom prst="rect">
            <a:avLst/>
          </a:prstGeom>
        </p:spPr>
      </p:pic>
      <p:pic>
        <p:nvPicPr>
          <p:cNvPr id="72" name="Image 42" descr="ibm-watsonx--assistant (3) 1">
            <a:extLst>
              <a:ext uri="{FF2B5EF4-FFF2-40B4-BE49-F238E27FC236}">
                <a16:creationId xmlns:a16="http://schemas.microsoft.com/office/drawing/2014/main" id="{1541CEEE-8FDE-3E8C-FF9B-B5B3F80FA25F}"/>
              </a:ext>
            </a:extLst>
          </p:cNvPr>
          <p:cNvPicPr>
            <a:picLocks noChangeAspect="1"/>
          </p:cNvPicPr>
          <p:nvPr/>
        </p:nvPicPr>
        <p:blipFill>
          <a:blip r:embed="rId11"/>
          <a:stretch>
            <a:fillRect/>
          </a:stretch>
        </p:blipFill>
        <p:spPr>
          <a:xfrm>
            <a:off x="4193046" y="7295927"/>
            <a:ext cx="571454" cy="571454"/>
          </a:xfrm>
          <a:prstGeom prst="rect">
            <a:avLst/>
          </a:prstGeom>
        </p:spPr>
      </p:pic>
      <p:pic>
        <p:nvPicPr>
          <p:cNvPr id="80" name="Image 50" descr="tools (2) 1">
            <a:extLst>
              <a:ext uri="{FF2B5EF4-FFF2-40B4-BE49-F238E27FC236}">
                <a16:creationId xmlns:a16="http://schemas.microsoft.com/office/drawing/2014/main" id="{F0CD2FF6-2035-ED33-FA33-0DE98ED5CBBB}"/>
              </a:ext>
            </a:extLst>
          </p:cNvPr>
          <p:cNvPicPr>
            <a:picLocks noChangeAspect="1"/>
          </p:cNvPicPr>
          <p:nvPr/>
        </p:nvPicPr>
        <p:blipFill>
          <a:blip r:embed="rId11"/>
          <a:stretch>
            <a:fillRect/>
          </a:stretch>
        </p:blipFill>
        <p:spPr>
          <a:xfrm>
            <a:off x="21908126" y="7909625"/>
            <a:ext cx="571454" cy="571454"/>
          </a:xfrm>
          <a:prstGeom prst="rect">
            <a:avLst/>
          </a:prstGeom>
        </p:spPr>
      </p:pic>
      <p:pic>
        <p:nvPicPr>
          <p:cNvPr id="85" name="Image 6" descr="Rectangle 260865196">
            <a:extLst>
              <a:ext uri="{FF2B5EF4-FFF2-40B4-BE49-F238E27FC236}">
                <a16:creationId xmlns:a16="http://schemas.microsoft.com/office/drawing/2014/main" id="{783CE78C-89F3-1B53-BD73-B216307D4905}"/>
              </a:ext>
            </a:extLst>
          </p:cNvPr>
          <p:cNvPicPr>
            <a:picLocks noChangeAspect="1"/>
          </p:cNvPicPr>
          <p:nvPr/>
        </p:nvPicPr>
        <p:blipFill>
          <a:blip r:embed="rId6"/>
          <a:stretch>
            <a:fillRect/>
          </a:stretch>
        </p:blipFill>
        <p:spPr>
          <a:xfrm>
            <a:off x="3812076" y="12550952"/>
            <a:ext cx="18667502" cy="826416"/>
          </a:xfrm>
          <a:prstGeom prst="rect">
            <a:avLst/>
          </a:prstGeom>
          <a:solidFill>
            <a:schemeClr val="bg1"/>
          </a:solidFill>
          <a:ln>
            <a:solidFill>
              <a:schemeClr val="tx1"/>
            </a:solidFill>
          </a:ln>
        </p:spPr>
      </p:pic>
      <p:sp>
        <p:nvSpPr>
          <p:cNvPr id="86" name="Text 3">
            <a:extLst>
              <a:ext uri="{FF2B5EF4-FFF2-40B4-BE49-F238E27FC236}">
                <a16:creationId xmlns:a16="http://schemas.microsoft.com/office/drawing/2014/main" id="{437A461E-DCDA-C69F-041C-97951BAA0856}"/>
              </a:ext>
            </a:extLst>
          </p:cNvPr>
          <p:cNvSpPr txBox="1"/>
          <p:nvPr/>
        </p:nvSpPr>
        <p:spPr>
          <a:xfrm>
            <a:off x="3986588" y="12750501"/>
            <a:ext cx="13522462" cy="837462"/>
          </a:xfrm>
          <a:prstGeom prst="rect">
            <a:avLst/>
          </a:prstGeom>
          <a:noFill/>
          <a:ln/>
        </p:spPr>
        <p:txBody>
          <a:bodyPr wrap="square" lIns="0" tIns="0" rIns="0" bIns="0" rtlCol="0" anchor="t"/>
          <a:lstStyle/>
          <a:p>
            <a:pPr defTabSz="1829014">
              <a:lnSpc>
                <a:spcPts val="3000"/>
              </a:lnSpc>
              <a:defRPr/>
            </a:pPr>
            <a:r>
              <a:rPr lang="en-US" sz="2400" b="1" dirty="0">
                <a:solidFill>
                  <a:srgbClr val="21272A"/>
                </a:solidFill>
                <a:latin typeface="IBM Plex Sans" pitchFamily="34" charset="0"/>
                <a:ea typeface="IBM Plex Sans" pitchFamily="34" charset="-122"/>
                <a:cs typeface="IBM Plex Sans" pitchFamily="34" charset="-120"/>
              </a:rPr>
              <a:t>Agent Ops </a:t>
            </a:r>
            <a:r>
              <a:rPr lang="en-US" sz="2400" dirty="0">
                <a:solidFill>
                  <a:srgbClr val="21272A"/>
                </a:solidFill>
                <a:latin typeface="IBM Plex Sans" pitchFamily="34" charset="0"/>
                <a:ea typeface="IBM Plex Sans" pitchFamily="34" charset="-122"/>
                <a:cs typeface="IBM Plex Sans" pitchFamily="34" charset="-120"/>
              </a:rPr>
              <a:t>– monitor and govern and lifecycle management</a:t>
            </a:r>
            <a:endParaRPr lang="en-US" sz="2400" dirty="0">
              <a:solidFill>
                <a:srgbClr val="000000"/>
              </a:solidFill>
              <a:latin typeface="IBM Plex Sans"/>
            </a:endParaRPr>
          </a:p>
        </p:txBody>
      </p:sp>
      <p:sp>
        <p:nvSpPr>
          <p:cNvPr id="2" name="Text 3">
            <a:extLst>
              <a:ext uri="{FF2B5EF4-FFF2-40B4-BE49-F238E27FC236}">
                <a16:creationId xmlns:a16="http://schemas.microsoft.com/office/drawing/2014/main" id="{D444E6AD-DBD2-FF0C-6878-4A9F2D2354D9}"/>
              </a:ext>
            </a:extLst>
          </p:cNvPr>
          <p:cNvSpPr txBox="1"/>
          <p:nvPr/>
        </p:nvSpPr>
        <p:spPr>
          <a:xfrm>
            <a:off x="3587629" y="4993608"/>
            <a:ext cx="18707248" cy="952424"/>
          </a:xfrm>
          <a:prstGeom prst="rect">
            <a:avLst/>
          </a:prstGeom>
          <a:noFill/>
          <a:ln/>
        </p:spPr>
        <p:txBody>
          <a:bodyPr wrap="square" lIns="0" tIns="0" rIns="0" bIns="0" rtlCol="0" anchor="t"/>
          <a:lstStyle/>
          <a:p>
            <a:pPr defTabSz="1829014">
              <a:lnSpc>
                <a:spcPts val="3000"/>
              </a:lnSpc>
              <a:defRPr/>
            </a:pPr>
            <a:r>
              <a:rPr lang="en-US" sz="2400" b="1" dirty="0">
                <a:solidFill>
                  <a:srgbClr val="21272A"/>
                </a:solidFill>
                <a:latin typeface="IBM Plex Sans" pitchFamily="34" charset="0"/>
                <a:ea typeface="IBM Plex Sans" pitchFamily="34" charset="-122"/>
                <a:cs typeface="IBM Plex Sans" pitchFamily="34" charset="-120"/>
              </a:rPr>
              <a:t>Agent Catalog </a:t>
            </a:r>
            <a:endParaRPr lang="en-US" sz="2400" b="1" dirty="0">
              <a:solidFill>
                <a:srgbClr val="000000"/>
              </a:solidFill>
              <a:latin typeface="IBM Plex Sans"/>
            </a:endParaRPr>
          </a:p>
        </p:txBody>
      </p:sp>
      <p:pic>
        <p:nvPicPr>
          <p:cNvPr id="87" name="Image 10" descr="Rectangle 260865212">
            <a:extLst>
              <a:ext uri="{FF2B5EF4-FFF2-40B4-BE49-F238E27FC236}">
                <a16:creationId xmlns:a16="http://schemas.microsoft.com/office/drawing/2014/main" id="{A5096C15-2B26-F847-A8FC-16BE550AAB9A}"/>
              </a:ext>
            </a:extLst>
          </p:cNvPr>
          <p:cNvPicPr>
            <a:picLocks noChangeAspect="1"/>
          </p:cNvPicPr>
          <p:nvPr/>
        </p:nvPicPr>
        <p:blipFill>
          <a:blip r:embed="rId8"/>
          <a:stretch>
            <a:fillRect/>
          </a:stretch>
        </p:blipFill>
        <p:spPr>
          <a:xfrm>
            <a:off x="11525327" y="5817766"/>
            <a:ext cx="3428724" cy="952424"/>
          </a:xfrm>
          <a:prstGeom prst="rect">
            <a:avLst/>
          </a:prstGeom>
        </p:spPr>
      </p:pic>
      <p:sp>
        <p:nvSpPr>
          <p:cNvPr id="88" name="Text 9">
            <a:extLst>
              <a:ext uri="{FF2B5EF4-FFF2-40B4-BE49-F238E27FC236}">
                <a16:creationId xmlns:a16="http://schemas.microsoft.com/office/drawing/2014/main" id="{400F32BB-29FC-F47E-F03A-824EBBFE599E}"/>
              </a:ext>
            </a:extLst>
          </p:cNvPr>
          <p:cNvSpPr txBox="1"/>
          <p:nvPr/>
        </p:nvSpPr>
        <p:spPr>
          <a:xfrm>
            <a:off x="11767242" y="5952821"/>
            <a:ext cx="2944894" cy="571454"/>
          </a:xfrm>
          <a:prstGeom prst="rect">
            <a:avLst/>
          </a:prstGeom>
          <a:noFill/>
          <a:ln/>
        </p:spPr>
        <p:txBody>
          <a:bodyPr wrap="square" lIns="0" tIns="0" rIns="0" bIns="0" rtlCol="0" anchor="ctr"/>
          <a:lstStyle/>
          <a:p>
            <a:pPr defTabSz="1829014">
              <a:lnSpc>
                <a:spcPts val="3000"/>
              </a:lnSpc>
              <a:defRPr/>
            </a:pPr>
            <a:r>
              <a:rPr lang="en-US" sz="2400" dirty="0">
                <a:solidFill>
                  <a:srgbClr val="21272A"/>
                </a:solidFill>
                <a:latin typeface="IBM Plex Sans" pitchFamily="34" charset="0"/>
                <a:ea typeface="IBM Plex Sans" pitchFamily="34" charset="-122"/>
                <a:cs typeface="IBM Plex Sans" pitchFamily="34" charset="-120"/>
              </a:rPr>
              <a:t>3</a:t>
            </a:r>
            <a:r>
              <a:rPr lang="en-US" sz="2400" baseline="30000" dirty="0">
                <a:solidFill>
                  <a:srgbClr val="21272A"/>
                </a:solidFill>
                <a:latin typeface="IBM Plex Sans" pitchFamily="34" charset="0"/>
                <a:ea typeface="IBM Plex Sans" pitchFamily="34" charset="-122"/>
                <a:cs typeface="IBM Plex Sans" pitchFamily="34" charset="-120"/>
              </a:rPr>
              <a:t>rd</a:t>
            </a:r>
            <a:r>
              <a:rPr lang="en-US" sz="2400" dirty="0">
                <a:solidFill>
                  <a:srgbClr val="21272A"/>
                </a:solidFill>
                <a:latin typeface="IBM Plex Sans" pitchFamily="34" charset="0"/>
                <a:ea typeface="IBM Plex Sans" pitchFamily="34" charset="-122"/>
                <a:cs typeface="IBM Plex Sans" pitchFamily="34" charset="-120"/>
              </a:rPr>
              <a:t> party agents</a:t>
            </a:r>
            <a:endParaRPr lang="en-US" sz="2400" dirty="0">
              <a:solidFill>
                <a:srgbClr val="000000"/>
              </a:solidFill>
              <a:latin typeface="IBM Plex Sans"/>
            </a:endParaRPr>
          </a:p>
        </p:txBody>
      </p:sp>
      <p:pic>
        <p:nvPicPr>
          <p:cNvPr id="90" name="Image 7" descr="Rectangle 260865201">
            <a:extLst>
              <a:ext uri="{FF2B5EF4-FFF2-40B4-BE49-F238E27FC236}">
                <a16:creationId xmlns:a16="http://schemas.microsoft.com/office/drawing/2014/main" id="{79D39C99-6187-8207-2E3A-C4BACBF2343E}"/>
              </a:ext>
            </a:extLst>
          </p:cNvPr>
          <p:cNvPicPr>
            <a:picLocks noChangeAspect="1"/>
          </p:cNvPicPr>
          <p:nvPr/>
        </p:nvPicPr>
        <p:blipFill>
          <a:blip r:embed="rId7"/>
          <a:stretch>
            <a:fillRect/>
          </a:stretch>
        </p:blipFill>
        <p:spPr>
          <a:xfrm>
            <a:off x="3420706" y="8778085"/>
            <a:ext cx="19429442" cy="994666"/>
          </a:xfrm>
          <a:prstGeom prst="rect">
            <a:avLst/>
          </a:prstGeom>
          <a:solidFill>
            <a:srgbClr val="EEF6FF"/>
          </a:solidFill>
        </p:spPr>
      </p:pic>
      <p:sp>
        <p:nvSpPr>
          <p:cNvPr id="93" name="TextBox 92">
            <a:extLst>
              <a:ext uri="{FF2B5EF4-FFF2-40B4-BE49-F238E27FC236}">
                <a16:creationId xmlns:a16="http://schemas.microsoft.com/office/drawing/2014/main" id="{6BDE8A47-A683-F627-4704-9DCA130AB7E1}"/>
              </a:ext>
            </a:extLst>
          </p:cNvPr>
          <p:cNvSpPr txBox="1"/>
          <p:nvPr/>
        </p:nvSpPr>
        <p:spPr>
          <a:xfrm rot="16200000">
            <a:off x="158488" y="3609715"/>
            <a:ext cx="4466418" cy="7454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defTabSz="2437912">
              <a:spcBef>
                <a:spcPts val="2900"/>
              </a:spcBef>
              <a:buSzPct val="100000"/>
              <a:defRPr/>
            </a:pPr>
            <a:r>
              <a:rPr lang="en-US" kern="0" dirty="0">
                <a:solidFill>
                  <a:srgbClr val="000000"/>
                </a:solidFill>
                <a:latin typeface="IBM Plex Sans"/>
                <a:sym typeface="IBM Plex Sans"/>
              </a:rPr>
              <a:t>Deploy and use</a:t>
            </a:r>
          </a:p>
        </p:txBody>
      </p:sp>
      <p:sp>
        <p:nvSpPr>
          <p:cNvPr id="15" name="Callout">
            <a:extLst>
              <a:ext uri="{FF2B5EF4-FFF2-40B4-BE49-F238E27FC236}">
                <a16:creationId xmlns:a16="http://schemas.microsoft.com/office/drawing/2014/main" id="{3C8888E1-2447-4AD7-7EAB-26881EB90D3F}"/>
              </a:ext>
            </a:extLst>
          </p:cNvPr>
          <p:cNvSpPr txBox="1"/>
          <p:nvPr/>
        </p:nvSpPr>
        <p:spPr>
          <a:xfrm>
            <a:off x="624742" y="406993"/>
            <a:ext cx="22375386" cy="1523802"/>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defTabSz="2437424">
              <a:defRPr/>
            </a:pPr>
            <a:r>
              <a:rPr lang="en-US" sz="6800" kern="0" dirty="0">
                <a:solidFill>
                  <a:srgbClr val="000000"/>
                </a:solidFill>
                <a:latin typeface="IBM Plex Sans"/>
                <a:ea typeface="IBM Plex Sans"/>
                <a:cs typeface="IBM Plex Sans"/>
                <a:sym typeface="IBM Plex Sans"/>
              </a:rPr>
              <a:t>IBM watson</a:t>
            </a:r>
            <a:r>
              <a:rPr lang="en-US" sz="6800" kern="0" dirty="0">
                <a:solidFill>
                  <a:srgbClr val="357CD8"/>
                </a:solidFill>
                <a:latin typeface="IBM Plex Sans"/>
                <a:ea typeface="IBM Plex Sans"/>
                <a:cs typeface="IBM Plex Sans"/>
                <a:sym typeface="IBM Plex Sans"/>
              </a:rPr>
              <a:t>x</a:t>
            </a:r>
            <a:r>
              <a:rPr lang="en-US" sz="6800" kern="0" dirty="0">
                <a:solidFill>
                  <a:srgbClr val="000000"/>
                </a:solidFill>
                <a:latin typeface="IBM Plex Sans"/>
                <a:ea typeface="IBM Plex Sans"/>
                <a:cs typeface="IBM Plex Sans"/>
                <a:sym typeface="IBM Plex Sans"/>
              </a:rPr>
              <a:t> Orchestrate – Agentic capabilities</a:t>
            </a:r>
          </a:p>
        </p:txBody>
      </p:sp>
      <p:pic>
        <p:nvPicPr>
          <p:cNvPr id="18" name="Image 6" descr="Rectangle 260865196">
            <a:extLst>
              <a:ext uri="{FF2B5EF4-FFF2-40B4-BE49-F238E27FC236}">
                <a16:creationId xmlns:a16="http://schemas.microsoft.com/office/drawing/2014/main" id="{18055D2D-DAA5-686A-AA3B-3A81C87A3D3B}"/>
              </a:ext>
            </a:extLst>
          </p:cNvPr>
          <p:cNvPicPr>
            <a:picLocks noChangeAspect="1"/>
          </p:cNvPicPr>
          <p:nvPr/>
        </p:nvPicPr>
        <p:blipFill>
          <a:blip r:embed="rId6"/>
          <a:stretch>
            <a:fillRect/>
          </a:stretch>
        </p:blipFill>
        <p:spPr>
          <a:xfrm>
            <a:off x="3907320" y="8847364"/>
            <a:ext cx="18667502" cy="826416"/>
          </a:xfrm>
          <a:prstGeom prst="rect">
            <a:avLst/>
          </a:prstGeom>
          <a:solidFill>
            <a:schemeClr val="bg1"/>
          </a:solidFill>
          <a:ln>
            <a:solidFill>
              <a:schemeClr val="tx1"/>
            </a:solidFill>
          </a:ln>
        </p:spPr>
      </p:pic>
      <p:sp>
        <p:nvSpPr>
          <p:cNvPr id="91" name="Text 3">
            <a:extLst>
              <a:ext uri="{FF2B5EF4-FFF2-40B4-BE49-F238E27FC236}">
                <a16:creationId xmlns:a16="http://schemas.microsoft.com/office/drawing/2014/main" id="{BD45E71E-EF6D-C50B-77FF-DAF1C59389A3}"/>
              </a:ext>
            </a:extLst>
          </p:cNvPr>
          <p:cNvSpPr txBox="1"/>
          <p:nvPr/>
        </p:nvSpPr>
        <p:spPr>
          <a:xfrm>
            <a:off x="4003633" y="8867301"/>
            <a:ext cx="11341580" cy="1143406"/>
          </a:xfrm>
          <a:prstGeom prst="rect">
            <a:avLst/>
          </a:prstGeom>
          <a:noFill/>
          <a:ln/>
        </p:spPr>
        <p:txBody>
          <a:bodyPr wrap="square" lIns="0" tIns="0" rIns="0" bIns="0" rtlCol="0" anchor="t"/>
          <a:lstStyle/>
          <a:p>
            <a:pPr defTabSz="1829014">
              <a:lnSpc>
                <a:spcPts val="3000"/>
              </a:lnSpc>
              <a:defRPr/>
            </a:pPr>
            <a:r>
              <a:rPr lang="en-US" sz="2400" b="1" dirty="0">
                <a:solidFill>
                  <a:srgbClr val="21272A"/>
                </a:solidFill>
                <a:latin typeface="IBM Plex Sans" pitchFamily="34" charset="0"/>
                <a:ea typeface="IBM Plex Sans" pitchFamily="34" charset="-122"/>
                <a:cs typeface="IBM Plex Sans" pitchFamily="34" charset="-120"/>
              </a:rPr>
              <a:t>Agent Connect</a:t>
            </a:r>
          </a:p>
          <a:p>
            <a:pPr defTabSz="1829014">
              <a:lnSpc>
                <a:spcPts val="3000"/>
              </a:lnSpc>
              <a:defRPr/>
            </a:pPr>
            <a:r>
              <a:rPr lang="en-US" sz="2400" dirty="0">
                <a:solidFill>
                  <a:srgbClr val="21272A"/>
                </a:solidFill>
                <a:latin typeface="IBM Plex Sans" pitchFamily="34" charset="0"/>
                <a:ea typeface="IBM Plex Sans" pitchFamily="34" charset="-122"/>
                <a:cs typeface="IBM Plex Sans" pitchFamily="34" charset="-120"/>
              </a:rPr>
              <a:t>IBM partners can build and publish agents in the Agent catalog  </a:t>
            </a:r>
            <a:endParaRPr lang="en-US" sz="2400" dirty="0">
              <a:solidFill>
                <a:srgbClr val="000000"/>
              </a:solidFill>
              <a:latin typeface="IBM Plex Sans"/>
            </a:endParaRPr>
          </a:p>
        </p:txBody>
      </p:sp>
      <p:grpSp>
        <p:nvGrpSpPr>
          <p:cNvPr id="30" name="Group 29">
            <a:extLst>
              <a:ext uri="{FF2B5EF4-FFF2-40B4-BE49-F238E27FC236}">
                <a16:creationId xmlns:a16="http://schemas.microsoft.com/office/drawing/2014/main" id="{9667F03E-4D86-F1B4-9715-82660C555FA8}"/>
              </a:ext>
            </a:extLst>
          </p:cNvPr>
          <p:cNvGrpSpPr/>
          <p:nvPr/>
        </p:nvGrpSpPr>
        <p:grpSpPr>
          <a:xfrm>
            <a:off x="1503155" y="7474308"/>
            <a:ext cx="1536580" cy="5577164"/>
            <a:chOff x="762335" y="742182"/>
            <a:chExt cx="768290" cy="2788582"/>
          </a:xfrm>
        </p:grpSpPr>
        <p:sp>
          <p:nvSpPr>
            <p:cNvPr id="53" name="TextBox 52">
              <a:extLst>
                <a:ext uri="{FF2B5EF4-FFF2-40B4-BE49-F238E27FC236}">
                  <a16:creationId xmlns:a16="http://schemas.microsoft.com/office/drawing/2014/main" id="{A8DCD855-9A72-3473-584D-FB816B8709C2}"/>
                </a:ext>
              </a:extLst>
            </p:cNvPr>
            <p:cNvSpPr txBox="1"/>
            <p:nvPr/>
          </p:nvSpPr>
          <p:spPr>
            <a:xfrm rot="16200000">
              <a:off x="153517" y="1794642"/>
              <a:ext cx="2055380" cy="4004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rtlCol="0">
              <a:noAutofit/>
            </a:bodyPr>
            <a:lstStyle/>
            <a:p>
              <a:pPr defTabSz="2437912">
                <a:spcBef>
                  <a:spcPts val="2900"/>
                </a:spcBef>
                <a:buSzPct val="100000"/>
                <a:defRPr/>
              </a:pPr>
              <a:r>
                <a:rPr lang="en-US" kern="0" dirty="0">
                  <a:solidFill>
                    <a:srgbClr val="000000"/>
                  </a:solidFill>
                  <a:latin typeface="IBM Plex Sans"/>
                  <a:sym typeface="IBM Plex Sans"/>
                </a:rPr>
                <a:t>Build and manage</a:t>
              </a:r>
            </a:p>
          </p:txBody>
        </p:sp>
        <p:grpSp>
          <p:nvGrpSpPr>
            <p:cNvPr id="54" name="Group 53">
              <a:extLst>
                <a:ext uri="{FF2B5EF4-FFF2-40B4-BE49-F238E27FC236}">
                  <a16:creationId xmlns:a16="http://schemas.microsoft.com/office/drawing/2014/main" id="{A52E37BA-2EB0-CAA3-6374-E0E9682AE2FF}"/>
                </a:ext>
              </a:extLst>
            </p:cNvPr>
            <p:cNvGrpSpPr/>
            <p:nvPr/>
          </p:nvGrpSpPr>
          <p:grpSpPr>
            <a:xfrm>
              <a:off x="762335" y="742182"/>
              <a:ext cx="768290" cy="2788582"/>
              <a:chOff x="762335" y="742182"/>
              <a:chExt cx="768290" cy="2788582"/>
            </a:xfrm>
          </p:grpSpPr>
          <p:pic>
            <p:nvPicPr>
              <p:cNvPr id="73" name="Image 38" descr="Line 192">
                <a:extLst>
                  <a:ext uri="{FF2B5EF4-FFF2-40B4-BE49-F238E27FC236}">
                    <a16:creationId xmlns:a16="http://schemas.microsoft.com/office/drawing/2014/main" id="{A729CAED-8D86-C5FA-A2FB-E43210154447}"/>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762336" y="762385"/>
                <a:ext cx="6350" cy="2762028"/>
              </a:xfrm>
              <a:prstGeom prst="rect">
                <a:avLst/>
              </a:prstGeom>
            </p:spPr>
          </p:pic>
          <p:pic>
            <p:nvPicPr>
              <p:cNvPr id="74" name="Image 39" descr="Line 193">
                <a:extLst>
                  <a:ext uri="{FF2B5EF4-FFF2-40B4-BE49-F238E27FC236}">
                    <a16:creationId xmlns:a16="http://schemas.microsoft.com/office/drawing/2014/main" id="{F2345EDE-4013-C38D-1BD1-5B9A2032EF0E}"/>
                  </a:ext>
                </a:extLst>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1524275" y="952870"/>
                <a:ext cx="6350" cy="2571544"/>
              </a:xfrm>
              <a:prstGeom prst="rect">
                <a:avLst/>
              </a:prstGeom>
            </p:spPr>
          </p:pic>
          <p:pic>
            <p:nvPicPr>
              <p:cNvPr id="75" name="Image 40" descr="Line 194">
                <a:extLst>
                  <a:ext uri="{FF2B5EF4-FFF2-40B4-BE49-F238E27FC236}">
                    <a16:creationId xmlns:a16="http://schemas.microsoft.com/office/drawing/2014/main" id="{D475F329-C787-BF56-5FE7-4E7CCF730C01}"/>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762336" y="742182"/>
                <a:ext cx="669871" cy="46757"/>
              </a:xfrm>
              <a:prstGeom prst="rect">
                <a:avLst/>
              </a:prstGeom>
            </p:spPr>
          </p:pic>
          <p:pic>
            <p:nvPicPr>
              <p:cNvPr id="76" name="Image 41" descr="Line 195">
                <a:extLst>
                  <a:ext uri="{FF2B5EF4-FFF2-40B4-BE49-F238E27FC236}">
                    <a16:creationId xmlns:a16="http://schemas.microsoft.com/office/drawing/2014/main" id="{D5137558-8E9B-2362-57F4-13F829352BF8}"/>
                  </a:ext>
                </a:extLst>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762335" y="3524414"/>
                <a:ext cx="761939" cy="6350"/>
              </a:xfrm>
              <a:prstGeom prst="rect">
                <a:avLst/>
              </a:prstGeom>
            </p:spPr>
          </p:pic>
        </p:grpSp>
      </p:grpSp>
      <p:pic>
        <p:nvPicPr>
          <p:cNvPr id="19" name="Image 13" descr="Rectangle 260865206">
            <a:extLst>
              <a:ext uri="{FF2B5EF4-FFF2-40B4-BE49-F238E27FC236}">
                <a16:creationId xmlns:a16="http://schemas.microsoft.com/office/drawing/2014/main" id="{FF356A57-42CC-38FD-7D1B-51B34108973D}"/>
              </a:ext>
            </a:extLst>
          </p:cNvPr>
          <p:cNvPicPr>
            <a:picLocks noChangeAspect="1"/>
          </p:cNvPicPr>
          <p:nvPr/>
        </p:nvPicPr>
        <p:blipFill>
          <a:blip r:embed="rId9"/>
          <a:stretch>
            <a:fillRect/>
          </a:stretch>
        </p:blipFill>
        <p:spPr>
          <a:xfrm>
            <a:off x="18664606" y="10428470"/>
            <a:ext cx="3814971" cy="1904846"/>
          </a:xfrm>
          <a:prstGeom prst="rect">
            <a:avLst/>
          </a:prstGeom>
          <a:solidFill>
            <a:schemeClr val="bg1"/>
          </a:solidFill>
        </p:spPr>
      </p:pic>
      <p:sp>
        <p:nvSpPr>
          <p:cNvPr id="77" name="Text 16">
            <a:extLst>
              <a:ext uri="{FF2B5EF4-FFF2-40B4-BE49-F238E27FC236}">
                <a16:creationId xmlns:a16="http://schemas.microsoft.com/office/drawing/2014/main" id="{CA2E45D9-272E-121D-2BC2-2629AB155624}"/>
              </a:ext>
            </a:extLst>
          </p:cNvPr>
          <p:cNvSpPr txBox="1"/>
          <p:nvPr/>
        </p:nvSpPr>
        <p:spPr>
          <a:xfrm>
            <a:off x="18953552" y="10629452"/>
            <a:ext cx="3170468" cy="756160"/>
          </a:xfrm>
          <a:prstGeom prst="rect">
            <a:avLst/>
          </a:prstGeom>
          <a:noFill/>
          <a:ln/>
        </p:spPr>
        <p:txBody>
          <a:bodyPr wrap="square" lIns="0" tIns="0" rIns="0" bIns="0" rtlCol="0" anchor="t"/>
          <a:lstStyle/>
          <a:p>
            <a:pPr defTabSz="1829014">
              <a:lnSpc>
                <a:spcPts val="3000"/>
              </a:lnSpc>
              <a:defRPr/>
            </a:pPr>
            <a:r>
              <a:rPr lang="en-US" sz="2400" b="1" dirty="0">
                <a:solidFill>
                  <a:srgbClr val="21272A"/>
                </a:solidFill>
                <a:latin typeface="IBM Plex Sans" pitchFamily="34" charset="0"/>
                <a:ea typeface="IBM Plex Sans" pitchFamily="34" charset="-122"/>
                <a:cs typeface="IBM Plex Sans" pitchFamily="34" charset="-120"/>
              </a:rPr>
              <a:t>AI Model Gateway </a:t>
            </a:r>
          </a:p>
          <a:p>
            <a:pPr defTabSz="1829014">
              <a:lnSpc>
                <a:spcPts val="3000"/>
              </a:lnSpc>
              <a:defRPr/>
            </a:pPr>
            <a:r>
              <a:rPr lang="en-US" sz="2400" dirty="0">
                <a:solidFill>
                  <a:srgbClr val="21272A"/>
                </a:solidFill>
                <a:latin typeface="IBM Plex Sans" pitchFamily="34" charset="0"/>
                <a:ea typeface="IBM Plex Sans" pitchFamily="34" charset="-122"/>
                <a:cs typeface="IBM Plex Sans" pitchFamily="34" charset="-120"/>
              </a:rPr>
              <a:t>Access third party LLMs and embeddings.</a:t>
            </a:r>
            <a:endParaRPr lang="en-US" sz="2400" dirty="0">
              <a:solidFill>
                <a:srgbClr val="000000"/>
              </a:solidFill>
              <a:latin typeface="IBM Plex Sans"/>
            </a:endParaRPr>
          </a:p>
        </p:txBody>
      </p:sp>
    </p:spTree>
    <p:extLst>
      <p:ext uri="{BB962C8B-B14F-4D97-AF65-F5344CB8AC3E}">
        <p14:creationId xmlns:p14="http://schemas.microsoft.com/office/powerpoint/2010/main" val="2877011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632666" y="7155102"/>
            <a:ext cx="8802198" cy="2696364"/>
          </a:xfrm>
          <a:custGeom>
            <a:avLst/>
            <a:gdLst/>
            <a:ahLst/>
            <a:cxnLst/>
            <a:rect l="l" t="t" r="r" b="b"/>
            <a:pathLst>
              <a:path w="7258684" h="1925954">
                <a:moveTo>
                  <a:pt x="7187948" y="1808007"/>
                </a:moveTo>
                <a:lnTo>
                  <a:pt x="7187948" y="1925805"/>
                </a:lnTo>
                <a:lnTo>
                  <a:pt x="7244441" y="1878686"/>
                </a:lnTo>
                <a:lnTo>
                  <a:pt x="7199780" y="1878686"/>
                </a:lnTo>
                <a:lnTo>
                  <a:pt x="7199780" y="1855126"/>
                </a:lnTo>
                <a:lnTo>
                  <a:pt x="7244541" y="1855126"/>
                </a:lnTo>
                <a:lnTo>
                  <a:pt x="7187948" y="1808007"/>
                </a:lnTo>
                <a:close/>
              </a:path>
              <a:path w="7258684" h="1925954">
                <a:moveTo>
                  <a:pt x="23559" y="0"/>
                </a:moveTo>
                <a:lnTo>
                  <a:pt x="0" y="0"/>
                </a:lnTo>
                <a:lnTo>
                  <a:pt x="0" y="1873450"/>
                </a:lnTo>
                <a:lnTo>
                  <a:pt x="5235" y="1878686"/>
                </a:lnTo>
                <a:lnTo>
                  <a:pt x="7187948" y="1878686"/>
                </a:lnTo>
                <a:lnTo>
                  <a:pt x="7187948" y="1866854"/>
                </a:lnTo>
                <a:lnTo>
                  <a:pt x="23559" y="1866854"/>
                </a:lnTo>
                <a:lnTo>
                  <a:pt x="11727" y="1855126"/>
                </a:lnTo>
                <a:lnTo>
                  <a:pt x="23559" y="1855126"/>
                </a:lnTo>
                <a:lnTo>
                  <a:pt x="23559" y="0"/>
                </a:lnTo>
                <a:close/>
              </a:path>
              <a:path w="7258684" h="1925954">
                <a:moveTo>
                  <a:pt x="7244541" y="1855126"/>
                </a:moveTo>
                <a:lnTo>
                  <a:pt x="7199780" y="1855126"/>
                </a:lnTo>
                <a:lnTo>
                  <a:pt x="7199780" y="1878686"/>
                </a:lnTo>
                <a:lnTo>
                  <a:pt x="7244441" y="1878686"/>
                </a:lnTo>
                <a:lnTo>
                  <a:pt x="7258627" y="1866854"/>
                </a:lnTo>
                <a:lnTo>
                  <a:pt x="7244541" y="1855126"/>
                </a:lnTo>
                <a:close/>
              </a:path>
              <a:path w="7258684" h="1925954">
                <a:moveTo>
                  <a:pt x="23559" y="1855126"/>
                </a:moveTo>
                <a:lnTo>
                  <a:pt x="11727" y="1855126"/>
                </a:lnTo>
                <a:lnTo>
                  <a:pt x="23559" y="1866854"/>
                </a:lnTo>
                <a:lnTo>
                  <a:pt x="23559" y="1855126"/>
                </a:lnTo>
                <a:close/>
              </a:path>
              <a:path w="7258684" h="1925954">
                <a:moveTo>
                  <a:pt x="7187948" y="1855126"/>
                </a:moveTo>
                <a:lnTo>
                  <a:pt x="23559" y="1855126"/>
                </a:lnTo>
                <a:lnTo>
                  <a:pt x="23559" y="1866854"/>
                </a:lnTo>
                <a:lnTo>
                  <a:pt x="7187948" y="1866854"/>
                </a:lnTo>
                <a:lnTo>
                  <a:pt x="7187948" y="1855126"/>
                </a:lnTo>
                <a:close/>
              </a:path>
            </a:pathLst>
          </a:custGeom>
          <a:solidFill>
            <a:srgbClr val="000000"/>
          </a:solidFill>
        </p:spPr>
        <p:txBody>
          <a:bodyPr wrap="square" lIns="0" tIns="0" rIns="0" bIns="0" rtlCol="0"/>
          <a:lstStyle/>
          <a:p>
            <a:endParaRPr sz="2184"/>
          </a:p>
        </p:txBody>
      </p:sp>
      <p:sp>
        <p:nvSpPr>
          <p:cNvPr id="6" name="object 6"/>
          <p:cNvSpPr/>
          <p:nvPr/>
        </p:nvSpPr>
        <p:spPr>
          <a:xfrm>
            <a:off x="12339729" y="3665650"/>
            <a:ext cx="10548740" cy="9271900"/>
          </a:xfrm>
          <a:custGeom>
            <a:avLst/>
            <a:gdLst/>
            <a:ahLst/>
            <a:cxnLst/>
            <a:rect l="l" t="t" r="r" b="b"/>
            <a:pathLst>
              <a:path w="8332469" h="7304405">
                <a:moveTo>
                  <a:pt x="3361156" y="5560771"/>
                </a:moveTo>
                <a:lnTo>
                  <a:pt x="0" y="5560771"/>
                </a:lnTo>
                <a:lnTo>
                  <a:pt x="0" y="7304379"/>
                </a:lnTo>
                <a:lnTo>
                  <a:pt x="3361156" y="7304379"/>
                </a:lnTo>
                <a:lnTo>
                  <a:pt x="3361156" y="5560771"/>
                </a:lnTo>
                <a:close/>
              </a:path>
              <a:path w="8332469" h="7304405">
                <a:moveTo>
                  <a:pt x="3361156" y="0"/>
                </a:moveTo>
                <a:lnTo>
                  <a:pt x="0" y="0"/>
                </a:lnTo>
                <a:lnTo>
                  <a:pt x="0" y="5435130"/>
                </a:lnTo>
                <a:lnTo>
                  <a:pt x="3361156" y="5435130"/>
                </a:lnTo>
                <a:lnTo>
                  <a:pt x="3361156" y="0"/>
                </a:lnTo>
                <a:close/>
              </a:path>
              <a:path w="8332469" h="7304405">
                <a:moveTo>
                  <a:pt x="8332216" y="0"/>
                </a:moveTo>
                <a:lnTo>
                  <a:pt x="4963211" y="0"/>
                </a:lnTo>
                <a:lnTo>
                  <a:pt x="4963211" y="6024118"/>
                </a:lnTo>
                <a:lnTo>
                  <a:pt x="8332216" y="6024118"/>
                </a:lnTo>
                <a:lnTo>
                  <a:pt x="8332216" y="0"/>
                </a:lnTo>
                <a:close/>
              </a:path>
            </a:pathLst>
          </a:custGeom>
          <a:solidFill>
            <a:srgbClr val="F4F4F4"/>
          </a:solidFill>
        </p:spPr>
        <p:txBody>
          <a:bodyPr wrap="square" lIns="0" tIns="0" rIns="0" bIns="0" rtlCol="0"/>
          <a:lstStyle/>
          <a:p>
            <a:endParaRPr sz="2184" dirty="0"/>
          </a:p>
        </p:txBody>
      </p:sp>
      <p:sp>
        <p:nvSpPr>
          <p:cNvPr id="13" name="object 13"/>
          <p:cNvSpPr txBox="1">
            <a:spLocks noGrp="1"/>
          </p:cNvSpPr>
          <p:nvPr>
            <p:ph type="title"/>
          </p:nvPr>
        </p:nvSpPr>
        <p:spPr>
          <a:xfrm>
            <a:off x="625798" y="343122"/>
            <a:ext cx="17141825" cy="1000435"/>
          </a:xfrm>
          <a:prstGeom prst="rect">
            <a:avLst/>
          </a:prstGeom>
        </p:spPr>
        <p:txBody>
          <a:bodyPr vert="horz" wrap="square" lIns="0" tIns="15400" rIns="0" bIns="0" rtlCol="0" anchor="ctr">
            <a:spAutoFit/>
          </a:bodyPr>
          <a:lstStyle/>
          <a:p>
            <a:pPr marL="15398">
              <a:spcBef>
                <a:spcPts val="122"/>
              </a:spcBef>
            </a:pPr>
            <a:r>
              <a:rPr sz="6400" dirty="0">
                <a:solidFill>
                  <a:srgbClr val="000000"/>
                </a:solidFill>
                <a:latin typeface="+mn-lt"/>
                <a:ea typeface="+mn-ea"/>
                <a:cs typeface="Arial"/>
              </a:rPr>
              <a:t>AI </a:t>
            </a:r>
            <a:r>
              <a:rPr lang="en-US" sz="6400" dirty="0">
                <a:solidFill>
                  <a:srgbClr val="000000"/>
                </a:solidFill>
                <a:latin typeface="+mn-lt"/>
                <a:ea typeface="+mn-ea"/>
                <a:cs typeface="Arial"/>
              </a:rPr>
              <a:t>a</a:t>
            </a:r>
            <a:r>
              <a:rPr sz="6400" dirty="0">
                <a:solidFill>
                  <a:srgbClr val="000000"/>
                </a:solidFill>
                <a:latin typeface="+mn-lt"/>
                <a:ea typeface="+mn-ea"/>
                <a:cs typeface="Arial"/>
              </a:rPr>
              <a:t>gents </a:t>
            </a:r>
            <a:r>
              <a:rPr lang="en-US" sz="6400" dirty="0">
                <a:solidFill>
                  <a:srgbClr val="000000"/>
                </a:solidFill>
                <a:latin typeface="+mn-lt"/>
                <a:ea typeface="+mn-ea"/>
                <a:cs typeface="Arial"/>
              </a:rPr>
              <a:t>t</a:t>
            </a:r>
            <a:r>
              <a:rPr sz="6400" dirty="0">
                <a:solidFill>
                  <a:srgbClr val="000000"/>
                </a:solidFill>
                <a:latin typeface="+mn-lt"/>
                <a:ea typeface="+mn-ea"/>
                <a:cs typeface="Arial"/>
              </a:rPr>
              <a:t>axonomy</a:t>
            </a:r>
          </a:p>
        </p:txBody>
      </p:sp>
      <p:sp>
        <p:nvSpPr>
          <p:cNvPr id="7" name="object 7"/>
          <p:cNvSpPr/>
          <p:nvPr/>
        </p:nvSpPr>
        <p:spPr>
          <a:xfrm>
            <a:off x="8747017" y="5340637"/>
            <a:ext cx="1800328" cy="1810338"/>
          </a:xfrm>
          <a:custGeom>
            <a:avLst/>
            <a:gdLst/>
            <a:ahLst/>
            <a:cxnLst/>
            <a:rect l="l" t="t" r="r" b="b"/>
            <a:pathLst>
              <a:path w="1484629" h="1492885">
                <a:moveTo>
                  <a:pt x="1236820" y="0"/>
                </a:moveTo>
                <a:lnTo>
                  <a:pt x="247427" y="0"/>
                </a:lnTo>
                <a:lnTo>
                  <a:pt x="197563" y="5027"/>
                </a:lnTo>
                <a:lnTo>
                  <a:pt x="151119" y="19444"/>
                </a:lnTo>
                <a:lnTo>
                  <a:pt x="109090" y="42257"/>
                </a:lnTo>
                <a:lnTo>
                  <a:pt x="72471" y="72471"/>
                </a:lnTo>
                <a:lnTo>
                  <a:pt x="42257" y="109090"/>
                </a:lnTo>
                <a:lnTo>
                  <a:pt x="19444" y="151119"/>
                </a:lnTo>
                <a:lnTo>
                  <a:pt x="5027" y="197563"/>
                </a:lnTo>
                <a:lnTo>
                  <a:pt x="0" y="247427"/>
                </a:lnTo>
                <a:lnTo>
                  <a:pt x="0" y="1244883"/>
                </a:lnTo>
                <a:lnTo>
                  <a:pt x="5027" y="1294747"/>
                </a:lnTo>
                <a:lnTo>
                  <a:pt x="19444" y="1341191"/>
                </a:lnTo>
                <a:lnTo>
                  <a:pt x="42257" y="1383220"/>
                </a:lnTo>
                <a:lnTo>
                  <a:pt x="72471" y="1419838"/>
                </a:lnTo>
                <a:lnTo>
                  <a:pt x="109090" y="1450052"/>
                </a:lnTo>
                <a:lnTo>
                  <a:pt x="151119" y="1472865"/>
                </a:lnTo>
                <a:lnTo>
                  <a:pt x="197563" y="1487283"/>
                </a:lnTo>
                <a:lnTo>
                  <a:pt x="247427" y="1492310"/>
                </a:lnTo>
                <a:lnTo>
                  <a:pt x="1236820" y="1492310"/>
                </a:lnTo>
                <a:lnTo>
                  <a:pt x="1286684" y="1487283"/>
                </a:lnTo>
                <a:lnTo>
                  <a:pt x="1333128" y="1472865"/>
                </a:lnTo>
                <a:lnTo>
                  <a:pt x="1375157" y="1450052"/>
                </a:lnTo>
                <a:lnTo>
                  <a:pt x="1411776" y="1419838"/>
                </a:lnTo>
                <a:lnTo>
                  <a:pt x="1441990" y="1383220"/>
                </a:lnTo>
                <a:lnTo>
                  <a:pt x="1464803" y="1341191"/>
                </a:lnTo>
                <a:lnTo>
                  <a:pt x="1479220" y="1294747"/>
                </a:lnTo>
                <a:lnTo>
                  <a:pt x="1484248" y="1244883"/>
                </a:lnTo>
                <a:lnTo>
                  <a:pt x="1484248" y="247427"/>
                </a:lnTo>
                <a:lnTo>
                  <a:pt x="1479220" y="197563"/>
                </a:lnTo>
                <a:lnTo>
                  <a:pt x="1464803" y="151119"/>
                </a:lnTo>
                <a:lnTo>
                  <a:pt x="1441990" y="109090"/>
                </a:lnTo>
                <a:lnTo>
                  <a:pt x="1411776" y="72471"/>
                </a:lnTo>
                <a:lnTo>
                  <a:pt x="1375157" y="42257"/>
                </a:lnTo>
                <a:lnTo>
                  <a:pt x="1333128" y="19444"/>
                </a:lnTo>
                <a:lnTo>
                  <a:pt x="1286684" y="5027"/>
                </a:lnTo>
                <a:lnTo>
                  <a:pt x="1236820" y="0"/>
                </a:lnTo>
                <a:close/>
              </a:path>
            </a:pathLst>
          </a:custGeom>
          <a:solidFill>
            <a:srgbClr val="E4F6FF"/>
          </a:solidFill>
        </p:spPr>
        <p:txBody>
          <a:bodyPr wrap="square" lIns="0" tIns="0" rIns="0" bIns="0" rtlCol="0"/>
          <a:lstStyle/>
          <a:p>
            <a:endParaRPr sz="2184"/>
          </a:p>
        </p:txBody>
      </p:sp>
      <p:sp>
        <p:nvSpPr>
          <p:cNvPr id="8" name="object 8"/>
          <p:cNvSpPr/>
          <p:nvPr/>
        </p:nvSpPr>
        <p:spPr>
          <a:xfrm>
            <a:off x="8747017" y="5340637"/>
            <a:ext cx="1800328" cy="1810338"/>
          </a:xfrm>
          <a:custGeom>
            <a:avLst/>
            <a:gdLst/>
            <a:ahLst/>
            <a:cxnLst/>
            <a:rect l="l" t="t" r="r" b="b"/>
            <a:pathLst>
              <a:path w="1484629" h="1492885">
                <a:moveTo>
                  <a:pt x="0" y="247427"/>
                </a:moveTo>
                <a:lnTo>
                  <a:pt x="5027" y="197563"/>
                </a:lnTo>
                <a:lnTo>
                  <a:pt x="19444" y="151119"/>
                </a:lnTo>
                <a:lnTo>
                  <a:pt x="42257" y="109090"/>
                </a:lnTo>
                <a:lnTo>
                  <a:pt x="72471" y="72471"/>
                </a:lnTo>
                <a:lnTo>
                  <a:pt x="109090" y="42257"/>
                </a:lnTo>
                <a:lnTo>
                  <a:pt x="151119" y="19444"/>
                </a:lnTo>
                <a:lnTo>
                  <a:pt x="197563" y="5027"/>
                </a:lnTo>
                <a:lnTo>
                  <a:pt x="247427" y="0"/>
                </a:lnTo>
                <a:lnTo>
                  <a:pt x="1236820" y="0"/>
                </a:lnTo>
                <a:lnTo>
                  <a:pt x="1286684" y="5027"/>
                </a:lnTo>
                <a:lnTo>
                  <a:pt x="1333128" y="19444"/>
                </a:lnTo>
                <a:lnTo>
                  <a:pt x="1375157" y="42257"/>
                </a:lnTo>
                <a:lnTo>
                  <a:pt x="1411776" y="72471"/>
                </a:lnTo>
                <a:lnTo>
                  <a:pt x="1441990" y="109090"/>
                </a:lnTo>
                <a:lnTo>
                  <a:pt x="1464803" y="151119"/>
                </a:lnTo>
                <a:lnTo>
                  <a:pt x="1479220" y="197563"/>
                </a:lnTo>
                <a:lnTo>
                  <a:pt x="1484248" y="247427"/>
                </a:lnTo>
                <a:lnTo>
                  <a:pt x="1484248" y="1244883"/>
                </a:lnTo>
                <a:lnTo>
                  <a:pt x="1479220" y="1294747"/>
                </a:lnTo>
                <a:lnTo>
                  <a:pt x="1464803" y="1341191"/>
                </a:lnTo>
                <a:lnTo>
                  <a:pt x="1441990" y="1383220"/>
                </a:lnTo>
                <a:lnTo>
                  <a:pt x="1411776" y="1419838"/>
                </a:lnTo>
                <a:lnTo>
                  <a:pt x="1375157" y="1450052"/>
                </a:lnTo>
                <a:lnTo>
                  <a:pt x="1333128" y="1472865"/>
                </a:lnTo>
                <a:lnTo>
                  <a:pt x="1286684" y="1487283"/>
                </a:lnTo>
                <a:lnTo>
                  <a:pt x="1236820" y="1492310"/>
                </a:lnTo>
                <a:lnTo>
                  <a:pt x="247427" y="1492310"/>
                </a:lnTo>
                <a:lnTo>
                  <a:pt x="197563" y="1487283"/>
                </a:lnTo>
                <a:lnTo>
                  <a:pt x="151119" y="1472865"/>
                </a:lnTo>
                <a:lnTo>
                  <a:pt x="109090" y="1450052"/>
                </a:lnTo>
                <a:lnTo>
                  <a:pt x="72471" y="1419838"/>
                </a:lnTo>
                <a:lnTo>
                  <a:pt x="42257" y="1383220"/>
                </a:lnTo>
                <a:lnTo>
                  <a:pt x="19444" y="1341191"/>
                </a:lnTo>
                <a:lnTo>
                  <a:pt x="5027" y="1294747"/>
                </a:lnTo>
                <a:lnTo>
                  <a:pt x="0" y="1244883"/>
                </a:lnTo>
                <a:lnTo>
                  <a:pt x="0" y="247427"/>
                </a:lnTo>
                <a:close/>
              </a:path>
            </a:pathLst>
          </a:custGeom>
          <a:ln w="15706">
            <a:solidFill>
              <a:srgbClr val="0E61FD"/>
            </a:solidFill>
          </a:ln>
        </p:spPr>
        <p:txBody>
          <a:bodyPr wrap="square" lIns="0" tIns="0" rIns="0" bIns="0" rtlCol="0"/>
          <a:lstStyle/>
          <a:p>
            <a:endParaRPr sz="2184"/>
          </a:p>
        </p:txBody>
      </p:sp>
      <p:sp>
        <p:nvSpPr>
          <p:cNvPr id="9" name="object 9"/>
          <p:cNvSpPr/>
          <p:nvPr/>
        </p:nvSpPr>
        <p:spPr>
          <a:xfrm>
            <a:off x="9223605" y="5826178"/>
            <a:ext cx="848572" cy="840872"/>
          </a:xfrm>
          <a:custGeom>
            <a:avLst/>
            <a:gdLst/>
            <a:ahLst/>
            <a:cxnLst/>
            <a:rect l="l" t="t" r="r" b="b"/>
            <a:pathLst>
              <a:path w="699770" h="693420">
                <a:moveTo>
                  <a:pt x="418519" y="449584"/>
                </a:moveTo>
                <a:lnTo>
                  <a:pt x="280980" y="449584"/>
                </a:lnTo>
                <a:lnTo>
                  <a:pt x="291230" y="455665"/>
                </a:lnTo>
                <a:lnTo>
                  <a:pt x="301995" y="460732"/>
                </a:lnTo>
                <a:lnTo>
                  <a:pt x="313203" y="464752"/>
                </a:lnTo>
                <a:lnTo>
                  <a:pt x="324783" y="467697"/>
                </a:lnTo>
                <a:lnTo>
                  <a:pt x="324783" y="548989"/>
                </a:lnTo>
                <a:lnTo>
                  <a:pt x="299234" y="564123"/>
                </a:lnTo>
                <a:lnTo>
                  <a:pt x="282124" y="586990"/>
                </a:lnTo>
                <a:lnTo>
                  <a:pt x="274917" y="614543"/>
                </a:lnTo>
                <a:lnTo>
                  <a:pt x="279039" y="643435"/>
                </a:lnTo>
                <a:lnTo>
                  <a:pt x="279082" y="643735"/>
                </a:lnTo>
                <a:lnTo>
                  <a:pt x="294372" y="669037"/>
                </a:lnTo>
                <a:lnTo>
                  <a:pt x="317459" y="685983"/>
                </a:lnTo>
                <a:lnTo>
                  <a:pt x="345275" y="693118"/>
                </a:lnTo>
                <a:lnTo>
                  <a:pt x="374749" y="688988"/>
                </a:lnTo>
                <a:lnTo>
                  <a:pt x="400280" y="673853"/>
                </a:lnTo>
                <a:lnTo>
                  <a:pt x="417382" y="650984"/>
                </a:lnTo>
                <a:lnTo>
                  <a:pt x="424585" y="623431"/>
                </a:lnTo>
                <a:lnTo>
                  <a:pt x="420418" y="594239"/>
                </a:lnTo>
                <a:lnTo>
                  <a:pt x="413104" y="579301"/>
                </a:lnTo>
                <a:lnTo>
                  <a:pt x="402755" y="566490"/>
                </a:lnTo>
                <a:lnTo>
                  <a:pt x="389820" y="556241"/>
                </a:lnTo>
                <a:lnTo>
                  <a:pt x="374749" y="548989"/>
                </a:lnTo>
                <a:lnTo>
                  <a:pt x="374749" y="467697"/>
                </a:lnTo>
                <a:lnTo>
                  <a:pt x="386315" y="464753"/>
                </a:lnTo>
                <a:lnTo>
                  <a:pt x="397521" y="460732"/>
                </a:lnTo>
                <a:lnTo>
                  <a:pt x="408284" y="455665"/>
                </a:lnTo>
                <a:lnTo>
                  <a:pt x="418519" y="449584"/>
                </a:lnTo>
                <a:close/>
              </a:path>
              <a:path w="699770" h="693420">
                <a:moveTo>
                  <a:pt x="99931" y="494946"/>
                </a:moveTo>
                <a:lnTo>
                  <a:pt x="61033" y="502725"/>
                </a:lnTo>
                <a:lnTo>
                  <a:pt x="29268" y="523941"/>
                </a:lnTo>
                <a:lnTo>
                  <a:pt x="7853" y="555407"/>
                </a:lnTo>
                <a:lnTo>
                  <a:pt x="0" y="593938"/>
                </a:lnTo>
                <a:lnTo>
                  <a:pt x="7853" y="632470"/>
                </a:lnTo>
                <a:lnTo>
                  <a:pt x="29269" y="663936"/>
                </a:lnTo>
                <a:lnTo>
                  <a:pt x="61033" y="685151"/>
                </a:lnTo>
                <a:lnTo>
                  <a:pt x="99931" y="692931"/>
                </a:lnTo>
                <a:lnTo>
                  <a:pt x="138828" y="685152"/>
                </a:lnTo>
                <a:lnTo>
                  <a:pt x="170593" y="663936"/>
                </a:lnTo>
                <a:lnTo>
                  <a:pt x="184546" y="643435"/>
                </a:lnTo>
                <a:lnTo>
                  <a:pt x="99931" y="643435"/>
                </a:lnTo>
                <a:lnTo>
                  <a:pt x="80481" y="639545"/>
                </a:lnTo>
                <a:lnTo>
                  <a:pt x="64599" y="628939"/>
                </a:lnTo>
                <a:lnTo>
                  <a:pt x="53892" y="613206"/>
                </a:lnTo>
                <a:lnTo>
                  <a:pt x="50027" y="594239"/>
                </a:lnTo>
                <a:lnTo>
                  <a:pt x="49966" y="593938"/>
                </a:lnTo>
                <a:lnTo>
                  <a:pt x="53892" y="574673"/>
                </a:lnTo>
                <a:lnTo>
                  <a:pt x="64599" y="558940"/>
                </a:lnTo>
                <a:lnTo>
                  <a:pt x="80481" y="548332"/>
                </a:lnTo>
                <a:lnTo>
                  <a:pt x="99931" y="544442"/>
                </a:lnTo>
                <a:lnTo>
                  <a:pt x="185949" y="544442"/>
                </a:lnTo>
                <a:lnTo>
                  <a:pt x="185702" y="543967"/>
                </a:lnTo>
                <a:lnTo>
                  <a:pt x="221028" y="508973"/>
                </a:lnTo>
                <a:lnTo>
                  <a:pt x="150376" y="508973"/>
                </a:lnTo>
                <a:lnTo>
                  <a:pt x="138567" y="502961"/>
                </a:lnTo>
                <a:lnTo>
                  <a:pt x="126108" y="498588"/>
                </a:lnTo>
                <a:lnTo>
                  <a:pt x="113172" y="495900"/>
                </a:lnTo>
                <a:lnTo>
                  <a:pt x="99931" y="494946"/>
                </a:lnTo>
                <a:close/>
              </a:path>
              <a:path w="699770" h="693420">
                <a:moveTo>
                  <a:pt x="489191" y="449584"/>
                </a:moveTo>
                <a:lnTo>
                  <a:pt x="418519" y="449584"/>
                </a:lnTo>
                <a:lnTo>
                  <a:pt x="513819" y="543967"/>
                </a:lnTo>
                <a:lnTo>
                  <a:pt x="507743" y="555666"/>
                </a:lnTo>
                <a:lnTo>
                  <a:pt x="503331" y="568008"/>
                </a:lnTo>
                <a:lnTo>
                  <a:pt x="500625" y="580822"/>
                </a:lnTo>
                <a:lnTo>
                  <a:pt x="499663" y="593939"/>
                </a:lnTo>
                <a:lnTo>
                  <a:pt x="507516" y="632470"/>
                </a:lnTo>
                <a:lnTo>
                  <a:pt x="528931" y="663936"/>
                </a:lnTo>
                <a:lnTo>
                  <a:pt x="560695" y="685152"/>
                </a:lnTo>
                <a:lnTo>
                  <a:pt x="599595" y="692931"/>
                </a:lnTo>
                <a:lnTo>
                  <a:pt x="638495" y="685152"/>
                </a:lnTo>
                <a:lnTo>
                  <a:pt x="670259" y="663937"/>
                </a:lnTo>
                <a:lnTo>
                  <a:pt x="684211" y="643435"/>
                </a:lnTo>
                <a:lnTo>
                  <a:pt x="599595" y="643435"/>
                </a:lnTo>
                <a:lnTo>
                  <a:pt x="580138" y="639546"/>
                </a:lnTo>
                <a:lnTo>
                  <a:pt x="564256" y="628939"/>
                </a:lnTo>
                <a:lnTo>
                  <a:pt x="553553" y="613206"/>
                </a:lnTo>
                <a:lnTo>
                  <a:pt x="549690" y="594239"/>
                </a:lnTo>
                <a:lnTo>
                  <a:pt x="549629" y="593939"/>
                </a:lnTo>
                <a:lnTo>
                  <a:pt x="553553" y="574673"/>
                </a:lnTo>
                <a:lnTo>
                  <a:pt x="564256" y="558940"/>
                </a:lnTo>
                <a:lnTo>
                  <a:pt x="580138" y="548332"/>
                </a:lnTo>
                <a:lnTo>
                  <a:pt x="599595" y="544443"/>
                </a:lnTo>
                <a:lnTo>
                  <a:pt x="684211" y="544443"/>
                </a:lnTo>
                <a:lnTo>
                  <a:pt x="670259" y="523941"/>
                </a:lnTo>
                <a:lnTo>
                  <a:pt x="647849" y="508974"/>
                </a:lnTo>
                <a:lnTo>
                  <a:pt x="549133" y="508973"/>
                </a:lnTo>
                <a:lnTo>
                  <a:pt x="489191" y="449584"/>
                </a:lnTo>
                <a:close/>
              </a:path>
              <a:path w="699770" h="693420">
                <a:moveTo>
                  <a:pt x="185949" y="544442"/>
                </a:moveTo>
                <a:lnTo>
                  <a:pt x="99931" y="544442"/>
                </a:lnTo>
                <a:lnTo>
                  <a:pt x="119380" y="548332"/>
                </a:lnTo>
                <a:lnTo>
                  <a:pt x="135262" y="558940"/>
                </a:lnTo>
                <a:lnTo>
                  <a:pt x="145970" y="574673"/>
                </a:lnTo>
                <a:lnTo>
                  <a:pt x="149897" y="593939"/>
                </a:lnTo>
                <a:lnTo>
                  <a:pt x="145946" y="613206"/>
                </a:lnTo>
                <a:lnTo>
                  <a:pt x="135217" y="628939"/>
                </a:lnTo>
                <a:lnTo>
                  <a:pt x="119289" y="639545"/>
                </a:lnTo>
                <a:lnTo>
                  <a:pt x="99931" y="643435"/>
                </a:lnTo>
                <a:lnTo>
                  <a:pt x="184546" y="643435"/>
                </a:lnTo>
                <a:lnTo>
                  <a:pt x="192009" y="632470"/>
                </a:lnTo>
                <a:lnTo>
                  <a:pt x="199801" y="594239"/>
                </a:lnTo>
                <a:lnTo>
                  <a:pt x="199863" y="593939"/>
                </a:lnTo>
                <a:lnTo>
                  <a:pt x="198899" y="580822"/>
                </a:lnTo>
                <a:lnTo>
                  <a:pt x="196186" y="568007"/>
                </a:lnTo>
                <a:lnTo>
                  <a:pt x="191771" y="555666"/>
                </a:lnTo>
                <a:lnTo>
                  <a:pt x="185949" y="544442"/>
                </a:lnTo>
                <a:close/>
              </a:path>
              <a:path w="699770" h="693420">
                <a:moveTo>
                  <a:pt x="684211" y="544443"/>
                </a:moveTo>
                <a:lnTo>
                  <a:pt x="599595" y="544443"/>
                </a:lnTo>
                <a:lnTo>
                  <a:pt x="619038" y="548332"/>
                </a:lnTo>
                <a:lnTo>
                  <a:pt x="634920" y="558940"/>
                </a:lnTo>
                <a:lnTo>
                  <a:pt x="645632" y="574673"/>
                </a:lnTo>
                <a:lnTo>
                  <a:pt x="649560" y="593939"/>
                </a:lnTo>
                <a:lnTo>
                  <a:pt x="645610" y="613206"/>
                </a:lnTo>
                <a:lnTo>
                  <a:pt x="634878" y="628939"/>
                </a:lnTo>
                <a:lnTo>
                  <a:pt x="618945" y="639546"/>
                </a:lnTo>
                <a:lnTo>
                  <a:pt x="599595" y="643435"/>
                </a:lnTo>
                <a:lnTo>
                  <a:pt x="684211" y="643435"/>
                </a:lnTo>
                <a:lnTo>
                  <a:pt x="691674" y="632471"/>
                </a:lnTo>
                <a:lnTo>
                  <a:pt x="699465" y="594239"/>
                </a:lnTo>
                <a:lnTo>
                  <a:pt x="699526" y="593939"/>
                </a:lnTo>
                <a:lnTo>
                  <a:pt x="691844" y="556241"/>
                </a:lnTo>
                <a:lnTo>
                  <a:pt x="691726" y="555666"/>
                </a:lnTo>
                <a:lnTo>
                  <a:pt x="691674" y="555407"/>
                </a:lnTo>
                <a:lnTo>
                  <a:pt x="684211" y="544443"/>
                </a:lnTo>
                <a:close/>
              </a:path>
              <a:path w="699770" h="693420">
                <a:moveTo>
                  <a:pt x="221015" y="183928"/>
                </a:moveTo>
                <a:lnTo>
                  <a:pt x="150373" y="183928"/>
                </a:lnTo>
                <a:lnTo>
                  <a:pt x="245654" y="278334"/>
                </a:lnTo>
                <a:lnTo>
                  <a:pt x="230046" y="311223"/>
                </a:lnTo>
                <a:lnTo>
                  <a:pt x="224846" y="346474"/>
                </a:lnTo>
                <a:lnTo>
                  <a:pt x="230046" y="381691"/>
                </a:lnTo>
                <a:lnTo>
                  <a:pt x="245654" y="414581"/>
                </a:lnTo>
                <a:lnTo>
                  <a:pt x="150376" y="508973"/>
                </a:lnTo>
                <a:lnTo>
                  <a:pt x="221028" y="508973"/>
                </a:lnTo>
                <a:lnTo>
                  <a:pt x="280980" y="449584"/>
                </a:lnTo>
                <a:lnTo>
                  <a:pt x="489191" y="449584"/>
                </a:lnTo>
                <a:lnTo>
                  <a:pt x="460056" y="420718"/>
                </a:lnTo>
                <a:lnTo>
                  <a:pt x="349766" y="420718"/>
                </a:lnTo>
                <a:lnTo>
                  <a:pt x="320588" y="414881"/>
                </a:lnTo>
                <a:lnTo>
                  <a:pt x="296765" y="398964"/>
                </a:lnTo>
                <a:lnTo>
                  <a:pt x="280706" y="375364"/>
                </a:lnTo>
                <a:lnTo>
                  <a:pt x="274818" y="346474"/>
                </a:lnTo>
                <a:lnTo>
                  <a:pt x="280724" y="317574"/>
                </a:lnTo>
                <a:lnTo>
                  <a:pt x="296790" y="293983"/>
                </a:lnTo>
                <a:lnTo>
                  <a:pt x="320606" y="278076"/>
                </a:lnTo>
                <a:lnTo>
                  <a:pt x="349766" y="272229"/>
                </a:lnTo>
                <a:lnTo>
                  <a:pt x="460024" y="272229"/>
                </a:lnTo>
                <a:lnTo>
                  <a:pt x="489204" y="243324"/>
                </a:lnTo>
                <a:lnTo>
                  <a:pt x="280980" y="243323"/>
                </a:lnTo>
                <a:lnTo>
                  <a:pt x="221015" y="183928"/>
                </a:lnTo>
                <a:close/>
              </a:path>
              <a:path w="699770" h="693420">
                <a:moveTo>
                  <a:pt x="599595" y="494946"/>
                </a:moveTo>
                <a:lnTo>
                  <a:pt x="586341" y="495900"/>
                </a:lnTo>
                <a:lnTo>
                  <a:pt x="573404" y="498588"/>
                </a:lnTo>
                <a:lnTo>
                  <a:pt x="560943" y="502961"/>
                </a:lnTo>
                <a:lnTo>
                  <a:pt x="549123" y="508973"/>
                </a:lnTo>
                <a:lnTo>
                  <a:pt x="647849" y="508974"/>
                </a:lnTo>
                <a:lnTo>
                  <a:pt x="638494" y="502726"/>
                </a:lnTo>
                <a:lnTo>
                  <a:pt x="599595" y="494946"/>
                </a:lnTo>
                <a:close/>
              </a:path>
              <a:path w="699770" h="693420">
                <a:moveTo>
                  <a:pt x="460024" y="272229"/>
                </a:moveTo>
                <a:lnTo>
                  <a:pt x="349766" y="272229"/>
                </a:lnTo>
                <a:lnTo>
                  <a:pt x="378951" y="278076"/>
                </a:lnTo>
                <a:lnTo>
                  <a:pt x="402763" y="293983"/>
                </a:lnTo>
                <a:lnTo>
                  <a:pt x="418823" y="317574"/>
                </a:lnTo>
                <a:lnTo>
                  <a:pt x="424715" y="346474"/>
                </a:lnTo>
                <a:lnTo>
                  <a:pt x="418822" y="375364"/>
                </a:lnTo>
                <a:lnTo>
                  <a:pt x="402755" y="398965"/>
                </a:lnTo>
                <a:lnTo>
                  <a:pt x="378930" y="414881"/>
                </a:lnTo>
                <a:lnTo>
                  <a:pt x="349766" y="420718"/>
                </a:lnTo>
                <a:lnTo>
                  <a:pt x="460056" y="420718"/>
                </a:lnTo>
                <a:lnTo>
                  <a:pt x="453861" y="414581"/>
                </a:lnTo>
                <a:lnTo>
                  <a:pt x="469469" y="381691"/>
                </a:lnTo>
                <a:lnTo>
                  <a:pt x="474670" y="346474"/>
                </a:lnTo>
                <a:lnTo>
                  <a:pt x="469469" y="311223"/>
                </a:lnTo>
                <a:lnTo>
                  <a:pt x="453861" y="278334"/>
                </a:lnTo>
                <a:lnTo>
                  <a:pt x="460024" y="272229"/>
                </a:lnTo>
                <a:close/>
              </a:path>
              <a:path w="699770" h="693420">
                <a:moveTo>
                  <a:pt x="349766" y="222708"/>
                </a:moveTo>
                <a:lnTo>
                  <a:pt x="314196" y="227862"/>
                </a:lnTo>
                <a:lnTo>
                  <a:pt x="280980" y="243323"/>
                </a:lnTo>
                <a:lnTo>
                  <a:pt x="418552" y="243323"/>
                </a:lnTo>
                <a:lnTo>
                  <a:pt x="385336" y="227862"/>
                </a:lnTo>
                <a:lnTo>
                  <a:pt x="349766" y="222708"/>
                </a:lnTo>
                <a:close/>
              </a:path>
              <a:path w="699770" h="693420">
                <a:moveTo>
                  <a:pt x="554060" y="72899"/>
                </a:moveTo>
                <a:lnTo>
                  <a:pt x="500307" y="91521"/>
                </a:lnTo>
                <a:lnTo>
                  <a:pt x="476554" y="131190"/>
                </a:lnTo>
                <a:lnTo>
                  <a:pt x="474680" y="147767"/>
                </a:lnTo>
                <a:lnTo>
                  <a:pt x="476554" y="164350"/>
                </a:lnTo>
                <a:lnTo>
                  <a:pt x="482175" y="180298"/>
                </a:lnTo>
                <a:lnTo>
                  <a:pt x="418552" y="243323"/>
                </a:lnTo>
                <a:lnTo>
                  <a:pt x="489204" y="243324"/>
                </a:lnTo>
                <a:lnTo>
                  <a:pt x="517484" y="215309"/>
                </a:lnTo>
                <a:lnTo>
                  <a:pt x="580848" y="215309"/>
                </a:lnTo>
                <a:lnTo>
                  <a:pt x="600349" y="204024"/>
                </a:lnTo>
                <a:lnTo>
                  <a:pt x="618481" y="180298"/>
                </a:lnTo>
                <a:lnTo>
                  <a:pt x="625916" y="151460"/>
                </a:lnTo>
                <a:lnTo>
                  <a:pt x="621750" y="123023"/>
                </a:lnTo>
                <a:lnTo>
                  <a:pt x="607122" y="98212"/>
                </a:lnTo>
                <a:lnTo>
                  <a:pt x="583172" y="80250"/>
                </a:lnTo>
                <a:lnTo>
                  <a:pt x="554060" y="72899"/>
                </a:lnTo>
                <a:close/>
              </a:path>
              <a:path w="699770" h="693420">
                <a:moveTo>
                  <a:pt x="580848" y="215309"/>
                </a:moveTo>
                <a:lnTo>
                  <a:pt x="517484" y="215309"/>
                </a:lnTo>
                <a:lnTo>
                  <a:pt x="546809" y="222708"/>
                </a:lnTo>
                <a:lnTo>
                  <a:pt x="546224" y="222708"/>
                </a:lnTo>
                <a:lnTo>
                  <a:pt x="575303" y="218518"/>
                </a:lnTo>
                <a:lnTo>
                  <a:pt x="580848" y="215309"/>
                </a:lnTo>
                <a:close/>
              </a:path>
              <a:path w="699770" h="693420">
                <a:moveTo>
                  <a:pt x="99931" y="0"/>
                </a:moveTo>
                <a:lnTo>
                  <a:pt x="61032" y="7778"/>
                </a:lnTo>
                <a:lnTo>
                  <a:pt x="29268" y="28992"/>
                </a:lnTo>
                <a:lnTo>
                  <a:pt x="7852" y="60458"/>
                </a:lnTo>
                <a:lnTo>
                  <a:pt x="0" y="98992"/>
                </a:lnTo>
                <a:lnTo>
                  <a:pt x="7800" y="137256"/>
                </a:lnTo>
                <a:lnTo>
                  <a:pt x="7852" y="137513"/>
                </a:lnTo>
                <a:lnTo>
                  <a:pt x="29268" y="168980"/>
                </a:lnTo>
                <a:lnTo>
                  <a:pt x="61032" y="190201"/>
                </a:lnTo>
                <a:lnTo>
                  <a:pt x="99931" y="197985"/>
                </a:lnTo>
                <a:lnTo>
                  <a:pt x="113171" y="197027"/>
                </a:lnTo>
                <a:lnTo>
                  <a:pt x="126106" y="194334"/>
                </a:lnTo>
                <a:lnTo>
                  <a:pt x="138564" y="189952"/>
                </a:lnTo>
                <a:lnTo>
                  <a:pt x="150373" y="183928"/>
                </a:lnTo>
                <a:lnTo>
                  <a:pt x="221015" y="183928"/>
                </a:lnTo>
                <a:lnTo>
                  <a:pt x="185702" y="148950"/>
                </a:lnTo>
                <a:lnTo>
                  <a:pt x="185942" y="148488"/>
                </a:lnTo>
                <a:lnTo>
                  <a:pt x="99931" y="148488"/>
                </a:lnTo>
                <a:lnTo>
                  <a:pt x="80560" y="144597"/>
                </a:lnTo>
                <a:lnTo>
                  <a:pt x="64632" y="133986"/>
                </a:lnTo>
                <a:lnTo>
                  <a:pt x="53908" y="118252"/>
                </a:lnTo>
                <a:lnTo>
                  <a:pt x="49965" y="98992"/>
                </a:lnTo>
                <a:lnTo>
                  <a:pt x="53783" y="80249"/>
                </a:lnTo>
                <a:lnTo>
                  <a:pt x="53891" y="79718"/>
                </a:lnTo>
                <a:lnTo>
                  <a:pt x="64599" y="63986"/>
                </a:lnTo>
                <a:lnTo>
                  <a:pt x="80481" y="53383"/>
                </a:lnTo>
                <a:lnTo>
                  <a:pt x="99931" y="49496"/>
                </a:lnTo>
                <a:lnTo>
                  <a:pt x="184548" y="49496"/>
                </a:lnTo>
                <a:lnTo>
                  <a:pt x="170592" y="28992"/>
                </a:lnTo>
                <a:lnTo>
                  <a:pt x="138828" y="7778"/>
                </a:lnTo>
                <a:lnTo>
                  <a:pt x="99931" y="0"/>
                </a:lnTo>
                <a:close/>
              </a:path>
              <a:path w="699770" h="693420">
                <a:moveTo>
                  <a:pt x="184548" y="49496"/>
                </a:moveTo>
                <a:lnTo>
                  <a:pt x="99931" y="49496"/>
                </a:lnTo>
                <a:lnTo>
                  <a:pt x="119379" y="53383"/>
                </a:lnTo>
                <a:lnTo>
                  <a:pt x="135262" y="63986"/>
                </a:lnTo>
                <a:lnTo>
                  <a:pt x="145970" y="79718"/>
                </a:lnTo>
                <a:lnTo>
                  <a:pt x="149897" y="98992"/>
                </a:lnTo>
                <a:lnTo>
                  <a:pt x="145970" y="118252"/>
                </a:lnTo>
                <a:lnTo>
                  <a:pt x="135262" y="133986"/>
                </a:lnTo>
                <a:lnTo>
                  <a:pt x="119379" y="144597"/>
                </a:lnTo>
                <a:lnTo>
                  <a:pt x="99931" y="148488"/>
                </a:lnTo>
                <a:lnTo>
                  <a:pt x="185942" y="148488"/>
                </a:lnTo>
                <a:lnTo>
                  <a:pt x="191770" y="137256"/>
                </a:lnTo>
                <a:lnTo>
                  <a:pt x="196185" y="124912"/>
                </a:lnTo>
                <a:lnTo>
                  <a:pt x="198899" y="112097"/>
                </a:lnTo>
                <a:lnTo>
                  <a:pt x="199862" y="98992"/>
                </a:lnTo>
                <a:lnTo>
                  <a:pt x="192009" y="60458"/>
                </a:lnTo>
                <a:lnTo>
                  <a:pt x="184548" y="49496"/>
                </a:lnTo>
                <a:close/>
              </a:path>
            </a:pathLst>
          </a:custGeom>
          <a:solidFill>
            <a:srgbClr val="000000"/>
          </a:solidFill>
        </p:spPr>
        <p:txBody>
          <a:bodyPr wrap="square" lIns="0" tIns="0" rIns="0" bIns="0" rtlCol="0"/>
          <a:lstStyle/>
          <a:p>
            <a:endParaRPr sz="2184"/>
          </a:p>
        </p:txBody>
      </p:sp>
      <p:sp>
        <p:nvSpPr>
          <p:cNvPr id="15" name="object 15"/>
          <p:cNvSpPr/>
          <p:nvPr/>
        </p:nvSpPr>
        <p:spPr>
          <a:xfrm>
            <a:off x="1370568" y="3797770"/>
            <a:ext cx="899394" cy="889384"/>
          </a:xfrm>
          <a:custGeom>
            <a:avLst/>
            <a:gdLst/>
            <a:ahLst/>
            <a:cxnLst/>
            <a:rect l="l" t="t" r="r" b="b"/>
            <a:pathLst>
              <a:path w="741680" h="733425">
                <a:moveTo>
                  <a:pt x="370356" y="0"/>
                </a:moveTo>
                <a:lnTo>
                  <a:pt x="322743" y="5515"/>
                </a:lnTo>
                <a:lnTo>
                  <a:pt x="278981" y="21224"/>
                </a:lnTo>
                <a:lnTo>
                  <a:pt x="240337" y="45870"/>
                </a:lnTo>
                <a:lnTo>
                  <a:pt x="208077" y="78199"/>
                </a:lnTo>
                <a:lnTo>
                  <a:pt x="183466" y="116954"/>
                </a:lnTo>
                <a:lnTo>
                  <a:pt x="167771" y="160880"/>
                </a:lnTo>
                <a:lnTo>
                  <a:pt x="162258" y="208722"/>
                </a:lnTo>
                <a:lnTo>
                  <a:pt x="169468" y="263203"/>
                </a:lnTo>
                <a:lnTo>
                  <a:pt x="190080" y="312933"/>
                </a:lnTo>
                <a:lnTo>
                  <a:pt x="222567" y="355650"/>
                </a:lnTo>
                <a:lnTo>
                  <a:pt x="265403" y="389093"/>
                </a:lnTo>
                <a:lnTo>
                  <a:pt x="220302" y="405790"/>
                </a:lnTo>
                <a:lnTo>
                  <a:pt x="178274" y="427693"/>
                </a:lnTo>
                <a:lnTo>
                  <a:pt x="139713" y="454322"/>
                </a:lnTo>
                <a:lnTo>
                  <a:pt x="105013" y="485200"/>
                </a:lnTo>
                <a:lnTo>
                  <a:pt x="74569" y="519849"/>
                </a:lnTo>
                <a:lnTo>
                  <a:pt x="48776" y="557792"/>
                </a:lnTo>
                <a:lnTo>
                  <a:pt x="28028" y="598551"/>
                </a:lnTo>
                <a:lnTo>
                  <a:pt x="12720" y="641648"/>
                </a:lnTo>
                <a:lnTo>
                  <a:pt x="3245" y="686605"/>
                </a:lnTo>
                <a:lnTo>
                  <a:pt x="0" y="732945"/>
                </a:lnTo>
                <a:lnTo>
                  <a:pt x="17491" y="732945"/>
                </a:lnTo>
                <a:lnTo>
                  <a:pt x="20876" y="686812"/>
                </a:lnTo>
                <a:lnTo>
                  <a:pt x="30743" y="642140"/>
                </a:lnTo>
                <a:lnTo>
                  <a:pt x="46661" y="599452"/>
                </a:lnTo>
                <a:lnTo>
                  <a:pt x="68199" y="559269"/>
                </a:lnTo>
                <a:lnTo>
                  <a:pt x="94927" y="522111"/>
                </a:lnTo>
                <a:lnTo>
                  <a:pt x="126415" y="488500"/>
                </a:lnTo>
                <a:lnTo>
                  <a:pt x="162230" y="458958"/>
                </a:lnTo>
                <a:lnTo>
                  <a:pt x="201944" y="434005"/>
                </a:lnTo>
                <a:lnTo>
                  <a:pt x="245124" y="414163"/>
                </a:lnTo>
                <a:lnTo>
                  <a:pt x="291340" y="399952"/>
                </a:lnTo>
                <a:lnTo>
                  <a:pt x="294957" y="398747"/>
                </a:lnTo>
                <a:lnTo>
                  <a:pt x="297971" y="395732"/>
                </a:lnTo>
                <a:lnTo>
                  <a:pt x="297971" y="392107"/>
                </a:lnTo>
                <a:lnTo>
                  <a:pt x="298573" y="388490"/>
                </a:lnTo>
                <a:lnTo>
                  <a:pt x="296162" y="384873"/>
                </a:lnTo>
                <a:lnTo>
                  <a:pt x="293148" y="383667"/>
                </a:lnTo>
                <a:lnTo>
                  <a:pt x="254656" y="360896"/>
                </a:lnTo>
                <a:lnTo>
                  <a:pt x="223054" y="330511"/>
                </a:lnTo>
                <a:lnTo>
                  <a:pt x="199297" y="294016"/>
                </a:lnTo>
                <a:lnTo>
                  <a:pt x="184342" y="252918"/>
                </a:lnTo>
                <a:lnTo>
                  <a:pt x="179145" y="208722"/>
                </a:lnTo>
                <a:lnTo>
                  <a:pt x="184231" y="164889"/>
                </a:lnTo>
                <a:lnTo>
                  <a:pt x="198707" y="124644"/>
                </a:lnTo>
                <a:lnTo>
                  <a:pt x="221404" y="89136"/>
                </a:lnTo>
                <a:lnTo>
                  <a:pt x="251148" y="59517"/>
                </a:lnTo>
                <a:lnTo>
                  <a:pt x="286770" y="36936"/>
                </a:lnTo>
                <a:lnTo>
                  <a:pt x="327097" y="22544"/>
                </a:lnTo>
                <a:lnTo>
                  <a:pt x="370959" y="17491"/>
                </a:lnTo>
                <a:lnTo>
                  <a:pt x="414597" y="22544"/>
                </a:lnTo>
                <a:lnTo>
                  <a:pt x="454764" y="36936"/>
                </a:lnTo>
                <a:lnTo>
                  <a:pt x="490279" y="59517"/>
                </a:lnTo>
                <a:lnTo>
                  <a:pt x="519958" y="89136"/>
                </a:lnTo>
                <a:lnTo>
                  <a:pt x="542621" y="124644"/>
                </a:lnTo>
                <a:lnTo>
                  <a:pt x="557086" y="164889"/>
                </a:lnTo>
                <a:lnTo>
                  <a:pt x="562170" y="208722"/>
                </a:lnTo>
                <a:lnTo>
                  <a:pt x="556973" y="252918"/>
                </a:lnTo>
                <a:lnTo>
                  <a:pt x="542020" y="294016"/>
                </a:lnTo>
                <a:lnTo>
                  <a:pt x="518264" y="330511"/>
                </a:lnTo>
                <a:lnTo>
                  <a:pt x="486662" y="360896"/>
                </a:lnTo>
                <a:lnTo>
                  <a:pt x="448167" y="383667"/>
                </a:lnTo>
                <a:lnTo>
                  <a:pt x="445153" y="384873"/>
                </a:lnTo>
                <a:lnTo>
                  <a:pt x="442741" y="388490"/>
                </a:lnTo>
                <a:lnTo>
                  <a:pt x="443344" y="392107"/>
                </a:lnTo>
                <a:lnTo>
                  <a:pt x="443344" y="395732"/>
                </a:lnTo>
                <a:lnTo>
                  <a:pt x="446358" y="398747"/>
                </a:lnTo>
                <a:lnTo>
                  <a:pt x="449975" y="399952"/>
                </a:lnTo>
                <a:lnTo>
                  <a:pt x="496193" y="414163"/>
                </a:lnTo>
                <a:lnTo>
                  <a:pt x="539375" y="434005"/>
                </a:lnTo>
                <a:lnTo>
                  <a:pt x="579089" y="458958"/>
                </a:lnTo>
                <a:lnTo>
                  <a:pt x="614905" y="488500"/>
                </a:lnTo>
                <a:lnTo>
                  <a:pt x="646393" y="522111"/>
                </a:lnTo>
                <a:lnTo>
                  <a:pt x="673121" y="559269"/>
                </a:lnTo>
                <a:lnTo>
                  <a:pt x="694659" y="599452"/>
                </a:lnTo>
                <a:lnTo>
                  <a:pt x="710577" y="642140"/>
                </a:lnTo>
                <a:lnTo>
                  <a:pt x="720443" y="686812"/>
                </a:lnTo>
                <a:lnTo>
                  <a:pt x="723827" y="732945"/>
                </a:lnTo>
                <a:lnTo>
                  <a:pt x="741317" y="732945"/>
                </a:lnTo>
                <a:lnTo>
                  <a:pt x="738071" y="686605"/>
                </a:lnTo>
                <a:lnTo>
                  <a:pt x="728597" y="641648"/>
                </a:lnTo>
                <a:lnTo>
                  <a:pt x="713288" y="598551"/>
                </a:lnTo>
                <a:lnTo>
                  <a:pt x="692540" y="557792"/>
                </a:lnTo>
                <a:lnTo>
                  <a:pt x="666746" y="519849"/>
                </a:lnTo>
                <a:lnTo>
                  <a:pt x="636302" y="485200"/>
                </a:lnTo>
                <a:lnTo>
                  <a:pt x="601603" y="454322"/>
                </a:lnTo>
                <a:lnTo>
                  <a:pt x="563041" y="427693"/>
                </a:lnTo>
                <a:lnTo>
                  <a:pt x="521013" y="405790"/>
                </a:lnTo>
                <a:lnTo>
                  <a:pt x="475912" y="389093"/>
                </a:lnTo>
                <a:lnTo>
                  <a:pt x="518748" y="355650"/>
                </a:lnTo>
                <a:lnTo>
                  <a:pt x="551235" y="312933"/>
                </a:lnTo>
                <a:lnTo>
                  <a:pt x="571847" y="263203"/>
                </a:lnTo>
                <a:lnTo>
                  <a:pt x="579057" y="208722"/>
                </a:lnTo>
                <a:lnTo>
                  <a:pt x="573542" y="160880"/>
                </a:lnTo>
                <a:lnTo>
                  <a:pt x="557835" y="116954"/>
                </a:lnTo>
                <a:lnTo>
                  <a:pt x="533191" y="78199"/>
                </a:lnTo>
                <a:lnTo>
                  <a:pt x="500865" y="45870"/>
                </a:lnTo>
                <a:lnTo>
                  <a:pt x="462114" y="21224"/>
                </a:lnTo>
                <a:lnTo>
                  <a:pt x="418192" y="5515"/>
                </a:lnTo>
                <a:lnTo>
                  <a:pt x="370356" y="0"/>
                </a:lnTo>
                <a:close/>
              </a:path>
            </a:pathLst>
          </a:custGeom>
          <a:solidFill>
            <a:srgbClr val="0E61FD"/>
          </a:solidFill>
        </p:spPr>
        <p:txBody>
          <a:bodyPr wrap="square" lIns="0" tIns="0" rIns="0" bIns="0" rtlCol="0"/>
          <a:lstStyle/>
          <a:p>
            <a:endParaRPr sz="2184"/>
          </a:p>
        </p:txBody>
      </p:sp>
      <p:sp>
        <p:nvSpPr>
          <p:cNvPr id="16" name="object 16"/>
          <p:cNvSpPr/>
          <p:nvPr/>
        </p:nvSpPr>
        <p:spPr>
          <a:xfrm>
            <a:off x="2638407" y="4205903"/>
            <a:ext cx="1624996" cy="91438"/>
          </a:xfrm>
          <a:custGeom>
            <a:avLst/>
            <a:gdLst/>
            <a:ahLst/>
            <a:cxnLst/>
            <a:rect l="l" t="t" r="r" b="b"/>
            <a:pathLst>
              <a:path w="1508760" h="131445">
                <a:moveTo>
                  <a:pt x="1377654" y="0"/>
                </a:moveTo>
                <a:lnTo>
                  <a:pt x="1377654" y="130886"/>
                </a:lnTo>
                <a:lnTo>
                  <a:pt x="1482363" y="78531"/>
                </a:lnTo>
                <a:lnTo>
                  <a:pt x="1390742" y="78531"/>
                </a:lnTo>
                <a:lnTo>
                  <a:pt x="1390742" y="52354"/>
                </a:lnTo>
                <a:lnTo>
                  <a:pt x="1482363" y="52354"/>
                </a:lnTo>
                <a:lnTo>
                  <a:pt x="1377654" y="0"/>
                </a:lnTo>
                <a:close/>
              </a:path>
              <a:path w="1508760" h="131445">
                <a:moveTo>
                  <a:pt x="1377654" y="52354"/>
                </a:moveTo>
                <a:lnTo>
                  <a:pt x="0" y="52354"/>
                </a:lnTo>
                <a:lnTo>
                  <a:pt x="0" y="78531"/>
                </a:lnTo>
                <a:lnTo>
                  <a:pt x="1377654" y="78531"/>
                </a:lnTo>
                <a:lnTo>
                  <a:pt x="1377654" y="52354"/>
                </a:lnTo>
                <a:close/>
              </a:path>
              <a:path w="1508760" h="131445">
                <a:moveTo>
                  <a:pt x="1482363" y="52354"/>
                </a:moveTo>
                <a:lnTo>
                  <a:pt x="1390742" y="52354"/>
                </a:lnTo>
                <a:lnTo>
                  <a:pt x="1390742" y="78531"/>
                </a:lnTo>
                <a:lnTo>
                  <a:pt x="1482363" y="78531"/>
                </a:lnTo>
                <a:lnTo>
                  <a:pt x="1508540" y="65443"/>
                </a:lnTo>
                <a:lnTo>
                  <a:pt x="1482363" y="52354"/>
                </a:lnTo>
                <a:close/>
              </a:path>
            </a:pathLst>
          </a:custGeom>
          <a:solidFill>
            <a:srgbClr val="000000"/>
          </a:solidFill>
        </p:spPr>
        <p:txBody>
          <a:bodyPr wrap="square" lIns="0" tIns="0" rIns="0" bIns="0" rtlCol="0"/>
          <a:lstStyle/>
          <a:p>
            <a:endParaRPr sz="2184"/>
          </a:p>
        </p:txBody>
      </p:sp>
      <p:sp>
        <p:nvSpPr>
          <p:cNvPr id="17" name="object 17"/>
          <p:cNvSpPr txBox="1"/>
          <p:nvPr/>
        </p:nvSpPr>
        <p:spPr>
          <a:xfrm>
            <a:off x="13264058" y="5550671"/>
            <a:ext cx="2580493" cy="403926"/>
          </a:xfrm>
          <a:prstGeom prst="rect">
            <a:avLst/>
          </a:prstGeom>
        </p:spPr>
        <p:txBody>
          <a:bodyPr vert="horz" wrap="square" lIns="0" tIns="15400" rIns="0" bIns="0" rtlCol="0">
            <a:spAutoFit/>
          </a:bodyPr>
          <a:lstStyle/>
          <a:p>
            <a:pPr marL="15398" marR="6160" algn="ctr">
              <a:lnSpc>
                <a:spcPct val="112000"/>
              </a:lnSpc>
              <a:spcBef>
                <a:spcPts val="116"/>
              </a:spcBef>
            </a:pPr>
            <a:r>
              <a:rPr lang="en-US" sz="2400" spc="-42" dirty="0">
                <a:cs typeface="Arial"/>
              </a:rPr>
              <a:t>Custom-built agent</a:t>
            </a:r>
            <a:endParaRPr sz="2400" spc="-42" dirty="0">
              <a:cs typeface="Arial"/>
            </a:endParaRPr>
          </a:p>
        </p:txBody>
      </p:sp>
      <p:sp>
        <p:nvSpPr>
          <p:cNvPr id="30" name="object 30"/>
          <p:cNvSpPr txBox="1"/>
          <p:nvPr/>
        </p:nvSpPr>
        <p:spPr>
          <a:xfrm>
            <a:off x="13033889" y="7773115"/>
            <a:ext cx="3179859" cy="403926"/>
          </a:xfrm>
          <a:prstGeom prst="rect">
            <a:avLst/>
          </a:prstGeom>
        </p:spPr>
        <p:txBody>
          <a:bodyPr vert="horz" wrap="square" lIns="0" tIns="14630" rIns="0" bIns="0" rtlCol="0">
            <a:spAutoFit/>
          </a:bodyPr>
          <a:lstStyle/>
          <a:p>
            <a:pPr marL="15398" marR="6160" algn="ctr">
              <a:lnSpc>
                <a:spcPct val="112000"/>
              </a:lnSpc>
              <a:spcBef>
                <a:spcPts val="116"/>
              </a:spcBef>
            </a:pPr>
            <a:r>
              <a:rPr lang="en-US" sz="2400" spc="-42" dirty="0">
                <a:cs typeface="Arial"/>
              </a:rPr>
              <a:t>Pre-built Agent</a:t>
            </a:r>
            <a:endParaRPr sz="2400" spc="-42" dirty="0">
              <a:cs typeface="Arial"/>
            </a:endParaRPr>
          </a:p>
        </p:txBody>
      </p:sp>
      <p:sp>
        <p:nvSpPr>
          <p:cNvPr id="31" name="object 31"/>
          <p:cNvSpPr txBox="1"/>
          <p:nvPr/>
        </p:nvSpPr>
        <p:spPr>
          <a:xfrm>
            <a:off x="13121183" y="9766148"/>
            <a:ext cx="3039207" cy="403926"/>
          </a:xfrm>
          <a:prstGeom prst="rect">
            <a:avLst/>
          </a:prstGeom>
        </p:spPr>
        <p:txBody>
          <a:bodyPr vert="horz" wrap="square" lIns="0" tIns="15400" rIns="0" bIns="0" rtlCol="0">
            <a:spAutoFit/>
          </a:bodyPr>
          <a:lstStyle/>
          <a:p>
            <a:pPr marL="15398" marR="6160" algn="ctr">
              <a:lnSpc>
                <a:spcPct val="112000"/>
              </a:lnSpc>
              <a:spcBef>
                <a:spcPts val="116"/>
              </a:spcBef>
            </a:pPr>
            <a:r>
              <a:rPr lang="en-US" sz="2400" spc="-42" dirty="0">
                <a:cs typeface="Arial"/>
              </a:rPr>
              <a:t>3</a:t>
            </a:r>
            <a:r>
              <a:rPr lang="en-US" sz="2400" spc="-42" baseline="30000" dirty="0">
                <a:cs typeface="Arial"/>
              </a:rPr>
              <a:t>rd</a:t>
            </a:r>
            <a:r>
              <a:rPr lang="en-US" sz="2400" spc="-42" dirty="0">
                <a:cs typeface="Arial"/>
              </a:rPr>
              <a:t> party agent</a:t>
            </a:r>
            <a:endParaRPr sz="2400" spc="-42" dirty="0">
              <a:cs typeface="Arial"/>
            </a:endParaRPr>
          </a:p>
        </p:txBody>
      </p:sp>
      <p:grpSp>
        <p:nvGrpSpPr>
          <p:cNvPr id="99" name="Group 98">
            <a:extLst>
              <a:ext uri="{FF2B5EF4-FFF2-40B4-BE49-F238E27FC236}">
                <a16:creationId xmlns:a16="http://schemas.microsoft.com/office/drawing/2014/main" id="{84161D44-5B27-8BE7-91A0-0F76A1350730}"/>
              </a:ext>
            </a:extLst>
          </p:cNvPr>
          <p:cNvGrpSpPr/>
          <p:nvPr/>
        </p:nvGrpSpPr>
        <p:grpSpPr>
          <a:xfrm>
            <a:off x="3955006" y="3779935"/>
            <a:ext cx="2563426" cy="2863450"/>
            <a:chOff x="1844800" y="2180582"/>
            <a:chExt cx="1281713" cy="1431725"/>
          </a:xfrm>
        </p:grpSpPr>
        <p:sp>
          <p:nvSpPr>
            <p:cNvPr id="24" name="object 24"/>
            <p:cNvSpPr/>
            <p:nvPr/>
          </p:nvSpPr>
          <p:spPr>
            <a:xfrm>
              <a:off x="2196435" y="2180582"/>
              <a:ext cx="524005" cy="524005"/>
            </a:xfrm>
            <a:custGeom>
              <a:avLst/>
              <a:gdLst/>
              <a:ahLst/>
              <a:cxnLst/>
              <a:rect l="l" t="t" r="r" b="b"/>
              <a:pathLst>
                <a:path w="864235" h="864235">
                  <a:moveTo>
                    <a:pt x="719873" y="0"/>
                  </a:moveTo>
                  <a:lnTo>
                    <a:pt x="143974" y="0"/>
                  </a:lnTo>
                  <a:lnTo>
                    <a:pt x="98483" y="7344"/>
                  </a:lnTo>
                  <a:lnTo>
                    <a:pt x="58962" y="27797"/>
                  </a:lnTo>
                  <a:lnTo>
                    <a:pt x="27790" y="58985"/>
                  </a:lnTo>
                  <a:lnTo>
                    <a:pt x="7343" y="98536"/>
                  </a:lnTo>
                  <a:lnTo>
                    <a:pt x="0" y="144079"/>
                  </a:lnTo>
                  <a:lnTo>
                    <a:pt x="0" y="719978"/>
                  </a:lnTo>
                  <a:lnTo>
                    <a:pt x="7343" y="765520"/>
                  </a:lnTo>
                  <a:lnTo>
                    <a:pt x="27790" y="805072"/>
                  </a:lnTo>
                  <a:lnTo>
                    <a:pt x="58962" y="836260"/>
                  </a:lnTo>
                  <a:lnTo>
                    <a:pt x="98483" y="856712"/>
                  </a:lnTo>
                  <a:lnTo>
                    <a:pt x="143974" y="864057"/>
                  </a:lnTo>
                  <a:lnTo>
                    <a:pt x="719873" y="864057"/>
                  </a:lnTo>
                  <a:lnTo>
                    <a:pt x="765364" y="856712"/>
                  </a:lnTo>
                  <a:lnTo>
                    <a:pt x="804885" y="836260"/>
                  </a:lnTo>
                  <a:lnTo>
                    <a:pt x="836057" y="805072"/>
                  </a:lnTo>
                  <a:lnTo>
                    <a:pt x="856504" y="765520"/>
                  </a:lnTo>
                  <a:lnTo>
                    <a:pt x="863848" y="719978"/>
                  </a:lnTo>
                  <a:lnTo>
                    <a:pt x="863848" y="144079"/>
                  </a:lnTo>
                  <a:lnTo>
                    <a:pt x="856504" y="98536"/>
                  </a:lnTo>
                  <a:lnTo>
                    <a:pt x="836057" y="58985"/>
                  </a:lnTo>
                  <a:lnTo>
                    <a:pt x="804885" y="27797"/>
                  </a:lnTo>
                  <a:lnTo>
                    <a:pt x="765364" y="7344"/>
                  </a:lnTo>
                  <a:lnTo>
                    <a:pt x="719873" y="0"/>
                  </a:lnTo>
                  <a:close/>
                </a:path>
              </a:pathLst>
            </a:custGeom>
            <a:solidFill>
              <a:srgbClr val="E4F6FF"/>
            </a:solidFill>
          </p:spPr>
          <p:txBody>
            <a:bodyPr wrap="square" lIns="0" tIns="0" rIns="0" bIns="0" rtlCol="0"/>
            <a:lstStyle/>
            <a:p>
              <a:endParaRPr sz="2184"/>
            </a:p>
          </p:txBody>
        </p:sp>
        <p:sp>
          <p:nvSpPr>
            <p:cNvPr id="25" name="object 25"/>
            <p:cNvSpPr/>
            <p:nvPr/>
          </p:nvSpPr>
          <p:spPr>
            <a:xfrm>
              <a:off x="2196435" y="2180582"/>
              <a:ext cx="524005" cy="524005"/>
            </a:xfrm>
            <a:custGeom>
              <a:avLst/>
              <a:gdLst/>
              <a:ahLst/>
              <a:cxnLst/>
              <a:rect l="l" t="t" r="r" b="b"/>
              <a:pathLst>
                <a:path w="864235" h="864235">
                  <a:moveTo>
                    <a:pt x="0" y="144079"/>
                  </a:moveTo>
                  <a:lnTo>
                    <a:pt x="7343" y="98536"/>
                  </a:lnTo>
                  <a:lnTo>
                    <a:pt x="27790" y="58985"/>
                  </a:lnTo>
                  <a:lnTo>
                    <a:pt x="58962" y="27797"/>
                  </a:lnTo>
                  <a:lnTo>
                    <a:pt x="98483" y="7344"/>
                  </a:lnTo>
                  <a:lnTo>
                    <a:pt x="143974" y="0"/>
                  </a:lnTo>
                  <a:lnTo>
                    <a:pt x="719873" y="0"/>
                  </a:lnTo>
                  <a:lnTo>
                    <a:pt x="765364" y="7344"/>
                  </a:lnTo>
                  <a:lnTo>
                    <a:pt x="804885" y="27797"/>
                  </a:lnTo>
                  <a:lnTo>
                    <a:pt x="836057" y="58985"/>
                  </a:lnTo>
                  <a:lnTo>
                    <a:pt x="856504" y="98536"/>
                  </a:lnTo>
                  <a:lnTo>
                    <a:pt x="863848" y="144079"/>
                  </a:lnTo>
                  <a:lnTo>
                    <a:pt x="863848" y="719978"/>
                  </a:lnTo>
                  <a:lnTo>
                    <a:pt x="856504" y="765520"/>
                  </a:lnTo>
                  <a:lnTo>
                    <a:pt x="836057" y="805072"/>
                  </a:lnTo>
                  <a:lnTo>
                    <a:pt x="804885" y="836260"/>
                  </a:lnTo>
                  <a:lnTo>
                    <a:pt x="765364" y="856712"/>
                  </a:lnTo>
                  <a:lnTo>
                    <a:pt x="719873" y="864057"/>
                  </a:lnTo>
                  <a:lnTo>
                    <a:pt x="143974" y="864057"/>
                  </a:lnTo>
                  <a:lnTo>
                    <a:pt x="98483" y="856712"/>
                  </a:lnTo>
                  <a:lnTo>
                    <a:pt x="58962" y="836260"/>
                  </a:lnTo>
                  <a:lnTo>
                    <a:pt x="27790" y="805072"/>
                  </a:lnTo>
                  <a:lnTo>
                    <a:pt x="7343" y="765520"/>
                  </a:lnTo>
                  <a:lnTo>
                    <a:pt x="0" y="719978"/>
                  </a:lnTo>
                  <a:lnTo>
                    <a:pt x="0" y="144079"/>
                  </a:lnTo>
                  <a:close/>
                </a:path>
              </a:pathLst>
            </a:custGeom>
            <a:ln w="15706">
              <a:solidFill>
                <a:srgbClr val="0E61FD"/>
              </a:solidFill>
            </a:ln>
          </p:spPr>
          <p:txBody>
            <a:bodyPr wrap="square" lIns="0" tIns="0" rIns="0" bIns="0" rtlCol="0"/>
            <a:lstStyle/>
            <a:p>
              <a:endParaRPr sz="2184"/>
            </a:p>
          </p:txBody>
        </p:sp>
        <p:pic>
          <p:nvPicPr>
            <p:cNvPr id="26" name="object 26"/>
            <p:cNvPicPr/>
            <p:nvPr/>
          </p:nvPicPr>
          <p:blipFill>
            <a:blip r:embed="rId3" cstate="print"/>
            <a:stretch>
              <a:fillRect/>
            </a:stretch>
          </p:blipFill>
          <p:spPr>
            <a:xfrm>
              <a:off x="2321239" y="2457639"/>
              <a:ext cx="137346" cy="127534"/>
            </a:xfrm>
            <a:prstGeom prst="rect">
              <a:avLst/>
            </a:prstGeom>
          </p:spPr>
        </p:pic>
        <p:pic>
          <p:nvPicPr>
            <p:cNvPr id="27" name="object 27"/>
            <p:cNvPicPr/>
            <p:nvPr/>
          </p:nvPicPr>
          <p:blipFill>
            <a:blip r:embed="rId4" cstate="print"/>
            <a:stretch>
              <a:fillRect/>
            </a:stretch>
          </p:blipFill>
          <p:spPr>
            <a:xfrm>
              <a:off x="2488017" y="2447829"/>
              <a:ext cx="88293" cy="88291"/>
            </a:xfrm>
            <a:prstGeom prst="rect">
              <a:avLst/>
            </a:prstGeom>
          </p:spPr>
        </p:pic>
        <p:sp>
          <p:nvSpPr>
            <p:cNvPr id="28" name="object 28"/>
            <p:cNvSpPr/>
            <p:nvPr/>
          </p:nvSpPr>
          <p:spPr>
            <a:xfrm>
              <a:off x="2478206" y="2310483"/>
              <a:ext cx="117814" cy="98179"/>
            </a:xfrm>
            <a:custGeom>
              <a:avLst/>
              <a:gdLst/>
              <a:ahLst/>
              <a:cxnLst/>
              <a:rect l="l" t="t" r="r" b="b"/>
              <a:pathLst>
                <a:path w="194310" h="161925">
                  <a:moveTo>
                    <a:pt x="97078" y="129438"/>
                  </a:moveTo>
                  <a:lnTo>
                    <a:pt x="0" y="129438"/>
                  </a:lnTo>
                  <a:lnTo>
                    <a:pt x="0" y="161810"/>
                  </a:lnTo>
                  <a:lnTo>
                    <a:pt x="97078" y="161810"/>
                  </a:lnTo>
                  <a:lnTo>
                    <a:pt x="97078" y="129438"/>
                  </a:lnTo>
                  <a:close/>
                </a:path>
                <a:path w="194310" h="161925">
                  <a:moveTo>
                    <a:pt x="194157" y="64719"/>
                  </a:moveTo>
                  <a:lnTo>
                    <a:pt x="0" y="64719"/>
                  </a:lnTo>
                  <a:lnTo>
                    <a:pt x="0" y="97078"/>
                  </a:lnTo>
                  <a:lnTo>
                    <a:pt x="194157" y="97078"/>
                  </a:lnTo>
                  <a:lnTo>
                    <a:pt x="194157" y="64719"/>
                  </a:lnTo>
                  <a:close/>
                </a:path>
                <a:path w="194310" h="161925">
                  <a:moveTo>
                    <a:pt x="194157" y="0"/>
                  </a:moveTo>
                  <a:lnTo>
                    <a:pt x="0" y="0"/>
                  </a:lnTo>
                  <a:lnTo>
                    <a:pt x="0" y="32359"/>
                  </a:lnTo>
                  <a:lnTo>
                    <a:pt x="194157" y="32359"/>
                  </a:lnTo>
                  <a:lnTo>
                    <a:pt x="194157" y="0"/>
                  </a:lnTo>
                  <a:close/>
                </a:path>
              </a:pathLst>
            </a:custGeom>
            <a:solidFill>
              <a:srgbClr val="000000"/>
            </a:solidFill>
          </p:spPr>
          <p:txBody>
            <a:bodyPr wrap="square" lIns="0" tIns="0" rIns="0" bIns="0" rtlCol="0"/>
            <a:lstStyle/>
            <a:p>
              <a:endParaRPr sz="2184"/>
            </a:p>
          </p:txBody>
        </p:sp>
        <p:pic>
          <p:nvPicPr>
            <p:cNvPr id="29" name="object 29"/>
            <p:cNvPicPr/>
            <p:nvPr/>
          </p:nvPicPr>
          <p:blipFill>
            <a:blip r:embed="rId5" cstate="print"/>
            <a:stretch>
              <a:fillRect/>
            </a:stretch>
          </p:blipFill>
          <p:spPr>
            <a:xfrm>
              <a:off x="2340859" y="2330098"/>
              <a:ext cx="107916" cy="88297"/>
            </a:xfrm>
            <a:prstGeom prst="rect">
              <a:avLst/>
            </a:prstGeom>
          </p:spPr>
        </p:pic>
        <p:sp>
          <p:nvSpPr>
            <p:cNvPr id="32" name="object 32"/>
            <p:cNvSpPr txBox="1"/>
            <p:nvPr/>
          </p:nvSpPr>
          <p:spPr>
            <a:xfrm>
              <a:off x="1844800" y="2792996"/>
              <a:ext cx="1281713" cy="819311"/>
            </a:xfrm>
            <a:prstGeom prst="rect">
              <a:avLst/>
            </a:prstGeom>
          </p:spPr>
          <p:txBody>
            <a:bodyPr vert="horz" wrap="square" lIns="0" tIns="9240" rIns="0" bIns="0" rtlCol="0">
              <a:spAutoFit/>
            </a:bodyPr>
            <a:lstStyle/>
            <a:p>
              <a:pPr marL="15398" marR="6160" algn="ctr">
                <a:lnSpc>
                  <a:spcPct val="112000"/>
                </a:lnSpc>
                <a:spcBef>
                  <a:spcPts val="116"/>
                </a:spcBef>
              </a:pPr>
              <a:r>
                <a:rPr sz="2400" spc="-42" dirty="0">
                  <a:cs typeface="Arial"/>
                </a:rPr>
                <a:t>Conversational Interface (Web, Slack, Teams, Mobile, Voice**)</a:t>
              </a:r>
            </a:p>
          </p:txBody>
        </p:sp>
      </p:grpSp>
      <p:sp>
        <p:nvSpPr>
          <p:cNvPr id="34" name="object 34"/>
          <p:cNvSpPr/>
          <p:nvPr/>
        </p:nvSpPr>
        <p:spPr>
          <a:xfrm>
            <a:off x="5951837" y="4489126"/>
            <a:ext cx="2669480" cy="970488"/>
          </a:xfrm>
          <a:custGeom>
            <a:avLst/>
            <a:gdLst/>
            <a:ahLst/>
            <a:cxnLst/>
            <a:rect l="l" t="t" r="r" b="b"/>
            <a:pathLst>
              <a:path w="2763520" h="1111250">
                <a:moveTo>
                  <a:pt x="2649539" y="1067089"/>
                </a:moveTo>
                <a:lnTo>
                  <a:pt x="2632275" y="1110960"/>
                </a:lnTo>
                <a:lnTo>
                  <a:pt x="2763476" y="1099233"/>
                </a:lnTo>
                <a:lnTo>
                  <a:pt x="2738423" y="1071380"/>
                </a:lnTo>
                <a:lnTo>
                  <a:pt x="2660442" y="1071380"/>
                </a:lnTo>
                <a:lnTo>
                  <a:pt x="2649539" y="1067089"/>
                </a:lnTo>
                <a:close/>
              </a:path>
              <a:path w="2763520" h="1111250">
                <a:moveTo>
                  <a:pt x="2658161" y="1045178"/>
                </a:moveTo>
                <a:lnTo>
                  <a:pt x="2649539" y="1067089"/>
                </a:lnTo>
                <a:lnTo>
                  <a:pt x="2660442" y="1071380"/>
                </a:lnTo>
                <a:lnTo>
                  <a:pt x="2669133" y="1049496"/>
                </a:lnTo>
                <a:lnTo>
                  <a:pt x="2658161" y="1045178"/>
                </a:lnTo>
                <a:close/>
              </a:path>
              <a:path w="2763520" h="1111250">
                <a:moveTo>
                  <a:pt x="2675415" y="1001330"/>
                </a:moveTo>
                <a:lnTo>
                  <a:pt x="2658161" y="1045178"/>
                </a:lnTo>
                <a:lnTo>
                  <a:pt x="2669133" y="1049496"/>
                </a:lnTo>
                <a:lnTo>
                  <a:pt x="2660442" y="1071380"/>
                </a:lnTo>
                <a:lnTo>
                  <a:pt x="2738423" y="1071380"/>
                </a:lnTo>
                <a:lnTo>
                  <a:pt x="2675415" y="1001330"/>
                </a:lnTo>
                <a:close/>
              </a:path>
              <a:path w="2763520" h="1111250">
                <a:moveTo>
                  <a:pt x="113936" y="43871"/>
                </a:moveTo>
                <a:lnTo>
                  <a:pt x="105314" y="65782"/>
                </a:lnTo>
                <a:lnTo>
                  <a:pt x="2649539" y="1067089"/>
                </a:lnTo>
                <a:lnTo>
                  <a:pt x="2658161" y="1045178"/>
                </a:lnTo>
                <a:lnTo>
                  <a:pt x="113936" y="43871"/>
                </a:lnTo>
                <a:close/>
              </a:path>
              <a:path w="2763520" h="1111250">
                <a:moveTo>
                  <a:pt x="131200" y="0"/>
                </a:moveTo>
                <a:lnTo>
                  <a:pt x="0" y="11727"/>
                </a:lnTo>
                <a:lnTo>
                  <a:pt x="88060" y="109630"/>
                </a:lnTo>
                <a:lnTo>
                  <a:pt x="105314" y="65782"/>
                </a:lnTo>
                <a:lnTo>
                  <a:pt x="94342" y="61464"/>
                </a:lnTo>
                <a:lnTo>
                  <a:pt x="103033" y="39579"/>
                </a:lnTo>
                <a:lnTo>
                  <a:pt x="115625" y="39579"/>
                </a:lnTo>
                <a:lnTo>
                  <a:pt x="131200" y="0"/>
                </a:lnTo>
                <a:close/>
              </a:path>
              <a:path w="2763520" h="1111250">
                <a:moveTo>
                  <a:pt x="103033" y="39579"/>
                </a:moveTo>
                <a:lnTo>
                  <a:pt x="94342" y="61464"/>
                </a:lnTo>
                <a:lnTo>
                  <a:pt x="105314" y="65782"/>
                </a:lnTo>
                <a:lnTo>
                  <a:pt x="113936" y="43871"/>
                </a:lnTo>
                <a:lnTo>
                  <a:pt x="103033" y="39579"/>
                </a:lnTo>
                <a:close/>
              </a:path>
              <a:path w="2763520" h="1111250">
                <a:moveTo>
                  <a:pt x="115625" y="39579"/>
                </a:moveTo>
                <a:lnTo>
                  <a:pt x="103033" y="39579"/>
                </a:lnTo>
                <a:lnTo>
                  <a:pt x="113936" y="43871"/>
                </a:lnTo>
                <a:lnTo>
                  <a:pt x="115625" y="39579"/>
                </a:lnTo>
                <a:close/>
              </a:path>
            </a:pathLst>
          </a:custGeom>
          <a:solidFill>
            <a:srgbClr val="000000"/>
          </a:solidFill>
        </p:spPr>
        <p:txBody>
          <a:bodyPr wrap="square" lIns="0" tIns="0" rIns="0" bIns="0" rtlCol="0"/>
          <a:lstStyle/>
          <a:p>
            <a:endParaRPr sz="2184"/>
          </a:p>
        </p:txBody>
      </p:sp>
      <p:grpSp>
        <p:nvGrpSpPr>
          <p:cNvPr id="126" name="Group 125">
            <a:extLst>
              <a:ext uri="{FF2B5EF4-FFF2-40B4-BE49-F238E27FC236}">
                <a16:creationId xmlns:a16="http://schemas.microsoft.com/office/drawing/2014/main" id="{4510F1C4-F80C-4358-A32B-11EDEA717F4E}"/>
              </a:ext>
            </a:extLst>
          </p:cNvPr>
          <p:cNvGrpSpPr/>
          <p:nvPr/>
        </p:nvGrpSpPr>
        <p:grpSpPr>
          <a:xfrm>
            <a:off x="19350079" y="5912737"/>
            <a:ext cx="867052" cy="876294"/>
            <a:chOff x="9657778" y="3013985"/>
            <a:chExt cx="433526" cy="438147"/>
          </a:xfrm>
        </p:grpSpPr>
        <p:sp>
          <p:nvSpPr>
            <p:cNvPr id="35" name="object 35"/>
            <p:cNvSpPr/>
            <p:nvPr/>
          </p:nvSpPr>
          <p:spPr>
            <a:xfrm>
              <a:off x="9657778" y="3013985"/>
              <a:ext cx="433526" cy="438147"/>
            </a:xfrm>
            <a:custGeom>
              <a:avLst/>
              <a:gdLst/>
              <a:ahLst/>
              <a:cxnLst/>
              <a:rect l="l" t="t" r="r" b="b"/>
              <a:pathLst>
                <a:path w="715009" h="722629">
                  <a:moveTo>
                    <a:pt x="714637" y="0"/>
                  </a:moveTo>
                  <a:lnTo>
                    <a:pt x="0" y="0"/>
                  </a:lnTo>
                  <a:lnTo>
                    <a:pt x="0" y="722585"/>
                  </a:lnTo>
                  <a:lnTo>
                    <a:pt x="714637" y="722585"/>
                  </a:lnTo>
                  <a:lnTo>
                    <a:pt x="714637" y="0"/>
                  </a:lnTo>
                  <a:close/>
                </a:path>
              </a:pathLst>
            </a:custGeom>
            <a:solidFill>
              <a:srgbClr val="E4F6FF"/>
            </a:solidFill>
          </p:spPr>
          <p:txBody>
            <a:bodyPr wrap="square" lIns="0" tIns="0" rIns="0" bIns="0" rtlCol="0"/>
            <a:lstStyle/>
            <a:p>
              <a:endParaRPr sz="2184"/>
            </a:p>
          </p:txBody>
        </p:sp>
        <p:sp>
          <p:nvSpPr>
            <p:cNvPr id="36" name="object 36"/>
            <p:cNvSpPr/>
            <p:nvPr/>
          </p:nvSpPr>
          <p:spPr>
            <a:xfrm>
              <a:off x="9657778" y="3013985"/>
              <a:ext cx="433526" cy="438147"/>
            </a:xfrm>
            <a:custGeom>
              <a:avLst/>
              <a:gdLst/>
              <a:ahLst/>
              <a:cxnLst/>
              <a:rect l="l" t="t" r="r" b="b"/>
              <a:pathLst>
                <a:path w="715009" h="722629">
                  <a:moveTo>
                    <a:pt x="0" y="722585"/>
                  </a:moveTo>
                  <a:lnTo>
                    <a:pt x="714637" y="722585"/>
                  </a:lnTo>
                  <a:lnTo>
                    <a:pt x="714637" y="0"/>
                  </a:lnTo>
                  <a:lnTo>
                    <a:pt x="0" y="0"/>
                  </a:lnTo>
                  <a:lnTo>
                    <a:pt x="0" y="722585"/>
                  </a:lnTo>
                  <a:close/>
                </a:path>
              </a:pathLst>
            </a:custGeom>
            <a:ln w="15706">
              <a:solidFill>
                <a:srgbClr val="0E61FD"/>
              </a:solidFill>
            </a:ln>
          </p:spPr>
          <p:txBody>
            <a:bodyPr wrap="square" lIns="0" tIns="0" rIns="0" bIns="0" rtlCol="0"/>
            <a:lstStyle/>
            <a:p>
              <a:endParaRPr sz="2184"/>
            </a:p>
          </p:txBody>
        </p:sp>
        <p:sp>
          <p:nvSpPr>
            <p:cNvPr id="37" name="object 37"/>
            <p:cNvSpPr/>
            <p:nvPr/>
          </p:nvSpPr>
          <p:spPr>
            <a:xfrm>
              <a:off x="9726317" y="3063388"/>
              <a:ext cx="311092" cy="316096"/>
            </a:xfrm>
            <a:custGeom>
              <a:avLst/>
              <a:gdLst/>
              <a:ahLst/>
              <a:cxnLst/>
              <a:rect l="l" t="t" r="r" b="b"/>
              <a:pathLst>
                <a:path w="513080" h="521335">
                  <a:moveTo>
                    <a:pt x="64960" y="389268"/>
                  </a:moveTo>
                  <a:lnTo>
                    <a:pt x="39351" y="394345"/>
                  </a:lnTo>
                  <a:lnTo>
                    <a:pt x="18739" y="408308"/>
                  </a:lnTo>
                  <a:lnTo>
                    <a:pt x="4997" y="429252"/>
                  </a:lnTo>
                  <a:lnTo>
                    <a:pt x="0" y="455274"/>
                  </a:lnTo>
                  <a:lnTo>
                    <a:pt x="4997" y="481295"/>
                  </a:lnTo>
                  <a:lnTo>
                    <a:pt x="18739" y="502239"/>
                  </a:lnTo>
                  <a:lnTo>
                    <a:pt x="39351" y="516201"/>
                  </a:lnTo>
                  <a:lnTo>
                    <a:pt x="64960" y="521278"/>
                  </a:lnTo>
                  <a:lnTo>
                    <a:pt x="90569" y="515963"/>
                  </a:lnTo>
                  <a:lnTo>
                    <a:pt x="102373" y="507740"/>
                  </a:lnTo>
                  <a:lnTo>
                    <a:pt x="64960" y="507740"/>
                  </a:lnTo>
                  <a:lnTo>
                    <a:pt x="44947" y="503588"/>
                  </a:lnTo>
                  <a:lnTo>
                    <a:pt x="28525" y="492296"/>
                  </a:lnTo>
                  <a:lnTo>
                    <a:pt x="17412" y="475610"/>
                  </a:lnTo>
                  <a:lnTo>
                    <a:pt x="13326" y="455274"/>
                  </a:lnTo>
                  <a:lnTo>
                    <a:pt x="17412" y="434938"/>
                  </a:lnTo>
                  <a:lnTo>
                    <a:pt x="28525" y="418251"/>
                  </a:lnTo>
                  <a:lnTo>
                    <a:pt x="44947" y="406959"/>
                  </a:lnTo>
                  <a:lnTo>
                    <a:pt x="64960" y="402807"/>
                  </a:lnTo>
                  <a:lnTo>
                    <a:pt x="104234" y="402807"/>
                  </a:lnTo>
                  <a:lnTo>
                    <a:pt x="97283" y="397836"/>
                  </a:lnTo>
                  <a:lnTo>
                    <a:pt x="87029" y="393076"/>
                  </a:lnTo>
                  <a:lnTo>
                    <a:pt x="76151" y="390220"/>
                  </a:lnTo>
                  <a:lnTo>
                    <a:pt x="64960" y="389268"/>
                  </a:lnTo>
                  <a:close/>
                </a:path>
                <a:path w="513080" h="521335">
                  <a:moveTo>
                    <a:pt x="240192" y="309720"/>
                  </a:moveTo>
                  <a:lnTo>
                    <a:pt x="214869" y="309720"/>
                  </a:lnTo>
                  <a:lnTo>
                    <a:pt x="222676" y="315433"/>
                  </a:lnTo>
                  <a:lnTo>
                    <a:pt x="231109" y="319877"/>
                  </a:lnTo>
                  <a:lnTo>
                    <a:pt x="240165" y="323050"/>
                  </a:lnTo>
                  <a:lnTo>
                    <a:pt x="249847" y="324954"/>
                  </a:lnTo>
                  <a:lnTo>
                    <a:pt x="249847" y="389268"/>
                  </a:lnTo>
                  <a:lnTo>
                    <a:pt x="194877" y="389268"/>
                  </a:lnTo>
                  <a:lnTo>
                    <a:pt x="191546" y="392653"/>
                  </a:lnTo>
                  <a:lnTo>
                    <a:pt x="191546" y="517894"/>
                  </a:lnTo>
                  <a:lnTo>
                    <a:pt x="194878" y="521279"/>
                  </a:lnTo>
                  <a:lnTo>
                    <a:pt x="318137" y="521279"/>
                  </a:lnTo>
                  <a:lnTo>
                    <a:pt x="321468" y="517894"/>
                  </a:lnTo>
                  <a:lnTo>
                    <a:pt x="321468" y="507740"/>
                  </a:lnTo>
                  <a:lnTo>
                    <a:pt x="204876" y="507740"/>
                  </a:lnTo>
                  <a:lnTo>
                    <a:pt x="204875" y="401115"/>
                  </a:lnTo>
                  <a:lnTo>
                    <a:pt x="319802" y="401115"/>
                  </a:lnTo>
                  <a:lnTo>
                    <a:pt x="319802" y="394345"/>
                  </a:lnTo>
                  <a:lnTo>
                    <a:pt x="316471" y="390960"/>
                  </a:lnTo>
                  <a:lnTo>
                    <a:pt x="261506" y="390960"/>
                  </a:lnTo>
                  <a:lnTo>
                    <a:pt x="261506" y="326647"/>
                  </a:lnTo>
                  <a:lnTo>
                    <a:pt x="283497" y="320247"/>
                  </a:lnTo>
                  <a:lnTo>
                    <a:pt x="293214" y="313105"/>
                  </a:lnTo>
                  <a:lnTo>
                    <a:pt x="256509" y="313105"/>
                  </a:lnTo>
                  <a:lnTo>
                    <a:pt x="240192" y="309720"/>
                  </a:lnTo>
                  <a:close/>
                </a:path>
                <a:path w="513080" h="521335">
                  <a:moveTo>
                    <a:pt x="104234" y="402807"/>
                  </a:moveTo>
                  <a:lnTo>
                    <a:pt x="64960" y="402807"/>
                  </a:lnTo>
                  <a:lnTo>
                    <a:pt x="84973" y="406959"/>
                  </a:lnTo>
                  <a:lnTo>
                    <a:pt x="101395" y="418251"/>
                  </a:lnTo>
                  <a:lnTo>
                    <a:pt x="112508" y="434938"/>
                  </a:lnTo>
                  <a:lnTo>
                    <a:pt x="116594" y="455274"/>
                  </a:lnTo>
                  <a:lnTo>
                    <a:pt x="112508" y="475610"/>
                  </a:lnTo>
                  <a:lnTo>
                    <a:pt x="101395" y="492296"/>
                  </a:lnTo>
                  <a:lnTo>
                    <a:pt x="84974" y="503588"/>
                  </a:lnTo>
                  <a:lnTo>
                    <a:pt x="64960" y="507740"/>
                  </a:lnTo>
                  <a:lnTo>
                    <a:pt x="102373" y="507740"/>
                  </a:lnTo>
                  <a:lnTo>
                    <a:pt x="111181" y="501604"/>
                  </a:lnTo>
                  <a:lnTo>
                    <a:pt x="124922" y="480581"/>
                  </a:lnTo>
                  <a:lnTo>
                    <a:pt x="129919" y="455274"/>
                  </a:lnTo>
                  <a:lnTo>
                    <a:pt x="128982" y="443188"/>
                  </a:lnTo>
                  <a:lnTo>
                    <a:pt x="126171" y="432214"/>
                  </a:lnTo>
                  <a:lnTo>
                    <a:pt x="121487" y="422191"/>
                  </a:lnTo>
                  <a:lnTo>
                    <a:pt x="114928" y="412962"/>
                  </a:lnTo>
                  <a:lnTo>
                    <a:pt x="123120" y="404500"/>
                  </a:lnTo>
                  <a:lnTo>
                    <a:pt x="106600" y="404500"/>
                  </a:lnTo>
                  <a:lnTo>
                    <a:pt x="104234" y="402807"/>
                  </a:lnTo>
                  <a:close/>
                </a:path>
                <a:path w="513080" h="521335">
                  <a:moveTo>
                    <a:pt x="319802" y="401115"/>
                  </a:moveTo>
                  <a:lnTo>
                    <a:pt x="309809" y="401115"/>
                  </a:lnTo>
                  <a:lnTo>
                    <a:pt x="309809" y="507740"/>
                  </a:lnTo>
                  <a:lnTo>
                    <a:pt x="321468" y="507740"/>
                  </a:lnTo>
                  <a:lnTo>
                    <a:pt x="321468" y="478968"/>
                  </a:lnTo>
                  <a:lnTo>
                    <a:pt x="381430" y="478968"/>
                  </a:lnTo>
                  <a:lnTo>
                    <a:pt x="409745" y="473045"/>
                  </a:lnTo>
                  <a:lnTo>
                    <a:pt x="420791" y="465429"/>
                  </a:lnTo>
                  <a:lnTo>
                    <a:pt x="319802" y="465429"/>
                  </a:lnTo>
                  <a:lnTo>
                    <a:pt x="319802" y="401115"/>
                  </a:lnTo>
                  <a:close/>
                </a:path>
                <a:path w="513080" h="521335">
                  <a:moveTo>
                    <a:pt x="454716" y="326647"/>
                  </a:moveTo>
                  <a:lnTo>
                    <a:pt x="441391" y="326647"/>
                  </a:lnTo>
                  <a:lnTo>
                    <a:pt x="441392" y="404500"/>
                  </a:lnTo>
                  <a:lnTo>
                    <a:pt x="436707" y="428300"/>
                  </a:lnTo>
                  <a:lnTo>
                    <a:pt x="423903" y="447658"/>
                  </a:lnTo>
                  <a:lnTo>
                    <a:pt x="404852" y="460669"/>
                  </a:lnTo>
                  <a:lnTo>
                    <a:pt x="381430" y="465429"/>
                  </a:lnTo>
                  <a:lnTo>
                    <a:pt x="420791" y="465429"/>
                  </a:lnTo>
                  <a:lnTo>
                    <a:pt x="433064" y="456966"/>
                  </a:lnTo>
                  <a:lnTo>
                    <a:pt x="448887" y="433272"/>
                  </a:lnTo>
                  <a:lnTo>
                    <a:pt x="454716" y="404500"/>
                  </a:lnTo>
                  <a:lnTo>
                    <a:pt x="454716" y="326647"/>
                  </a:lnTo>
                  <a:close/>
                </a:path>
                <a:path w="513080" h="521335">
                  <a:moveTo>
                    <a:pt x="71622" y="132011"/>
                  </a:moveTo>
                  <a:lnTo>
                    <a:pt x="58297" y="132011"/>
                  </a:lnTo>
                  <a:lnTo>
                    <a:pt x="58297" y="191248"/>
                  </a:lnTo>
                  <a:lnTo>
                    <a:pt x="64127" y="220019"/>
                  </a:lnTo>
                  <a:lnTo>
                    <a:pt x="79950" y="243714"/>
                  </a:lnTo>
                  <a:lnTo>
                    <a:pt x="103269" y="259792"/>
                  </a:lnTo>
                  <a:lnTo>
                    <a:pt x="131584" y="265716"/>
                  </a:lnTo>
                  <a:lnTo>
                    <a:pt x="193211" y="265716"/>
                  </a:lnTo>
                  <a:lnTo>
                    <a:pt x="195085" y="275553"/>
                  </a:lnTo>
                  <a:lnTo>
                    <a:pt x="198209" y="284756"/>
                  </a:lnTo>
                  <a:lnTo>
                    <a:pt x="202582" y="293324"/>
                  </a:lnTo>
                  <a:lnTo>
                    <a:pt x="208206" y="301258"/>
                  </a:lnTo>
                  <a:lnTo>
                    <a:pt x="106600" y="404500"/>
                  </a:lnTo>
                  <a:lnTo>
                    <a:pt x="123120" y="404500"/>
                  </a:lnTo>
                  <a:lnTo>
                    <a:pt x="214869" y="309720"/>
                  </a:lnTo>
                  <a:lnTo>
                    <a:pt x="240192" y="309720"/>
                  </a:lnTo>
                  <a:lnTo>
                    <a:pt x="236496" y="308953"/>
                  </a:lnTo>
                  <a:lnTo>
                    <a:pt x="220074" y="297661"/>
                  </a:lnTo>
                  <a:lnTo>
                    <a:pt x="208961" y="280975"/>
                  </a:lnTo>
                  <a:lnTo>
                    <a:pt x="204875" y="260639"/>
                  </a:lnTo>
                  <a:lnTo>
                    <a:pt x="206235" y="253869"/>
                  </a:lnTo>
                  <a:lnTo>
                    <a:pt x="131584" y="253869"/>
                  </a:lnTo>
                  <a:lnTo>
                    <a:pt x="108161" y="249109"/>
                  </a:lnTo>
                  <a:lnTo>
                    <a:pt x="89111" y="236098"/>
                  </a:lnTo>
                  <a:lnTo>
                    <a:pt x="76307" y="216740"/>
                  </a:lnTo>
                  <a:lnTo>
                    <a:pt x="71622" y="192940"/>
                  </a:lnTo>
                  <a:lnTo>
                    <a:pt x="71622" y="132011"/>
                  </a:lnTo>
                  <a:close/>
                </a:path>
                <a:path w="513080" h="521335">
                  <a:moveTo>
                    <a:pt x="396420" y="267409"/>
                  </a:moveTo>
                  <a:lnTo>
                    <a:pt x="383095" y="267409"/>
                  </a:lnTo>
                  <a:lnTo>
                    <a:pt x="383095" y="323262"/>
                  </a:lnTo>
                  <a:lnTo>
                    <a:pt x="386426" y="326647"/>
                  </a:lnTo>
                  <a:lnTo>
                    <a:pt x="509681" y="326647"/>
                  </a:lnTo>
                  <a:lnTo>
                    <a:pt x="513012" y="323262"/>
                  </a:lnTo>
                  <a:lnTo>
                    <a:pt x="513012" y="313105"/>
                  </a:lnTo>
                  <a:lnTo>
                    <a:pt x="396420" y="313105"/>
                  </a:lnTo>
                  <a:lnTo>
                    <a:pt x="396420" y="267409"/>
                  </a:lnTo>
                  <a:close/>
                </a:path>
                <a:path w="513080" h="521335">
                  <a:moveTo>
                    <a:pt x="294629" y="208172"/>
                  </a:moveTo>
                  <a:lnTo>
                    <a:pt x="256509" y="208172"/>
                  </a:lnTo>
                  <a:lnTo>
                    <a:pt x="276522" y="212324"/>
                  </a:lnTo>
                  <a:lnTo>
                    <a:pt x="292944" y="223616"/>
                  </a:lnTo>
                  <a:lnTo>
                    <a:pt x="304057" y="240303"/>
                  </a:lnTo>
                  <a:lnTo>
                    <a:pt x="308143" y="260639"/>
                  </a:lnTo>
                  <a:lnTo>
                    <a:pt x="304057" y="280975"/>
                  </a:lnTo>
                  <a:lnTo>
                    <a:pt x="292944" y="297661"/>
                  </a:lnTo>
                  <a:lnTo>
                    <a:pt x="276522" y="308953"/>
                  </a:lnTo>
                  <a:lnTo>
                    <a:pt x="256509" y="313105"/>
                  </a:lnTo>
                  <a:lnTo>
                    <a:pt x="293214" y="313105"/>
                  </a:lnTo>
                  <a:lnTo>
                    <a:pt x="301272" y="307182"/>
                  </a:lnTo>
                  <a:lnTo>
                    <a:pt x="313738" y="289041"/>
                  </a:lnTo>
                  <a:lnTo>
                    <a:pt x="319802" y="267409"/>
                  </a:lnTo>
                  <a:lnTo>
                    <a:pt x="396420" y="267409"/>
                  </a:lnTo>
                  <a:lnTo>
                    <a:pt x="396420" y="253869"/>
                  </a:lnTo>
                  <a:lnTo>
                    <a:pt x="319802" y="253869"/>
                  </a:lnTo>
                  <a:lnTo>
                    <a:pt x="313894" y="230333"/>
                  </a:lnTo>
                  <a:lnTo>
                    <a:pt x="300023" y="211557"/>
                  </a:lnTo>
                  <a:lnTo>
                    <a:pt x="294629" y="208172"/>
                  </a:lnTo>
                  <a:close/>
                </a:path>
                <a:path w="513080" h="521335">
                  <a:moveTo>
                    <a:pt x="513012" y="206480"/>
                  </a:moveTo>
                  <a:lnTo>
                    <a:pt x="501353" y="206480"/>
                  </a:lnTo>
                  <a:lnTo>
                    <a:pt x="501353" y="313105"/>
                  </a:lnTo>
                  <a:lnTo>
                    <a:pt x="513012" y="313105"/>
                  </a:lnTo>
                  <a:lnTo>
                    <a:pt x="513012" y="206480"/>
                  </a:lnTo>
                  <a:close/>
                </a:path>
                <a:path w="513080" h="521335">
                  <a:moveTo>
                    <a:pt x="256509" y="194633"/>
                  </a:moveTo>
                  <a:lnTo>
                    <a:pt x="233034" y="199128"/>
                  </a:lnTo>
                  <a:lnTo>
                    <a:pt x="213617" y="211557"/>
                  </a:lnTo>
                  <a:lnTo>
                    <a:pt x="199822" y="230333"/>
                  </a:lnTo>
                  <a:lnTo>
                    <a:pt x="193211" y="253869"/>
                  </a:lnTo>
                  <a:lnTo>
                    <a:pt x="206235" y="253869"/>
                  </a:lnTo>
                  <a:lnTo>
                    <a:pt x="208961" y="240303"/>
                  </a:lnTo>
                  <a:lnTo>
                    <a:pt x="220074" y="223616"/>
                  </a:lnTo>
                  <a:lnTo>
                    <a:pt x="236496" y="212324"/>
                  </a:lnTo>
                  <a:lnTo>
                    <a:pt x="256509" y="208172"/>
                  </a:lnTo>
                  <a:lnTo>
                    <a:pt x="294629" y="208172"/>
                  </a:lnTo>
                  <a:lnTo>
                    <a:pt x="280218" y="199128"/>
                  </a:lnTo>
                  <a:lnTo>
                    <a:pt x="256509" y="194633"/>
                  </a:lnTo>
                  <a:close/>
                </a:path>
                <a:path w="513080" h="521335">
                  <a:moveTo>
                    <a:pt x="509681" y="194633"/>
                  </a:moveTo>
                  <a:lnTo>
                    <a:pt x="386426" y="194633"/>
                  </a:lnTo>
                  <a:lnTo>
                    <a:pt x="383095" y="198018"/>
                  </a:lnTo>
                  <a:lnTo>
                    <a:pt x="383095" y="253869"/>
                  </a:lnTo>
                  <a:lnTo>
                    <a:pt x="396420" y="253869"/>
                  </a:lnTo>
                  <a:lnTo>
                    <a:pt x="396420" y="206480"/>
                  </a:lnTo>
                  <a:lnTo>
                    <a:pt x="513012" y="206480"/>
                  </a:lnTo>
                  <a:lnTo>
                    <a:pt x="513012" y="198018"/>
                  </a:lnTo>
                  <a:lnTo>
                    <a:pt x="509681" y="194633"/>
                  </a:lnTo>
                  <a:close/>
                </a:path>
                <a:path w="513080" h="521335">
                  <a:moveTo>
                    <a:pt x="448053" y="0"/>
                  </a:moveTo>
                  <a:lnTo>
                    <a:pt x="422444" y="5315"/>
                  </a:lnTo>
                  <a:lnTo>
                    <a:pt x="401833" y="19675"/>
                  </a:lnTo>
                  <a:lnTo>
                    <a:pt x="388091" y="40698"/>
                  </a:lnTo>
                  <a:lnTo>
                    <a:pt x="383095" y="66006"/>
                  </a:lnTo>
                  <a:lnTo>
                    <a:pt x="387519" y="89859"/>
                  </a:lnTo>
                  <a:lnTo>
                    <a:pt x="399751" y="109587"/>
                  </a:lnTo>
                  <a:lnTo>
                    <a:pt x="418229" y="123602"/>
                  </a:lnTo>
                  <a:lnTo>
                    <a:pt x="441391" y="130319"/>
                  </a:lnTo>
                  <a:lnTo>
                    <a:pt x="441391" y="194633"/>
                  </a:lnTo>
                  <a:lnTo>
                    <a:pt x="454716" y="194633"/>
                  </a:lnTo>
                  <a:lnTo>
                    <a:pt x="454716" y="130319"/>
                  </a:lnTo>
                  <a:lnTo>
                    <a:pt x="477878" y="124316"/>
                  </a:lnTo>
                  <a:lnTo>
                    <a:pt x="485540" y="118472"/>
                  </a:lnTo>
                  <a:lnTo>
                    <a:pt x="448053" y="118472"/>
                  </a:lnTo>
                  <a:lnTo>
                    <a:pt x="428040" y="114320"/>
                  </a:lnTo>
                  <a:lnTo>
                    <a:pt x="411618" y="103028"/>
                  </a:lnTo>
                  <a:lnTo>
                    <a:pt x="400505" y="86342"/>
                  </a:lnTo>
                  <a:lnTo>
                    <a:pt x="396420" y="66006"/>
                  </a:lnTo>
                  <a:lnTo>
                    <a:pt x="400505" y="45670"/>
                  </a:lnTo>
                  <a:lnTo>
                    <a:pt x="411618" y="28983"/>
                  </a:lnTo>
                  <a:lnTo>
                    <a:pt x="428040" y="17691"/>
                  </a:lnTo>
                  <a:lnTo>
                    <a:pt x="448053" y="13540"/>
                  </a:lnTo>
                  <a:lnTo>
                    <a:pt x="486154" y="13540"/>
                  </a:lnTo>
                  <a:lnTo>
                    <a:pt x="473662" y="5077"/>
                  </a:lnTo>
                  <a:lnTo>
                    <a:pt x="448053" y="0"/>
                  </a:lnTo>
                  <a:close/>
                </a:path>
                <a:path w="513080" h="521335">
                  <a:moveTo>
                    <a:pt x="126587" y="0"/>
                  </a:moveTo>
                  <a:lnTo>
                    <a:pt x="3331" y="0"/>
                  </a:lnTo>
                  <a:lnTo>
                    <a:pt x="0" y="3384"/>
                  </a:lnTo>
                  <a:lnTo>
                    <a:pt x="0" y="128626"/>
                  </a:lnTo>
                  <a:lnTo>
                    <a:pt x="3331" y="132011"/>
                  </a:lnTo>
                  <a:lnTo>
                    <a:pt x="126587" y="132012"/>
                  </a:lnTo>
                  <a:lnTo>
                    <a:pt x="129918" y="128627"/>
                  </a:lnTo>
                  <a:lnTo>
                    <a:pt x="129918" y="118472"/>
                  </a:lnTo>
                  <a:lnTo>
                    <a:pt x="13326" y="118472"/>
                  </a:lnTo>
                  <a:lnTo>
                    <a:pt x="13325" y="13539"/>
                  </a:lnTo>
                  <a:lnTo>
                    <a:pt x="129918" y="13539"/>
                  </a:lnTo>
                  <a:lnTo>
                    <a:pt x="129918" y="3385"/>
                  </a:lnTo>
                  <a:lnTo>
                    <a:pt x="126587" y="0"/>
                  </a:lnTo>
                  <a:close/>
                </a:path>
                <a:path w="513080" h="521335">
                  <a:moveTo>
                    <a:pt x="229859" y="72776"/>
                  </a:moveTo>
                  <a:lnTo>
                    <a:pt x="218200" y="72776"/>
                  </a:lnTo>
                  <a:lnTo>
                    <a:pt x="218200" y="126934"/>
                  </a:lnTo>
                  <a:lnTo>
                    <a:pt x="221531" y="130319"/>
                  </a:lnTo>
                  <a:lnTo>
                    <a:pt x="224862" y="132012"/>
                  </a:lnTo>
                  <a:lnTo>
                    <a:pt x="226528" y="132012"/>
                  </a:lnTo>
                  <a:lnTo>
                    <a:pt x="228193" y="130319"/>
                  </a:lnTo>
                  <a:lnTo>
                    <a:pt x="256747" y="113395"/>
                  </a:lnTo>
                  <a:lnTo>
                    <a:pt x="229859" y="113395"/>
                  </a:lnTo>
                  <a:lnTo>
                    <a:pt x="229859" y="72776"/>
                  </a:lnTo>
                  <a:close/>
                </a:path>
                <a:path w="513080" h="521335">
                  <a:moveTo>
                    <a:pt x="129918" y="13539"/>
                  </a:moveTo>
                  <a:lnTo>
                    <a:pt x="118259" y="13539"/>
                  </a:lnTo>
                  <a:lnTo>
                    <a:pt x="118259" y="118472"/>
                  </a:lnTo>
                  <a:lnTo>
                    <a:pt x="129918" y="118472"/>
                  </a:lnTo>
                  <a:lnTo>
                    <a:pt x="129918" y="72775"/>
                  </a:lnTo>
                  <a:lnTo>
                    <a:pt x="229859" y="72776"/>
                  </a:lnTo>
                  <a:lnTo>
                    <a:pt x="229859" y="59236"/>
                  </a:lnTo>
                  <a:lnTo>
                    <a:pt x="129918" y="59236"/>
                  </a:lnTo>
                  <a:lnTo>
                    <a:pt x="129918" y="13539"/>
                  </a:lnTo>
                  <a:close/>
                </a:path>
                <a:path w="513080" h="521335">
                  <a:moveTo>
                    <a:pt x="486154" y="13540"/>
                  </a:moveTo>
                  <a:lnTo>
                    <a:pt x="448053" y="13540"/>
                  </a:lnTo>
                  <a:lnTo>
                    <a:pt x="468067" y="17691"/>
                  </a:lnTo>
                  <a:lnTo>
                    <a:pt x="484488" y="28983"/>
                  </a:lnTo>
                  <a:lnTo>
                    <a:pt x="495601" y="45670"/>
                  </a:lnTo>
                  <a:lnTo>
                    <a:pt x="499687" y="66006"/>
                  </a:lnTo>
                  <a:lnTo>
                    <a:pt x="495601" y="86342"/>
                  </a:lnTo>
                  <a:lnTo>
                    <a:pt x="484489" y="103029"/>
                  </a:lnTo>
                  <a:lnTo>
                    <a:pt x="468067" y="114320"/>
                  </a:lnTo>
                  <a:lnTo>
                    <a:pt x="448053" y="118472"/>
                  </a:lnTo>
                  <a:lnTo>
                    <a:pt x="485540" y="118472"/>
                  </a:lnTo>
                  <a:lnTo>
                    <a:pt x="496356" y="110221"/>
                  </a:lnTo>
                  <a:lnTo>
                    <a:pt x="508588" y="90097"/>
                  </a:lnTo>
                  <a:lnTo>
                    <a:pt x="513012" y="66006"/>
                  </a:lnTo>
                  <a:lnTo>
                    <a:pt x="508015" y="39984"/>
                  </a:lnTo>
                  <a:lnTo>
                    <a:pt x="494274" y="19040"/>
                  </a:lnTo>
                  <a:lnTo>
                    <a:pt x="486154" y="13540"/>
                  </a:lnTo>
                  <a:close/>
                </a:path>
                <a:path w="513080" h="521335">
                  <a:moveTo>
                    <a:pt x="253891" y="16924"/>
                  </a:moveTo>
                  <a:lnTo>
                    <a:pt x="229859" y="16924"/>
                  </a:lnTo>
                  <a:lnTo>
                    <a:pt x="311474" y="64313"/>
                  </a:lnTo>
                  <a:lnTo>
                    <a:pt x="229859" y="113395"/>
                  </a:lnTo>
                  <a:lnTo>
                    <a:pt x="256747" y="113395"/>
                  </a:lnTo>
                  <a:lnTo>
                    <a:pt x="328130" y="71083"/>
                  </a:lnTo>
                  <a:lnTo>
                    <a:pt x="331461" y="67698"/>
                  </a:lnTo>
                  <a:lnTo>
                    <a:pt x="331461" y="64313"/>
                  </a:lnTo>
                  <a:lnTo>
                    <a:pt x="328130" y="60928"/>
                  </a:lnTo>
                  <a:lnTo>
                    <a:pt x="253891" y="16924"/>
                  </a:lnTo>
                  <a:close/>
                </a:path>
                <a:path w="513080" h="521335">
                  <a:moveTo>
                    <a:pt x="224862" y="0"/>
                  </a:moveTo>
                  <a:lnTo>
                    <a:pt x="223196" y="0"/>
                  </a:lnTo>
                  <a:lnTo>
                    <a:pt x="218199" y="5077"/>
                  </a:lnTo>
                  <a:lnTo>
                    <a:pt x="218200" y="59236"/>
                  </a:lnTo>
                  <a:lnTo>
                    <a:pt x="229859" y="59236"/>
                  </a:lnTo>
                  <a:lnTo>
                    <a:pt x="229859" y="16924"/>
                  </a:lnTo>
                  <a:lnTo>
                    <a:pt x="253891" y="16924"/>
                  </a:lnTo>
                  <a:lnTo>
                    <a:pt x="228193" y="1692"/>
                  </a:lnTo>
                  <a:lnTo>
                    <a:pt x="224862" y="0"/>
                  </a:lnTo>
                  <a:close/>
                </a:path>
              </a:pathLst>
            </a:custGeom>
            <a:solidFill>
              <a:srgbClr val="0E61FD"/>
            </a:solidFill>
          </p:spPr>
          <p:txBody>
            <a:bodyPr wrap="square" lIns="0" tIns="0" rIns="0" bIns="0" rtlCol="0"/>
            <a:lstStyle/>
            <a:p>
              <a:endParaRPr sz="2184"/>
            </a:p>
          </p:txBody>
        </p:sp>
      </p:grpSp>
      <p:sp>
        <p:nvSpPr>
          <p:cNvPr id="38" name="object 38"/>
          <p:cNvSpPr/>
          <p:nvPr/>
        </p:nvSpPr>
        <p:spPr>
          <a:xfrm>
            <a:off x="10547345" y="4893704"/>
            <a:ext cx="3188868" cy="4510828"/>
          </a:xfrm>
          <a:custGeom>
            <a:avLst/>
            <a:gdLst/>
            <a:ahLst/>
            <a:cxnLst/>
            <a:rect l="l" t="t" r="r" b="b"/>
            <a:pathLst>
              <a:path w="2769234" h="3719829">
                <a:moveTo>
                  <a:pt x="2768612" y="58851"/>
                </a:moveTo>
                <a:lnTo>
                  <a:pt x="2754528" y="47117"/>
                </a:lnTo>
                <a:lnTo>
                  <a:pt x="2697937" y="0"/>
                </a:lnTo>
                <a:lnTo>
                  <a:pt x="2697937" y="47117"/>
                </a:lnTo>
                <a:lnTo>
                  <a:pt x="1377873" y="47117"/>
                </a:lnTo>
                <a:lnTo>
                  <a:pt x="1372527" y="52362"/>
                </a:lnTo>
                <a:lnTo>
                  <a:pt x="1372527" y="1183208"/>
                </a:lnTo>
                <a:lnTo>
                  <a:pt x="0" y="1183208"/>
                </a:lnTo>
                <a:lnTo>
                  <a:pt x="0" y="1185938"/>
                </a:lnTo>
                <a:lnTo>
                  <a:pt x="0" y="1206766"/>
                </a:lnTo>
                <a:lnTo>
                  <a:pt x="0" y="1209497"/>
                </a:lnTo>
                <a:lnTo>
                  <a:pt x="1372527" y="1209497"/>
                </a:lnTo>
                <a:lnTo>
                  <a:pt x="1372527" y="3667328"/>
                </a:lnTo>
                <a:lnTo>
                  <a:pt x="1377873" y="3672560"/>
                </a:lnTo>
                <a:lnTo>
                  <a:pt x="2697937" y="3672560"/>
                </a:lnTo>
                <a:lnTo>
                  <a:pt x="2697937" y="3719677"/>
                </a:lnTo>
                <a:lnTo>
                  <a:pt x="2754528" y="3672560"/>
                </a:lnTo>
                <a:lnTo>
                  <a:pt x="2768612" y="3660838"/>
                </a:lnTo>
                <a:lnTo>
                  <a:pt x="2754426" y="3649002"/>
                </a:lnTo>
                <a:lnTo>
                  <a:pt x="2697937" y="3601885"/>
                </a:lnTo>
                <a:lnTo>
                  <a:pt x="2697937" y="3649002"/>
                </a:lnTo>
                <a:lnTo>
                  <a:pt x="1396085" y="3649002"/>
                </a:lnTo>
                <a:lnTo>
                  <a:pt x="1396085" y="70675"/>
                </a:lnTo>
                <a:lnTo>
                  <a:pt x="2697937" y="70675"/>
                </a:lnTo>
                <a:lnTo>
                  <a:pt x="2697937" y="117805"/>
                </a:lnTo>
                <a:lnTo>
                  <a:pt x="2754426" y="70675"/>
                </a:lnTo>
                <a:lnTo>
                  <a:pt x="2768612" y="58851"/>
                </a:lnTo>
                <a:close/>
              </a:path>
            </a:pathLst>
          </a:custGeom>
          <a:solidFill>
            <a:srgbClr val="000000"/>
          </a:solidFill>
        </p:spPr>
        <p:txBody>
          <a:bodyPr wrap="square" lIns="0" tIns="0" rIns="0" bIns="0" rtlCol="0"/>
          <a:lstStyle/>
          <a:p>
            <a:endParaRPr sz="2184"/>
          </a:p>
        </p:txBody>
      </p:sp>
      <p:grpSp>
        <p:nvGrpSpPr>
          <p:cNvPr id="127" name="Group 126">
            <a:extLst>
              <a:ext uri="{FF2B5EF4-FFF2-40B4-BE49-F238E27FC236}">
                <a16:creationId xmlns:a16="http://schemas.microsoft.com/office/drawing/2014/main" id="{19303EEB-B8B4-9B8F-293B-CDBAF4F26960}"/>
              </a:ext>
            </a:extLst>
          </p:cNvPr>
          <p:cNvGrpSpPr/>
          <p:nvPr/>
        </p:nvGrpSpPr>
        <p:grpSpPr>
          <a:xfrm>
            <a:off x="21096085" y="5925064"/>
            <a:ext cx="876292" cy="867052"/>
            <a:chOff x="10510095" y="3013985"/>
            <a:chExt cx="438146" cy="433526"/>
          </a:xfrm>
        </p:grpSpPr>
        <p:sp>
          <p:nvSpPr>
            <p:cNvPr id="39" name="object 39"/>
            <p:cNvSpPr/>
            <p:nvPr/>
          </p:nvSpPr>
          <p:spPr>
            <a:xfrm>
              <a:off x="10510095" y="3013985"/>
              <a:ext cx="438146" cy="433526"/>
            </a:xfrm>
            <a:custGeom>
              <a:avLst/>
              <a:gdLst/>
              <a:ahLst/>
              <a:cxnLst/>
              <a:rect l="l" t="t" r="r" b="b"/>
              <a:pathLst>
                <a:path w="722630" h="715010">
                  <a:moveTo>
                    <a:pt x="722491" y="0"/>
                  </a:moveTo>
                  <a:lnTo>
                    <a:pt x="0" y="0"/>
                  </a:lnTo>
                  <a:lnTo>
                    <a:pt x="0" y="714732"/>
                  </a:lnTo>
                  <a:lnTo>
                    <a:pt x="722491" y="714732"/>
                  </a:lnTo>
                  <a:lnTo>
                    <a:pt x="722491" y="0"/>
                  </a:lnTo>
                  <a:close/>
                </a:path>
              </a:pathLst>
            </a:custGeom>
            <a:solidFill>
              <a:srgbClr val="E4F6FF"/>
            </a:solidFill>
          </p:spPr>
          <p:txBody>
            <a:bodyPr wrap="square" lIns="0" tIns="0" rIns="0" bIns="0" rtlCol="0"/>
            <a:lstStyle/>
            <a:p>
              <a:endParaRPr sz="2184"/>
            </a:p>
          </p:txBody>
        </p:sp>
        <p:sp>
          <p:nvSpPr>
            <p:cNvPr id="40" name="object 40"/>
            <p:cNvSpPr/>
            <p:nvPr/>
          </p:nvSpPr>
          <p:spPr>
            <a:xfrm>
              <a:off x="10510095" y="3013985"/>
              <a:ext cx="438146" cy="433526"/>
            </a:xfrm>
            <a:custGeom>
              <a:avLst/>
              <a:gdLst/>
              <a:ahLst/>
              <a:cxnLst/>
              <a:rect l="l" t="t" r="r" b="b"/>
              <a:pathLst>
                <a:path w="722630" h="715010">
                  <a:moveTo>
                    <a:pt x="0" y="714732"/>
                  </a:moveTo>
                  <a:lnTo>
                    <a:pt x="722491" y="714732"/>
                  </a:lnTo>
                  <a:lnTo>
                    <a:pt x="722491" y="0"/>
                  </a:lnTo>
                  <a:lnTo>
                    <a:pt x="0" y="0"/>
                  </a:lnTo>
                  <a:lnTo>
                    <a:pt x="0" y="714732"/>
                  </a:lnTo>
                  <a:close/>
                </a:path>
              </a:pathLst>
            </a:custGeom>
            <a:ln w="15706">
              <a:solidFill>
                <a:srgbClr val="0E61FD"/>
              </a:solidFill>
            </a:ln>
          </p:spPr>
          <p:txBody>
            <a:bodyPr wrap="square" lIns="0" tIns="0" rIns="0" bIns="0" rtlCol="0"/>
            <a:lstStyle/>
            <a:p>
              <a:endParaRPr sz="2184"/>
            </a:p>
          </p:txBody>
        </p:sp>
        <p:sp>
          <p:nvSpPr>
            <p:cNvPr id="41" name="object 41"/>
            <p:cNvSpPr/>
            <p:nvPr/>
          </p:nvSpPr>
          <p:spPr>
            <a:xfrm>
              <a:off x="10559759" y="3067416"/>
              <a:ext cx="333808" cy="338428"/>
            </a:xfrm>
            <a:custGeom>
              <a:avLst/>
              <a:gdLst/>
              <a:ahLst/>
              <a:cxnLst/>
              <a:rect l="l" t="t" r="r" b="b"/>
              <a:pathLst>
                <a:path w="550544" h="558164">
                  <a:moveTo>
                    <a:pt x="362608" y="358021"/>
                  </a:moveTo>
                  <a:lnTo>
                    <a:pt x="343736" y="358021"/>
                  </a:lnTo>
                  <a:lnTo>
                    <a:pt x="540994" y="557983"/>
                  </a:lnTo>
                  <a:lnTo>
                    <a:pt x="550430" y="548417"/>
                  </a:lnTo>
                  <a:lnTo>
                    <a:pt x="362608" y="358021"/>
                  </a:lnTo>
                  <a:close/>
                </a:path>
                <a:path w="550544" h="558164">
                  <a:moveTo>
                    <a:pt x="203998" y="0"/>
                  </a:moveTo>
                  <a:lnTo>
                    <a:pt x="157327" y="5480"/>
                  </a:lnTo>
                  <a:lnTo>
                    <a:pt x="114429" y="21087"/>
                  </a:lnTo>
                  <a:lnTo>
                    <a:pt x="76546" y="45570"/>
                  </a:lnTo>
                  <a:lnTo>
                    <a:pt x="44920" y="77679"/>
                  </a:lnTo>
                  <a:lnTo>
                    <a:pt x="20792" y="116162"/>
                  </a:lnTo>
                  <a:lnTo>
                    <a:pt x="5405" y="159769"/>
                  </a:lnTo>
                  <a:lnTo>
                    <a:pt x="0" y="207248"/>
                  </a:lnTo>
                  <a:lnTo>
                    <a:pt x="5353" y="254108"/>
                  </a:lnTo>
                  <a:lnTo>
                    <a:pt x="5405" y="254559"/>
                  </a:lnTo>
                  <a:lnTo>
                    <a:pt x="20792" y="298045"/>
                  </a:lnTo>
                  <a:lnTo>
                    <a:pt x="44920" y="336447"/>
                  </a:lnTo>
                  <a:lnTo>
                    <a:pt x="76547" y="368507"/>
                  </a:lnTo>
                  <a:lnTo>
                    <a:pt x="114430" y="392965"/>
                  </a:lnTo>
                  <a:lnTo>
                    <a:pt x="157328" y="408563"/>
                  </a:lnTo>
                  <a:lnTo>
                    <a:pt x="203998" y="414042"/>
                  </a:lnTo>
                  <a:lnTo>
                    <a:pt x="243649" y="410157"/>
                  </a:lnTo>
                  <a:lnTo>
                    <a:pt x="274560" y="400835"/>
                  </a:lnTo>
                  <a:lnTo>
                    <a:pt x="203998" y="400835"/>
                  </a:lnTo>
                  <a:lnTo>
                    <a:pt x="160314" y="395705"/>
                  </a:lnTo>
                  <a:lnTo>
                    <a:pt x="120158" y="381101"/>
                  </a:lnTo>
                  <a:lnTo>
                    <a:pt x="84694" y="358203"/>
                  </a:lnTo>
                  <a:lnTo>
                    <a:pt x="55086" y="328189"/>
                  </a:lnTo>
                  <a:lnTo>
                    <a:pt x="32497" y="292239"/>
                  </a:lnTo>
                  <a:lnTo>
                    <a:pt x="18090" y="251533"/>
                  </a:lnTo>
                  <a:lnTo>
                    <a:pt x="13030" y="207248"/>
                  </a:lnTo>
                  <a:lnTo>
                    <a:pt x="18090" y="162796"/>
                  </a:lnTo>
                  <a:lnTo>
                    <a:pt x="32497" y="121968"/>
                  </a:lnTo>
                  <a:lnTo>
                    <a:pt x="55086" y="85937"/>
                  </a:lnTo>
                  <a:lnTo>
                    <a:pt x="84693" y="55875"/>
                  </a:lnTo>
                  <a:lnTo>
                    <a:pt x="120157" y="32951"/>
                  </a:lnTo>
                  <a:lnTo>
                    <a:pt x="160313" y="18338"/>
                  </a:lnTo>
                  <a:lnTo>
                    <a:pt x="203998" y="13207"/>
                  </a:lnTo>
                  <a:lnTo>
                    <a:pt x="271962" y="13207"/>
                  </a:lnTo>
                  <a:lnTo>
                    <a:pt x="255044" y="6483"/>
                  </a:lnTo>
                  <a:lnTo>
                    <a:pt x="203998" y="0"/>
                  </a:lnTo>
                  <a:close/>
                </a:path>
                <a:path w="550544" h="558164">
                  <a:moveTo>
                    <a:pt x="271962" y="13207"/>
                  </a:moveTo>
                  <a:lnTo>
                    <a:pt x="203998" y="13207"/>
                  </a:lnTo>
                  <a:lnTo>
                    <a:pt x="236873" y="16033"/>
                  </a:lnTo>
                  <a:lnTo>
                    <a:pt x="267854" y="24196"/>
                  </a:lnTo>
                  <a:lnTo>
                    <a:pt x="296562" y="37228"/>
                  </a:lnTo>
                  <a:lnTo>
                    <a:pt x="322618" y="54655"/>
                  </a:lnTo>
                  <a:lnTo>
                    <a:pt x="280833" y="54655"/>
                  </a:lnTo>
                  <a:lnTo>
                    <a:pt x="278132" y="57848"/>
                  </a:lnTo>
                  <a:lnTo>
                    <a:pt x="278133" y="119338"/>
                  </a:lnTo>
                  <a:lnTo>
                    <a:pt x="280833" y="122525"/>
                  </a:lnTo>
                  <a:lnTo>
                    <a:pt x="376091" y="122525"/>
                  </a:lnTo>
                  <a:lnTo>
                    <a:pt x="381466" y="134654"/>
                  </a:lnTo>
                  <a:lnTo>
                    <a:pt x="386085" y="147124"/>
                  </a:lnTo>
                  <a:lnTo>
                    <a:pt x="389813" y="159769"/>
                  </a:lnTo>
                  <a:lnTo>
                    <a:pt x="392712" y="173090"/>
                  </a:lnTo>
                  <a:lnTo>
                    <a:pt x="254770" y="173089"/>
                  </a:lnTo>
                  <a:lnTo>
                    <a:pt x="251621" y="176276"/>
                  </a:lnTo>
                  <a:lnTo>
                    <a:pt x="251621" y="237766"/>
                  </a:lnTo>
                  <a:lnTo>
                    <a:pt x="254770" y="240959"/>
                  </a:lnTo>
                  <a:lnTo>
                    <a:pt x="392712" y="240959"/>
                  </a:lnTo>
                  <a:lnTo>
                    <a:pt x="389862" y="254109"/>
                  </a:lnTo>
                  <a:lnTo>
                    <a:pt x="386086" y="266919"/>
                  </a:lnTo>
                  <a:lnTo>
                    <a:pt x="381467" y="279389"/>
                  </a:lnTo>
                  <a:lnTo>
                    <a:pt x="376091" y="291518"/>
                  </a:lnTo>
                  <a:lnTo>
                    <a:pt x="280833" y="291517"/>
                  </a:lnTo>
                  <a:lnTo>
                    <a:pt x="278133" y="294704"/>
                  </a:lnTo>
                  <a:lnTo>
                    <a:pt x="278133" y="356655"/>
                  </a:lnTo>
                  <a:lnTo>
                    <a:pt x="280833" y="359387"/>
                  </a:lnTo>
                  <a:lnTo>
                    <a:pt x="322170" y="359387"/>
                  </a:lnTo>
                  <a:lnTo>
                    <a:pt x="296374" y="376815"/>
                  </a:lnTo>
                  <a:lnTo>
                    <a:pt x="267799" y="389846"/>
                  </a:lnTo>
                  <a:lnTo>
                    <a:pt x="236867" y="398009"/>
                  </a:lnTo>
                  <a:lnTo>
                    <a:pt x="203998" y="400835"/>
                  </a:lnTo>
                  <a:lnTo>
                    <a:pt x="274560" y="400835"/>
                  </a:lnTo>
                  <a:lnTo>
                    <a:pt x="280605" y="399012"/>
                  </a:lnTo>
                  <a:lnTo>
                    <a:pt x="314192" y="381377"/>
                  </a:lnTo>
                  <a:lnTo>
                    <a:pt x="343736" y="358021"/>
                  </a:lnTo>
                  <a:lnTo>
                    <a:pt x="362608" y="358021"/>
                  </a:lnTo>
                  <a:lnTo>
                    <a:pt x="353172" y="348456"/>
                  </a:lnTo>
                  <a:lnTo>
                    <a:pt x="355063" y="346173"/>
                  </a:lnTo>
                  <a:lnTo>
                    <a:pt x="291167" y="346173"/>
                  </a:lnTo>
                  <a:lnTo>
                    <a:pt x="291167" y="304725"/>
                  </a:lnTo>
                  <a:lnTo>
                    <a:pt x="383941" y="304725"/>
                  </a:lnTo>
                  <a:lnTo>
                    <a:pt x="391148" y="290548"/>
                  </a:lnTo>
                  <a:lnTo>
                    <a:pt x="399454" y="268284"/>
                  </a:lnTo>
                  <a:lnTo>
                    <a:pt x="545484" y="268284"/>
                  </a:lnTo>
                  <a:lnTo>
                    <a:pt x="545484" y="255077"/>
                  </a:lnTo>
                  <a:lnTo>
                    <a:pt x="402597" y="255076"/>
                  </a:lnTo>
                  <a:lnTo>
                    <a:pt x="404965" y="245014"/>
                  </a:lnTo>
                  <a:lnTo>
                    <a:pt x="406700" y="234693"/>
                  </a:lnTo>
                  <a:lnTo>
                    <a:pt x="407458" y="227745"/>
                  </a:lnTo>
                  <a:lnTo>
                    <a:pt x="264655" y="227745"/>
                  </a:lnTo>
                  <a:lnTo>
                    <a:pt x="264655" y="186297"/>
                  </a:lnTo>
                  <a:lnTo>
                    <a:pt x="407458" y="186297"/>
                  </a:lnTo>
                  <a:lnTo>
                    <a:pt x="406700" y="179349"/>
                  </a:lnTo>
                  <a:lnTo>
                    <a:pt x="404965" y="169029"/>
                  </a:lnTo>
                  <a:lnTo>
                    <a:pt x="402597" y="158966"/>
                  </a:lnTo>
                  <a:lnTo>
                    <a:pt x="545484" y="158966"/>
                  </a:lnTo>
                  <a:lnTo>
                    <a:pt x="545484" y="145759"/>
                  </a:lnTo>
                  <a:lnTo>
                    <a:pt x="399453" y="145759"/>
                  </a:lnTo>
                  <a:lnTo>
                    <a:pt x="395759" y="134925"/>
                  </a:lnTo>
                  <a:lnTo>
                    <a:pt x="391477" y="124348"/>
                  </a:lnTo>
                  <a:lnTo>
                    <a:pt x="386689" y="114113"/>
                  </a:lnTo>
                  <a:lnTo>
                    <a:pt x="384142" y="109317"/>
                  </a:lnTo>
                  <a:lnTo>
                    <a:pt x="291167" y="109317"/>
                  </a:lnTo>
                  <a:lnTo>
                    <a:pt x="291167" y="67869"/>
                  </a:lnTo>
                  <a:lnTo>
                    <a:pt x="353505" y="67869"/>
                  </a:lnTo>
                  <a:lnTo>
                    <a:pt x="341299" y="53610"/>
                  </a:lnTo>
                  <a:lnTo>
                    <a:pt x="301330" y="24879"/>
                  </a:lnTo>
                  <a:lnTo>
                    <a:pt x="271962" y="13207"/>
                  </a:lnTo>
                  <a:close/>
                </a:path>
                <a:path w="550544" h="558164">
                  <a:moveTo>
                    <a:pt x="225564" y="291517"/>
                  </a:moveTo>
                  <a:lnTo>
                    <a:pt x="110985" y="291517"/>
                  </a:lnTo>
                  <a:lnTo>
                    <a:pt x="107836" y="294704"/>
                  </a:lnTo>
                  <a:lnTo>
                    <a:pt x="107836" y="356655"/>
                  </a:lnTo>
                  <a:lnTo>
                    <a:pt x="110985" y="359386"/>
                  </a:lnTo>
                  <a:lnTo>
                    <a:pt x="225564" y="359387"/>
                  </a:lnTo>
                  <a:lnTo>
                    <a:pt x="228708" y="356655"/>
                  </a:lnTo>
                  <a:lnTo>
                    <a:pt x="228708" y="346173"/>
                  </a:lnTo>
                  <a:lnTo>
                    <a:pt x="120870" y="346173"/>
                  </a:lnTo>
                  <a:lnTo>
                    <a:pt x="120870" y="304725"/>
                  </a:lnTo>
                  <a:lnTo>
                    <a:pt x="228708" y="304725"/>
                  </a:lnTo>
                  <a:lnTo>
                    <a:pt x="228708" y="294704"/>
                  </a:lnTo>
                  <a:lnTo>
                    <a:pt x="225564" y="291517"/>
                  </a:lnTo>
                  <a:close/>
                </a:path>
                <a:path w="550544" h="558164">
                  <a:moveTo>
                    <a:pt x="228708" y="304725"/>
                  </a:moveTo>
                  <a:lnTo>
                    <a:pt x="215679" y="304725"/>
                  </a:lnTo>
                  <a:lnTo>
                    <a:pt x="215679" y="346173"/>
                  </a:lnTo>
                  <a:lnTo>
                    <a:pt x="228708" y="346173"/>
                  </a:lnTo>
                  <a:lnTo>
                    <a:pt x="228708" y="304725"/>
                  </a:lnTo>
                  <a:close/>
                </a:path>
                <a:path w="550544" h="558164">
                  <a:moveTo>
                    <a:pt x="383941" y="304725"/>
                  </a:moveTo>
                  <a:lnTo>
                    <a:pt x="369350" y="304725"/>
                  </a:lnTo>
                  <a:lnTo>
                    <a:pt x="362273" y="316006"/>
                  </a:lnTo>
                  <a:lnTo>
                    <a:pt x="354521" y="326646"/>
                  </a:lnTo>
                  <a:lnTo>
                    <a:pt x="346095" y="336688"/>
                  </a:lnTo>
                  <a:lnTo>
                    <a:pt x="336994" y="346173"/>
                  </a:lnTo>
                  <a:lnTo>
                    <a:pt x="355063" y="346173"/>
                  </a:lnTo>
                  <a:lnTo>
                    <a:pt x="367796" y="330803"/>
                  </a:lnTo>
                  <a:lnTo>
                    <a:pt x="380525" y="311445"/>
                  </a:lnTo>
                  <a:lnTo>
                    <a:pt x="383941" y="304725"/>
                  </a:lnTo>
                  <a:close/>
                </a:path>
                <a:path w="550544" h="558164">
                  <a:moveTo>
                    <a:pt x="207590" y="173089"/>
                  </a:moveTo>
                  <a:lnTo>
                    <a:pt x="57063" y="173089"/>
                  </a:lnTo>
                  <a:lnTo>
                    <a:pt x="53920" y="176276"/>
                  </a:lnTo>
                  <a:lnTo>
                    <a:pt x="53920" y="237766"/>
                  </a:lnTo>
                  <a:lnTo>
                    <a:pt x="57063" y="240958"/>
                  </a:lnTo>
                  <a:lnTo>
                    <a:pt x="207590" y="240959"/>
                  </a:lnTo>
                  <a:lnTo>
                    <a:pt x="210734" y="237766"/>
                  </a:lnTo>
                  <a:lnTo>
                    <a:pt x="210734" y="227745"/>
                  </a:lnTo>
                  <a:lnTo>
                    <a:pt x="66948" y="227745"/>
                  </a:lnTo>
                  <a:lnTo>
                    <a:pt x="66948" y="186296"/>
                  </a:lnTo>
                  <a:lnTo>
                    <a:pt x="210734" y="186297"/>
                  </a:lnTo>
                  <a:lnTo>
                    <a:pt x="210734" y="176276"/>
                  </a:lnTo>
                  <a:lnTo>
                    <a:pt x="207590" y="173089"/>
                  </a:lnTo>
                  <a:close/>
                </a:path>
                <a:path w="550544" h="558164">
                  <a:moveTo>
                    <a:pt x="210734" y="186297"/>
                  </a:moveTo>
                  <a:lnTo>
                    <a:pt x="197705" y="186297"/>
                  </a:lnTo>
                  <a:lnTo>
                    <a:pt x="197705" y="227745"/>
                  </a:lnTo>
                  <a:lnTo>
                    <a:pt x="210734" y="227745"/>
                  </a:lnTo>
                  <a:lnTo>
                    <a:pt x="210734" y="186297"/>
                  </a:lnTo>
                  <a:close/>
                </a:path>
                <a:path w="550544" h="558164">
                  <a:moveTo>
                    <a:pt x="407458" y="186297"/>
                  </a:moveTo>
                  <a:lnTo>
                    <a:pt x="394508" y="186297"/>
                  </a:lnTo>
                  <a:lnTo>
                    <a:pt x="395412" y="199959"/>
                  </a:lnTo>
                  <a:lnTo>
                    <a:pt x="395412" y="214083"/>
                  </a:lnTo>
                  <a:lnTo>
                    <a:pt x="394508" y="227745"/>
                  </a:lnTo>
                  <a:lnTo>
                    <a:pt x="407458" y="227745"/>
                  </a:lnTo>
                  <a:lnTo>
                    <a:pt x="407844" y="224203"/>
                  </a:lnTo>
                  <a:lnTo>
                    <a:pt x="408415" y="214083"/>
                  </a:lnTo>
                  <a:lnTo>
                    <a:pt x="408441" y="213628"/>
                  </a:lnTo>
                  <a:lnTo>
                    <a:pt x="545484" y="213628"/>
                  </a:lnTo>
                  <a:lnTo>
                    <a:pt x="545484" y="200415"/>
                  </a:lnTo>
                  <a:lnTo>
                    <a:pt x="408441" y="200414"/>
                  </a:lnTo>
                  <a:lnTo>
                    <a:pt x="407844" y="189840"/>
                  </a:lnTo>
                  <a:lnTo>
                    <a:pt x="407458" y="186297"/>
                  </a:lnTo>
                  <a:close/>
                </a:path>
                <a:path w="550544" h="558164">
                  <a:moveTo>
                    <a:pt x="225564" y="54655"/>
                  </a:moveTo>
                  <a:lnTo>
                    <a:pt x="110985" y="54655"/>
                  </a:lnTo>
                  <a:lnTo>
                    <a:pt x="107835" y="57848"/>
                  </a:lnTo>
                  <a:lnTo>
                    <a:pt x="107836" y="119338"/>
                  </a:lnTo>
                  <a:lnTo>
                    <a:pt x="110985" y="122524"/>
                  </a:lnTo>
                  <a:lnTo>
                    <a:pt x="225564" y="122524"/>
                  </a:lnTo>
                  <a:lnTo>
                    <a:pt x="228707" y="119338"/>
                  </a:lnTo>
                  <a:lnTo>
                    <a:pt x="228707" y="109317"/>
                  </a:lnTo>
                  <a:lnTo>
                    <a:pt x="120870" y="109317"/>
                  </a:lnTo>
                  <a:lnTo>
                    <a:pt x="120870" y="67869"/>
                  </a:lnTo>
                  <a:lnTo>
                    <a:pt x="228707" y="67869"/>
                  </a:lnTo>
                  <a:lnTo>
                    <a:pt x="228707" y="57848"/>
                  </a:lnTo>
                  <a:lnTo>
                    <a:pt x="225564" y="54655"/>
                  </a:lnTo>
                  <a:close/>
                </a:path>
                <a:path w="550544" h="558164">
                  <a:moveTo>
                    <a:pt x="228707" y="67869"/>
                  </a:moveTo>
                  <a:lnTo>
                    <a:pt x="215679" y="67869"/>
                  </a:lnTo>
                  <a:lnTo>
                    <a:pt x="215679" y="109317"/>
                  </a:lnTo>
                  <a:lnTo>
                    <a:pt x="228707" y="109317"/>
                  </a:lnTo>
                  <a:lnTo>
                    <a:pt x="228707" y="67869"/>
                  </a:lnTo>
                  <a:close/>
                </a:path>
                <a:path w="550544" h="558164">
                  <a:moveTo>
                    <a:pt x="353505" y="67869"/>
                  </a:moveTo>
                  <a:lnTo>
                    <a:pt x="336994" y="67869"/>
                  </a:lnTo>
                  <a:lnTo>
                    <a:pt x="346095" y="77419"/>
                  </a:lnTo>
                  <a:lnTo>
                    <a:pt x="354521" y="87567"/>
                  </a:lnTo>
                  <a:lnTo>
                    <a:pt x="362272" y="98228"/>
                  </a:lnTo>
                  <a:lnTo>
                    <a:pt x="369349" y="109317"/>
                  </a:lnTo>
                  <a:lnTo>
                    <a:pt x="384142" y="109317"/>
                  </a:lnTo>
                  <a:lnTo>
                    <a:pt x="381480" y="104304"/>
                  </a:lnTo>
                  <a:lnTo>
                    <a:pt x="545484" y="104304"/>
                  </a:lnTo>
                  <a:lnTo>
                    <a:pt x="545484" y="91097"/>
                  </a:lnTo>
                  <a:lnTo>
                    <a:pt x="373391" y="91097"/>
                  </a:lnTo>
                  <a:lnTo>
                    <a:pt x="353505" y="67869"/>
                  </a:lnTo>
                  <a:close/>
                </a:path>
              </a:pathLst>
            </a:custGeom>
            <a:solidFill>
              <a:srgbClr val="0E61FD"/>
            </a:solidFill>
          </p:spPr>
          <p:txBody>
            <a:bodyPr wrap="square" lIns="0" tIns="0" rIns="0" bIns="0" rtlCol="0"/>
            <a:lstStyle/>
            <a:p>
              <a:endParaRPr sz="2184"/>
            </a:p>
          </p:txBody>
        </p:sp>
      </p:grpSp>
      <p:grpSp>
        <p:nvGrpSpPr>
          <p:cNvPr id="125" name="Group 124">
            <a:extLst>
              <a:ext uri="{FF2B5EF4-FFF2-40B4-BE49-F238E27FC236}">
                <a16:creationId xmlns:a16="http://schemas.microsoft.com/office/drawing/2014/main" id="{F3F83DAE-CBBE-CC15-1294-7EFBC15262DA}"/>
              </a:ext>
            </a:extLst>
          </p:cNvPr>
          <p:cNvGrpSpPr/>
          <p:nvPr/>
        </p:nvGrpSpPr>
        <p:grpSpPr>
          <a:xfrm>
            <a:off x="21096085" y="4205903"/>
            <a:ext cx="876292" cy="876294"/>
            <a:chOff x="10510095" y="2104403"/>
            <a:chExt cx="438146" cy="438147"/>
          </a:xfrm>
        </p:grpSpPr>
        <p:sp>
          <p:nvSpPr>
            <p:cNvPr id="42" name="object 42"/>
            <p:cNvSpPr/>
            <p:nvPr/>
          </p:nvSpPr>
          <p:spPr>
            <a:xfrm>
              <a:off x="10510095" y="2104403"/>
              <a:ext cx="438146" cy="438147"/>
            </a:xfrm>
            <a:custGeom>
              <a:avLst/>
              <a:gdLst/>
              <a:ahLst/>
              <a:cxnLst/>
              <a:rect l="l" t="t" r="r" b="b"/>
              <a:pathLst>
                <a:path w="722630" h="722629">
                  <a:moveTo>
                    <a:pt x="722491" y="0"/>
                  </a:moveTo>
                  <a:lnTo>
                    <a:pt x="0" y="0"/>
                  </a:lnTo>
                  <a:lnTo>
                    <a:pt x="0" y="722585"/>
                  </a:lnTo>
                  <a:lnTo>
                    <a:pt x="722491" y="722585"/>
                  </a:lnTo>
                  <a:lnTo>
                    <a:pt x="722491" y="0"/>
                  </a:lnTo>
                  <a:close/>
                </a:path>
              </a:pathLst>
            </a:custGeom>
            <a:solidFill>
              <a:srgbClr val="E4F6FF"/>
            </a:solidFill>
          </p:spPr>
          <p:txBody>
            <a:bodyPr wrap="square" lIns="0" tIns="0" rIns="0" bIns="0" rtlCol="0"/>
            <a:lstStyle/>
            <a:p>
              <a:endParaRPr sz="2184"/>
            </a:p>
          </p:txBody>
        </p:sp>
        <p:sp>
          <p:nvSpPr>
            <p:cNvPr id="43" name="object 43"/>
            <p:cNvSpPr/>
            <p:nvPr/>
          </p:nvSpPr>
          <p:spPr>
            <a:xfrm>
              <a:off x="10510095" y="2104403"/>
              <a:ext cx="438146" cy="438147"/>
            </a:xfrm>
            <a:custGeom>
              <a:avLst/>
              <a:gdLst/>
              <a:ahLst/>
              <a:cxnLst/>
              <a:rect l="l" t="t" r="r" b="b"/>
              <a:pathLst>
                <a:path w="722630" h="722629">
                  <a:moveTo>
                    <a:pt x="0" y="722585"/>
                  </a:moveTo>
                  <a:lnTo>
                    <a:pt x="722491" y="722585"/>
                  </a:lnTo>
                  <a:lnTo>
                    <a:pt x="722491" y="0"/>
                  </a:lnTo>
                  <a:lnTo>
                    <a:pt x="0" y="0"/>
                  </a:lnTo>
                  <a:lnTo>
                    <a:pt x="0" y="722585"/>
                  </a:lnTo>
                  <a:close/>
                </a:path>
              </a:pathLst>
            </a:custGeom>
            <a:ln w="15706">
              <a:solidFill>
                <a:srgbClr val="0E61FD"/>
              </a:solidFill>
            </a:ln>
          </p:spPr>
          <p:txBody>
            <a:bodyPr wrap="square" lIns="0" tIns="0" rIns="0" bIns="0" rtlCol="0"/>
            <a:lstStyle/>
            <a:p>
              <a:endParaRPr sz="2184"/>
            </a:p>
          </p:txBody>
        </p:sp>
        <p:sp>
          <p:nvSpPr>
            <p:cNvPr id="44" name="object 44"/>
            <p:cNvSpPr/>
            <p:nvPr/>
          </p:nvSpPr>
          <p:spPr>
            <a:xfrm>
              <a:off x="10568909" y="2190775"/>
              <a:ext cx="316482" cy="316867"/>
            </a:xfrm>
            <a:custGeom>
              <a:avLst/>
              <a:gdLst/>
              <a:ahLst/>
              <a:cxnLst/>
              <a:rect l="l" t="t" r="r" b="b"/>
              <a:pathLst>
                <a:path w="521969" h="522604">
                  <a:moveTo>
                    <a:pt x="277758" y="0"/>
                  </a:moveTo>
                  <a:lnTo>
                    <a:pt x="234835" y="5925"/>
                  </a:lnTo>
                  <a:lnTo>
                    <a:pt x="195893" y="22880"/>
                  </a:lnTo>
                  <a:lnTo>
                    <a:pt x="162846" y="49630"/>
                  </a:lnTo>
                  <a:lnTo>
                    <a:pt x="137602" y="84941"/>
                  </a:lnTo>
                  <a:lnTo>
                    <a:pt x="116369" y="84941"/>
                  </a:lnTo>
                  <a:lnTo>
                    <a:pt x="71131" y="94113"/>
                  </a:lnTo>
                  <a:lnTo>
                    <a:pt x="34135" y="119132"/>
                  </a:lnTo>
                  <a:lnTo>
                    <a:pt x="9164" y="156255"/>
                  </a:lnTo>
                  <a:lnTo>
                    <a:pt x="128" y="201102"/>
                  </a:lnTo>
                  <a:lnTo>
                    <a:pt x="59" y="202033"/>
                  </a:lnTo>
                  <a:lnTo>
                    <a:pt x="9164" y="246979"/>
                  </a:lnTo>
                  <a:lnTo>
                    <a:pt x="34135" y="283976"/>
                  </a:lnTo>
                  <a:lnTo>
                    <a:pt x="71131" y="308949"/>
                  </a:lnTo>
                  <a:lnTo>
                    <a:pt x="116369" y="318114"/>
                  </a:lnTo>
                  <a:lnTo>
                    <a:pt x="226791" y="318114"/>
                  </a:lnTo>
                  <a:lnTo>
                    <a:pt x="237622" y="320284"/>
                  </a:lnTo>
                  <a:lnTo>
                    <a:pt x="246541" y="326236"/>
                  </a:lnTo>
                  <a:lnTo>
                    <a:pt x="252592" y="335135"/>
                  </a:lnTo>
                  <a:lnTo>
                    <a:pt x="254821" y="346145"/>
                  </a:lnTo>
                  <a:lnTo>
                    <a:pt x="254821" y="425144"/>
                  </a:lnTo>
                  <a:lnTo>
                    <a:pt x="238154" y="430439"/>
                  </a:lnTo>
                  <a:lnTo>
                    <a:pt x="224671" y="441069"/>
                  </a:lnTo>
                  <a:lnTo>
                    <a:pt x="215646" y="455841"/>
                  </a:lnTo>
                  <a:lnTo>
                    <a:pt x="212355" y="473561"/>
                  </a:lnTo>
                  <a:lnTo>
                    <a:pt x="216157" y="492415"/>
                  </a:lnTo>
                  <a:lnTo>
                    <a:pt x="226528" y="507804"/>
                  </a:lnTo>
                  <a:lnTo>
                    <a:pt x="241916" y="518177"/>
                  </a:lnTo>
                  <a:lnTo>
                    <a:pt x="260769" y="521980"/>
                  </a:lnTo>
                  <a:lnTo>
                    <a:pt x="279867" y="518177"/>
                  </a:lnTo>
                  <a:lnTo>
                    <a:pt x="292603" y="509662"/>
                  </a:lnTo>
                  <a:lnTo>
                    <a:pt x="260769" y="509662"/>
                  </a:lnTo>
                  <a:lnTo>
                    <a:pt x="246708" y="506829"/>
                  </a:lnTo>
                  <a:lnTo>
                    <a:pt x="235234" y="499097"/>
                  </a:lnTo>
                  <a:lnTo>
                    <a:pt x="227503" y="487623"/>
                  </a:lnTo>
                  <a:lnTo>
                    <a:pt x="224669" y="473561"/>
                  </a:lnTo>
                  <a:lnTo>
                    <a:pt x="227445" y="459548"/>
                  </a:lnTo>
                  <a:lnTo>
                    <a:pt x="227503" y="459253"/>
                  </a:lnTo>
                  <a:lnTo>
                    <a:pt x="235234" y="447653"/>
                  </a:lnTo>
                  <a:lnTo>
                    <a:pt x="246708" y="439875"/>
                  </a:lnTo>
                  <a:lnTo>
                    <a:pt x="260769" y="437035"/>
                  </a:lnTo>
                  <a:lnTo>
                    <a:pt x="292175" y="437035"/>
                  </a:lnTo>
                  <a:lnTo>
                    <a:pt x="283809" y="430439"/>
                  </a:lnTo>
                  <a:lnTo>
                    <a:pt x="267141" y="425144"/>
                  </a:lnTo>
                  <a:lnTo>
                    <a:pt x="267036" y="405567"/>
                  </a:lnTo>
                  <a:lnTo>
                    <a:pt x="266957" y="390886"/>
                  </a:lnTo>
                  <a:lnTo>
                    <a:pt x="266836" y="368228"/>
                  </a:lnTo>
                  <a:lnTo>
                    <a:pt x="255037" y="317532"/>
                  </a:lnTo>
                  <a:lnTo>
                    <a:pt x="116369" y="305799"/>
                  </a:lnTo>
                  <a:lnTo>
                    <a:pt x="75923" y="297603"/>
                  </a:lnTo>
                  <a:lnTo>
                    <a:pt x="42842" y="275270"/>
                  </a:lnTo>
                  <a:lnTo>
                    <a:pt x="20511" y="242187"/>
                  </a:lnTo>
                  <a:lnTo>
                    <a:pt x="12375" y="202033"/>
                  </a:lnTo>
                  <a:lnTo>
                    <a:pt x="12316" y="201740"/>
                  </a:lnTo>
                  <a:lnTo>
                    <a:pt x="20511" y="161047"/>
                  </a:lnTo>
                  <a:lnTo>
                    <a:pt x="42842" y="127838"/>
                  </a:lnTo>
                  <a:lnTo>
                    <a:pt x="75923" y="105459"/>
                  </a:lnTo>
                  <a:lnTo>
                    <a:pt x="116369" y="97256"/>
                  </a:lnTo>
                  <a:lnTo>
                    <a:pt x="143550" y="97256"/>
                  </a:lnTo>
                  <a:lnTo>
                    <a:pt x="145672" y="95983"/>
                  </a:lnTo>
                  <a:lnTo>
                    <a:pt x="170133" y="59798"/>
                  </a:lnTo>
                  <a:lnTo>
                    <a:pt x="200886" y="34135"/>
                  </a:lnTo>
                  <a:lnTo>
                    <a:pt x="237371" y="17949"/>
                  </a:lnTo>
                  <a:lnTo>
                    <a:pt x="277758" y="12314"/>
                  </a:lnTo>
                  <a:lnTo>
                    <a:pt x="336020" y="12314"/>
                  </a:lnTo>
                  <a:lnTo>
                    <a:pt x="326938" y="7746"/>
                  </a:lnTo>
                  <a:lnTo>
                    <a:pt x="277758" y="0"/>
                  </a:lnTo>
                  <a:close/>
                </a:path>
                <a:path w="521969" h="522604">
                  <a:moveTo>
                    <a:pt x="292175" y="437035"/>
                  </a:moveTo>
                  <a:lnTo>
                    <a:pt x="260769" y="437035"/>
                  </a:lnTo>
                  <a:lnTo>
                    <a:pt x="275076" y="439875"/>
                  </a:lnTo>
                  <a:lnTo>
                    <a:pt x="286676" y="447653"/>
                  </a:lnTo>
                  <a:lnTo>
                    <a:pt x="294453" y="459254"/>
                  </a:lnTo>
                  <a:lnTo>
                    <a:pt x="297294" y="473561"/>
                  </a:lnTo>
                  <a:lnTo>
                    <a:pt x="294453" y="487623"/>
                  </a:lnTo>
                  <a:lnTo>
                    <a:pt x="286676" y="499097"/>
                  </a:lnTo>
                  <a:lnTo>
                    <a:pt x="275076" y="506829"/>
                  </a:lnTo>
                  <a:lnTo>
                    <a:pt x="260769" y="509662"/>
                  </a:lnTo>
                  <a:lnTo>
                    <a:pt x="292603" y="509662"/>
                  </a:lnTo>
                  <a:lnTo>
                    <a:pt x="295382" y="507804"/>
                  </a:lnTo>
                  <a:lnTo>
                    <a:pt x="305799" y="492415"/>
                  </a:lnTo>
                  <a:lnTo>
                    <a:pt x="309608" y="473561"/>
                  </a:lnTo>
                  <a:lnTo>
                    <a:pt x="306317" y="455841"/>
                  </a:lnTo>
                  <a:lnTo>
                    <a:pt x="297292" y="441069"/>
                  </a:lnTo>
                  <a:lnTo>
                    <a:pt x="292175" y="437035"/>
                  </a:lnTo>
                  <a:close/>
                </a:path>
                <a:path w="521969" h="522604">
                  <a:moveTo>
                    <a:pt x="328725" y="186873"/>
                  </a:moveTo>
                  <a:lnTo>
                    <a:pt x="284108" y="216619"/>
                  </a:lnTo>
                  <a:lnTo>
                    <a:pt x="280305" y="235719"/>
                  </a:lnTo>
                  <a:lnTo>
                    <a:pt x="283596" y="253193"/>
                  </a:lnTo>
                  <a:lnTo>
                    <a:pt x="292621" y="267839"/>
                  </a:lnTo>
                  <a:lnTo>
                    <a:pt x="306106" y="278423"/>
                  </a:lnTo>
                  <a:lnTo>
                    <a:pt x="322777" y="283711"/>
                  </a:lnTo>
                  <a:lnTo>
                    <a:pt x="322777" y="380124"/>
                  </a:lnTo>
                  <a:lnTo>
                    <a:pt x="347144" y="416913"/>
                  </a:lnTo>
                  <a:lnTo>
                    <a:pt x="424705" y="420046"/>
                  </a:lnTo>
                  <a:lnTo>
                    <a:pt x="424705" y="467188"/>
                  </a:lnTo>
                  <a:lnTo>
                    <a:pt x="425979" y="468892"/>
                  </a:lnTo>
                  <a:lnTo>
                    <a:pt x="427682" y="470165"/>
                  </a:lnTo>
                  <a:lnTo>
                    <a:pt x="428955" y="470590"/>
                  </a:lnTo>
                  <a:lnTo>
                    <a:pt x="429804" y="471014"/>
                  </a:lnTo>
                  <a:lnTo>
                    <a:pt x="431926" y="471014"/>
                  </a:lnTo>
                  <a:lnTo>
                    <a:pt x="433200" y="470590"/>
                  </a:lnTo>
                  <a:lnTo>
                    <a:pt x="434049" y="470165"/>
                  </a:lnTo>
                  <a:lnTo>
                    <a:pt x="460949" y="454025"/>
                  </a:lnTo>
                  <a:lnTo>
                    <a:pt x="437025" y="454025"/>
                  </a:lnTo>
                  <a:lnTo>
                    <a:pt x="437025" y="407731"/>
                  </a:lnTo>
                  <a:lnTo>
                    <a:pt x="362697" y="407731"/>
                  </a:lnTo>
                  <a:lnTo>
                    <a:pt x="335092" y="380124"/>
                  </a:lnTo>
                  <a:lnTo>
                    <a:pt x="335092" y="283711"/>
                  </a:lnTo>
                  <a:lnTo>
                    <a:pt x="351763" y="278423"/>
                  </a:lnTo>
                  <a:lnTo>
                    <a:pt x="360175" y="271820"/>
                  </a:lnTo>
                  <a:lnTo>
                    <a:pt x="314661" y="268986"/>
                  </a:lnTo>
                  <a:lnTo>
                    <a:pt x="292625" y="235719"/>
                  </a:lnTo>
                  <a:lnTo>
                    <a:pt x="295458" y="221412"/>
                  </a:lnTo>
                  <a:lnTo>
                    <a:pt x="303188" y="209812"/>
                  </a:lnTo>
                  <a:lnTo>
                    <a:pt x="314661" y="202034"/>
                  </a:lnTo>
                  <a:lnTo>
                    <a:pt x="328725" y="199193"/>
                  </a:lnTo>
                  <a:lnTo>
                    <a:pt x="360495" y="199193"/>
                  </a:lnTo>
                  <a:lnTo>
                    <a:pt x="347823" y="190683"/>
                  </a:lnTo>
                  <a:lnTo>
                    <a:pt x="328725" y="186873"/>
                  </a:lnTo>
                  <a:close/>
                </a:path>
                <a:path w="521969" h="522604">
                  <a:moveTo>
                    <a:pt x="94287" y="365257"/>
                  </a:moveTo>
                  <a:lnTo>
                    <a:pt x="2972" y="365257"/>
                  </a:lnTo>
                  <a:lnTo>
                    <a:pt x="0" y="368228"/>
                  </a:lnTo>
                  <a:lnTo>
                    <a:pt x="0" y="459548"/>
                  </a:lnTo>
                  <a:lnTo>
                    <a:pt x="2972" y="462519"/>
                  </a:lnTo>
                  <a:lnTo>
                    <a:pt x="94287" y="462519"/>
                  </a:lnTo>
                  <a:lnTo>
                    <a:pt x="97258" y="459548"/>
                  </a:lnTo>
                  <a:lnTo>
                    <a:pt x="97258" y="450204"/>
                  </a:lnTo>
                  <a:lnTo>
                    <a:pt x="12316" y="450204"/>
                  </a:lnTo>
                  <a:lnTo>
                    <a:pt x="12316" y="377577"/>
                  </a:lnTo>
                  <a:lnTo>
                    <a:pt x="97258" y="377577"/>
                  </a:lnTo>
                  <a:lnTo>
                    <a:pt x="97258" y="368228"/>
                  </a:lnTo>
                  <a:lnTo>
                    <a:pt x="94287" y="365257"/>
                  </a:lnTo>
                  <a:close/>
                </a:path>
                <a:path w="521969" h="522604">
                  <a:moveTo>
                    <a:pt x="460949" y="373752"/>
                  </a:moveTo>
                  <a:lnTo>
                    <a:pt x="437025" y="373752"/>
                  </a:lnTo>
                  <a:lnTo>
                    <a:pt x="503702" y="414103"/>
                  </a:lnTo>
                  <a:lnTo>
                    <a:pt x="437025" y="454025"/>
                  </a:lnTo>
                  <a:lnTo>
                    <a:pt x="460949" y="454025"/>
                  </a:lnTo>
                  <a:lnTo>
                    <a:pt x="518993" y="419197"/>
                  </a:lnTo>
                  <a:lnTo>
                    <a:pt x="520691" y="417923"/>
                  </a:lnTo>
                  <a:lnTo>
                    <a:pt x="521964" y="416226"/>
                  </a:lnTo>
                  <a:lnTo>
                    <a:pt x="521964" y="411975"/>
                  </a:lnTo>
                  <a:lnTo>
                    <a:pt x="520691" y="409853"/>
                  </a:lnTo>
                  <a:lnTo>
                    <a:pt x="518993" y="408580"/>
                  </a:lnTo>
                  <a:lnTo>
                    <a:pt x="460949" y="373752"/>
                  </a:lnTo>
                  <a:close/>
                </a:path>
                <a:path w="521969" h="522604">
                  <a:moveTo>
                    <a:pt x="97258" y="377577"/>
                  </a:moveTo>
                  <a:lnTo>
                    <a:pt x="84943" y="377577"/>
                  </a:lnTo>
                  <a:lnTo>
                    <a:pt x="84943" y="450204"/>
                  </a:lnTo>
                  <a:lnTo>
                    <a:pt x="97258" y="450204"/>
                  </a:lnTo>
                  <a:lnTo>
                    <a:pt x="97258" y="420045"/>
                  </a:lnTo>
                  <a:lnTo>
                    <a:pt x="158841" y="420045"/>
                  </a:lnTo>
                  <a:lnTo>
                    <a:pt x="174640" y="416913"/>
                  </a:lnTo>
                  <a:lnTo>
                    <a:pt x="187453" y="408366"/>
                  </a:lnTo>
                  <a:lnTo>
                    <a:pt x="187884" y="407730"/>
                  </a:lnTo>
                  <a:lnTo>
                    <a:pt x="97258" y="407730"/>
                  </a:lnTo>
                  <a:lnTo>
                    <a:pt x="97258" y="377577"/>
                  </a:lnTo>
                  <a:close/>
                </a:path>
                <a:path w="521969" h="522604">
                  <a:moveTo>
                    <a:pt x="199186" y="346145"/>
                  </a:moveTo>
                  <a:lnTo>
                    <a:pt x="186871" y="346145"/>
                  </a:lnTo>
                  <a:lnTo>
                    <a:pt x="186871" y="380124"/>
                  </a:lnTo>
                  <a:lnTo>
                    <a:pt x="184701" y="390886"/>
                  </a:lnTo>
                  <a:lnTo>
                    <a:pt x="178747" y="399659"/>
                  </a:lnTo>
                  <a:lnTo>
                    <a:pt x="169848" y="405567"/>
                  </a:lnTo>
                  <a:lnTo>
                    <a:pt x="158841" y="407730"/>
                  </a:lnTo>
                  <a:lnTo>
                    <a:pt x="187884" y="407730"/>
                  </a:lnTo>
                  <a:lnTo>
                    <a:pt x="196047" y="395678"/>
                  </a:lnTo>
                  <a:lnTo>
                    <a:pt x="199186" y="380124"/>
                  </a:lnTo>
                  <a:lnTo>
                    <a:pt x="199186" y="346145"/>
                  </a:lnTo>
                  <a:close/>
                </a:path>
                <a:path w="521969" h="522604">
                  <a:moveTo>
                    <a:pt x="429804" y="356338"/>
                  </a:moveTo>
                  <a:lnTo>
                    <a:pt x="427682" y="357611"/>
                  </a:lnTo>
                  <a:lnTo>
                    <a:pt x="425979" y="358884"/>
                  </a:lnTo>
                  <a:lnTo>
                    <a:pt x="424705" y="360588"/>
                  </a:lnTo>
                  <a:lnTo>
                    <a:pt x="424705" y="407731"/>
                  </a:lnTo>
                  <a:lnTo>
                    <a:pt x="437025" y="407731"/>
                  </a:lnTo>
                  <a:lnTo>
                    <a:pt x="437025" y="373752"/>
                  </a:lnTo>
                  <a:lnTo>
                    <a:pt x="460949" y="373752"/>
                  </a:lnTo>
                  <a:lnTo>
                    <a:pt x="434049" y="357611"/>
                  </a:lnTo>
                  <a:lnTo>
                    <a:pt x="431926" y="356762"/>
                  </a:lnTo>
                  <a:lnTo>
                    <a:pt x="429804" y="356338"/>
                  </a:lnTo>
                  <a:close/>
                </a:path>
                <a:path w="521969" h="522604">
                  <a:moveTo>
                    <a:pt x="336020" y="12314"/>
                  </a:moveTo>
                  <a:lnTo>
                    <a:pt x="277758" y="12314"/>
                  </a:lnTo>
                  <a:lnTo>
                    <a:pt x="324190" y="19806"/>
                  </a:lnTo>
                  <a:lnTo>
                    <a:pt x="364527" y="40651"/>
                  </a:lnTo>
                  <a:lnTo>
                    <a:pt x="396342" y="72403"/>
                  </a:lnTo>
                  <a:lnTo>
                    <a:pt x="417210" y="112615"/>
                  </a:lnTo>
                  <a:lnTo>
                    <a:pt x="424705" y="158842"/>
                  </a:lnTo>
                  <a:lnTo>
                    <a:pt x="424705" y="162243"/>
                  </a:lnTo>
                  <a:lnTo>
                    <a:pt x="427682" y="165214"/>
                  </a:lnTo>
                  <a:lnTo>
                    <a:pt x="466647" y="170729"/>
                  </a:lnTo>
                  <a:lnTo>
                    <a:pt x="504128" y="208038"/>
                  </a:lnTo>
                  <a:lnTo>
                    <a:pt x="509650" y="235295"/>
                  </a:lnTo>
                  <a:lnTo>
                    <a:pt x="504128" y="262795"/>
                  </a:lnTo>
                  <a:lnTo>
                    <a:pt x="489051" y="285199"/>
                  </a:lnTo>
                  <a:lnTo>
                    <a:pt x="466647" y="300278"/>
                  </a:lnTo>
                  <a:lnTo>
                    <a:pt x="439148" y="305799"/>
                  </a:lnTo>
                  <a:lnTo>
                    <a:pt x="396675" y="306224"/>
                  </a:lnTo>
                  <a:lnTo>
                    <a:pt x="397079" y="317532"/>
                  </a:lnTo>
                  <a:lnTo>
                    <a:pt x="397100" y="318114"/>
                  </a:lnTo>
                  <a:lnTo>
                    <a:pt x="439148" y="318114"/>
                  </a:lnTo>
                  <a:lnTo>
                    <a:pt x="471438" y="311631"/>
                  </a:lnTo>
                  <a:lnTo>
                    <a:pt x="497757" y="293959"/>
                  </a:lnTo>
                  <a:lnTo>
                    <a:pt x="515425" y="267839"/>
                  </a:lnTo>
                  <a:lnTo>
                    <a:pt x="516481" y="262795"/>
                  </a:lnTo>
                  <a:lnTo>
                    <a:pt x="521964" y="235719"/>
                  </a:lnTo>
                  <a:lnTo>
                    <a:pt x="515475" y="203427"/>
                  </a:lnTo>
                  <a:lnTo>
                    <a:pt x="497757" y="177108"/>
                  </a:lnTo>
                  <a:lnTo>
                    <a:pt x="471438" y="159390"/>
                  </a:lnTo>
                  <a:lnTo>
                    <a:pt x="439148" y="152900"/>
                  </a:lnTo>
                  <a:lnTo>
                    <a:pt x="437025" y="152900"/>
                  </a:lnTo>
                  <a:lnTo>
                    <a:pt x="427391" y="104378"/>
                  </a:lnTo>
                  <a:lnTo>
                    <a:pt x="404201" y="62381"/>
                  </a:lnTo>
                  <a:lnTo>
                    <a:pt x="369901" y="29355"/>
                  </a:lnTo>
                  <a:lnTo>
                    <a:pt x="336020" y="12314"/>
                  </a:lnTo>
                  <a:close/>
                </a:path>
                <a:path w="521969" h="522604">
                  <a:moveTo>
                    <a:pt x="360495" y="199193"/>
                  </a:moveTo>
                  <a:lnTo>
                    <a:pt x="328725" y="199193"/>
                  </a:lnTo>
                  <a:lnTo>
                    <a:pt x="343032" y="202034"/>
                  </a:lnTo>
                  <a:lnTo>
                    <a:pt x="354631" y="209812"/>
                  </a:lnTo>
                  <a:lnTo>
                    <a:pt x="362409" y="221412"/>
                  </a:lnTo>
                  <a:lnTo>
                    <a:pt x="365165" y="235295"/>
                  </a:lnTo>
                  <a:lnTo>
                    <a:pt x="365250" y="235719"/>
                  </a:lnTo>
                  <a:lnTo>
                    <a:pt x="362409" y="249781"/>
                  </a:lnTo>
                  <a:lnTo>
                    <a:pt x="354631" y="261255"/>
                  </a:lnTo>
                  <a:lnTo>
                    <a:pt x="343032" y="268986"/>
                  </a:lnTo>
                  <a:lnTo>
                    <a:pt x="328725" y="271820"/>
                  </a:lnTo>
                  <a:lnTo>
                    <a:pt x="360175" y="271820"/>
                  </a:lnTo>
                  <a:lnTo>
                    <a:pt x="365247" y="267839"/>
                  </a:lnTo>
                  <a:lnTo>
                    <a:pt x="374273" y="253193"/>
                  </a:lnTo>
                  <a:lnTo>
                    <a:pt x="377564" y="235719"/>
                  </a:lnTo>
                  <a:lnTo>
                    <a:pt x="373755" y="216619"/>
                  </a:lnTo>
                  <a:lnTo>
                    <a:pt x="363337" y="201103"/>
                  </a:lnTo>
                  <a:lnTo>
                    <a:pt x="360495" y="199193"/>
                  </a:lnTo>
                  <a:close/>
                </a:path>
              </a:pathLst>
            </a:custGeom>
            <a:solidFill>
              <a:srgbClr val="0E61FD"/>
            </a:solidFill>
          </p:spPr>
          <p:txBody>
            <a:bodyPr wrap="square" lIns="0" tIns="0" rIns="0" bIns="0" rtlCol="0"/>
            <a:lstStyle/>
            <a:p>
              <a:endParaRPr sz="2184"/>
            </a:p>
          </p:txBody>
        </p:sp>
      </p:grpSp>
      <p:grpSp>
        <p:nvGrpSpPr>
          <p:cNvPr id="128" name="Group 127">
            <a:extLst>
              <a:ext uri="{FF2B5EF4-FFF2-40B4-BE49-F238E27FC236}">
                <a16:creationId xmlns:a16="http://schemas.microsoft.com/office/drawing/2014/main" id="{C6BA9096-45B9-1F00-F089-0956635B3428}"/>
              </a:ext>
            </a:extLst>
          </p:cNvPr>
          <p:cNvGrpSpPr/>
          <p:nvPr/>
        </p:nvGrpSpPr>
        <p:grpSpPr>
          <a:xfrm>
            <a:off x="19344037" y="7645119"/>
            <a:ext cx="867052" cy="876294"/>
            <a:chOff x="9657778" y="3856906"/>
            <a:chExt cx="433526" cy="438147"/>
          </a:xfrm>
        </p:grpSpPr>
        <p:sp>
          <p:nvSpPr>
            <p:cNvPr id="45" name="object 45"/>
            <p:cNvSpPr/>
            <p:nvPr/>
          </p:nvSpPr>
          <p:spPr>
            <a:xfrm>
              <a:off x="9657778" y="3856906"/>
              <a:ext cx="433526" cy="438147"/>
            </a:xfrm>
            <a:custGeom>
              <a:avLst/>
              <a:gdLst/>
              <a:ahLst/>
              <a:cxnLst/>
              <a:rect l="l" t="t" r="r" b="b"/>
              <a:pathLst>
                <a:path w="715009" h="722629">
                  <a:moveTo>
                    <a:pt x="714637" y="0"/>
                  </a:moveTo>
                  <a:lnTo>
                    <a:pt x="0" y="0"/>
                  </a:lnTo>
                  <a:lnTo>
                    <a:pt x="0" y="722585"/>
                  </a:lnTo>
                  <a:lnTo>
                    <a:pt x="714637" y="722585"/>
                  </a:lnTo>
                  <a:lnTo>
                    <a:pt x="714637" y="0"/>
                  </a:lnTo>
                  <a:close/>
                </a:path>
              </a:pathLst>
            </a:custGeom>
            <a:solidFill>
              <a:srgbClr val="E4F6FF"/>
            </a:solidFill>
          </p:spPr>
          <p:txBody>
            <a:bodyPr wrap="square" lIns="0" tIns="0" rIns="0" bIns="0" rtlCol="0"/>
            <a:lstStyle/>
            <a:p>
              <a:endParaRPr sz="2184"/>
            </a:p>
          </p:txBody>
        </p:sp>
        <p:sp>
          <p:nvSpPr>
            <p:cNvPr id="46" name="object 46"/>
            <p:cNvSpPr/>
            <p:nvPr/>
          </p:nvSpPr>
          <p:spPr>
            <a:xfrm>
              <a:off x="9657778" y="3856906"/>
              <a:ext cx="433526" cy="438147"/>
            </a:xfrm>
            <a:custGeom>
              <a:avLst/>
              <a:gdLst/>
              <a:ahLst/>
              <a:cxnLst/>
              <a:rect l="l" t="t" r="r" b="b"/>
              <a:pathLst>
                <a:path w="715009" h="722629">
                  <a:moveTo>
                    <a:pt x="0" y="722585"/>
                  </a:moveTo>
                  <a:lnTo>
                    <a:pt x="714637" y="722585"/>
                  </a:lnTo>
                  <a:lnTo>
                    <a:pt x="714637" y="0"/>
                  </a:lnTo>
                  <a:lnTo>
                    <a:pt x="0" y="0"/>
                  </a:lnTo>
                  <a:lnTo>
                    <a:pt x="0" y="722585"/>
                  </a:lnTo>
                  <a:close/>
                </a:path>
              </a:pathLst>
            </a:custGeom>
            <a:ln w="15706">
              <a:solidFill>
                <a:srgbClr val="0E61FD"/>
              </a:solidFill>
            </a:ln>
          </p:spPr>
          <p:txBody>
            <a:bodyPr wrap="square" lIns="0" tIns="0" rIns="0" bIns="0" rtlCol="0"/>
            <a:lstStyle/>
            <a:p>
              <a:endParaRPr sz="2184"/>
            </a:p>
          </p:txBody>
        </p:sp>
        <p:sp>
          <p:nvSpPr>
            <p:cNvPr id="47" name="object 47"/>
            <p:cNvSpPr/>
            <p:nvPr/>
          </p:nvSpPr>
          <p:spPr>
            <a:xfrm>
              <a:off x="9721353" y="3919394"/>
              <a:ext cx="318022" cy="312246"/>
            </a:xfrm>
            <a:custGeom>
              <a:avLst/>
              <a:gdLst/>
              <a:ahLst/>
              <a:cxnLst/>
              <a:rect l="l" t="t" r="r" b="b"/>
              <a:pathLst>
                <a:path w="524509" h="514984">
                  <a:moveTo>
                    <a:pt x="114247" y="307641"/>
                  </a:moveTo>
                  <a:lnTo>
                    <a:pt x="101927" y="307641"/>
                  </a:lnTo>
                  <a:lnTo>
                    <a:pt x="101927" y="458325"/>
                  </a:lnTo>
                  <a:lnTo>
                    <a:pt x="106400" y="480156"/>
                  </a:lnTo>
                  <a:lnTo>
                    <a:pt x="118598" y="497984"/>
                  </a:lnTo>
                  <a:lnTo>
                    <a:pt x="136689" y="510005"/>
                  </a:lnTo>
                  <a:lnTo>
                    <a:pt x="158842" y="514413"/>
                  </a:lnTo>
                  <a:lnTo>
                    <a:pt x="181237" y="510005"/>
                  </a:lnTo>
                  <a:lnTo>
                    <a:pt x="192952" y="502275"/>
                  </a:lnTo>
                  <a:lnTo>
                    <a:pt x="158842" y="502275"/>
                  </a:lnTo>
                  <a:lnTo>
                    <a:pt x="141481" y="498822"/>
                  </a:lnTo>
                  <a:lnTo>
                    <a:pt x="127307" y="489404"/>
                  </a:lnTo>
                  <a:lnTo>
                    <a:pt x="117751" y="475434"/>
                  </a:lnTo>
                  <a:lnTo>
                    <a:pt x="114247" y="458325"/>
                  </a:lnTo>
                  <a:lnTo>
                    <a:pt x="114247" y="307641"/>
                  </a:lnTo>
                  <a:close/>
                </a:path>
                <a:path w="524509" h="514984">
                  <a:moveTo>
                    <a:pt x="318103" y="307641"/>
                  </a:moveTo>
                  <a:lnTo>
                    <a:pt x="305789" y="307641"/>
                  </a:lnTo>
                  <a:lnTo>
                    <a:pt x="305789" y="458325"/>
                  </a:lnTo>
                  <a:lnTo>
                    <a:pt x="310262" y="480156"/>
                  </a:lnTo>
                  <a:lnTo>
                    <a:pt x="322459" y="497985"/>
                  </a:lnTo>
                  <a:lnTo>
                    <a:pt x="340549" y="510005"/>
                  </a:lnTo>
                  <a:lnTo>
                    <a:pt x="362698" y="514413"/>
                  </a:lnTo>
                  <a:lnTo>
                    <a:pt x="385097" y="510005"/>
                  </a:lnTo>
                  <a:lnTo>
                    <a:pt x="396812" y="502275"/>
                  </a:lnTo>
                  <a:lnTo>
                    <a:pt x="363123" y="502275"/>
                  </a:lnTo>
                  <a:lnTo>
                    <a:pt x="345519" y="498822"/>
                  </a:lnTo>
                  <a:lnTo>
                    <a:pt x="331218" y="489404"/>
                  </a:lnTo>
                  <a:lnTo>
                    <a:pt x="321615" y="475434"/>
                  </a:lnTo>
                  <a:lnTo>
                    <a:pt x="318104" y="458325"/>
                  </a:lnTo>
                  <a:lnTo>
                    <a:pt x="318103" y="307641"/>
                  </a:lnTo>
                  <a:close/>
                </a:path>
                <a:path w="524509" h="514984">
                  <a:moveTo>
                    <a:pt x="260769" y="0"/>
                  </a:moveTo>
                  <a:lnTo>
                    <a:pt x="238619" y="4414"/>
                  </a:lnTo>
                  <a:lnTo>
                    <a:pt x="220530" y="16481"/>
                  </a:lnTo>
                  <a:lnTo>
                    <a:pt x="208333" y="34433"/>
                  </a:lnTo>
                  <a:lnTo>
                    <a:pt x="203860" y="56504"/>
                  </a:lnTo>
                  <a:lnTo>
                    <a:pt x="203861" y="458325"/>
                  </a:lnTo>
                  <a:lnTo>
                    <a:pt x="200351" y="475434"/>
                  </a:lnTo>
                  <a:lnTo>
                    <a:pt x="190749" y="489404"/>
                  </a:lnTo>
                  <a:lnTo>
                    <a:pt x="176448" y="498822"/>
                  </a:lnTo>
                  <a:lnTo>
                    <a:pt x="158842" y="502275"/>
                  </a:lnTo>
                  <a:lnTo>
                    <a:pt x="192952" y="502275"/>
                  </a:lnTo>
                  <a:lnTo>
                    <a:pt x="199453" y="497985"/>
                  </a:lnTo>
                  <a:lnTo>
                    <a:pt x="211696" y="480156"/>
                  </a:lnTo>
                  <a:lnTo>
                    <a:pt x="216175" y="458325"/>
                  </a:lnTo>
                  <a:lnTo>
                    <a:pt x="216175" y="56504"/>
                  </a:lnTo>
                  <a:lnTo>
                    <a:pt x="219678" y="39152"/>
                  </a:lnTo>
                  <a:lnTo>
                    <a:pt x="229234" y="25059"/>
                  </a:lnTo>
                  <a:lnTo>
                    <a:pt x="243409" y="15595"/>
                  </a:lnTo>
                  <a:lnTo>
                    <a:pt x="260769" y="12136"/>
                  </a:lnTo>
                  <a:lnTo>
                    <a:pt x="294823" y="12136"/>
                  </a:lnTo>
                  <a:lnTo>
                    <a:pt x="283167" y="4414"/>
                  </a:lnTo>
                  <a:lnTo>
                    <a:pt x="260769" y="0"/>
                  </a:lnTo>
                  <a:close/>
                </a:path>
                <a:path w="524509" h="514984">
                  <a:moveTo>
                    <a:pt x="420037" y="374614"/>
                  </a:moveTo>
                  <a:lnTo>
                    <a:pt x="407717" y="374614"/>
                  </a:lnTo>
                  <a:lnTo>
                    <a:pt x="407717" y="458325"/>
                  </a:lnTo>
                  <a:lnTo>
                    <a:pt x="404214" y="475434"/>
                  </a:lnTo>
                  <a:lnTo>
                    <a:pt x="394658" y="489404"/>
                  </a:lnTo>
                  <a:lnTo>
                    <a:pt x="380483" y="498822"/>
                  </a:lnTo>
                  <a:lnTo>
                    <a:pt x="363123" y="502275"/>
                  </a:lnTo>
                  <a:lnTo>
                    <a:pt x="396812" y="502275"/>
                  </a:lnTo>
                  <a:lnTo>
                    <a:pt x="403314" y="497985"/>
                  </a:lnTo>
                  <a:lnTo>
                    <a:pt x="415558" y="480156"/>
                  </a:lnTo>
                  <a:lnTo>
                    <a:pt x="420037" y="458325"/>
                  </a:lnTo>
                  <a:lnTo>
                    <a:pt x="420037" y="374614"/>
                  </a:lnTo>
                  <a:close/>
                </a:path>
                <a:path w="524509" h="514984">
                  <a:moveTo>
                    <a:pt x="452311" y="185843"/>
                  </a:moveTo>
                  <a:lnTo>
                    <a:pt x="443392" y="194633"/>
                  </a:lnTo>
                  <a:lnTo>
                    <a:pt x="501156" y="251137"/>
                  </a:lnTo>
                  <a:lnTo>
                    <a:pt x="260770" y="251137"/>
                  </a:lnTo>
                  <a:lnTo>
                    <a:pt x="260770" y="263273"/>
                  </a:lnTo>
                  <a:lnTo>
                    <a:pt x="501156" y="263273"/>
                  </a:lnTo>
                  <a:lnTo>
                    <a:pt x="443393" y="319783"/>
                  </a:lnTo>
                  <a:lnTo>
                    <a:pt x="452311" y="328573"/>
                  </a:lnTo>
                  <a:lnTo>
                    <a:pt x="524512" y="257417"/>
                  </a:lnTo>
                  <a:lnTo>
                    <a:pt x="452311" y="185843"/>
                  </a:lnTo>
                  <a:close/>
                </a:path>
                <a:path w="524509" h="514984">
                  <a:moveTo>
                    <a:pt x="158842" y="251137"/>
                  </a:moveTo>
                  <a:lnTo>
                    <a:pt x="5945" y="251137"/>
                  </a:lnTo>
                  <a:lnTo>
                    <a:pt x="5946" y="263273"/>
                  </a:lnTo>
                  <a:lnTo>
                    <a:pt x="158842" y="263273"/>
                  </a:lnTo>
                  <a:lnTo>
                    <a:pt x="158842" y="251137"/>
                  </a:lnTo>
                  <a:close/>
                </a:path>
                <a:path w="524509" h="514984">
                  <a:moveTo>
                    <a:pt x="56907" y="0"/>
                  </a:moveTo>
                  <a:lnTo>
                    <a:pt x="34758" y="4414"/>
                  </a:lnTo>
                  <a:lnTo>
                    <a:pt x="16669" y="16481"/>
                  </a:lnTo>
                  <a:lnTo>
                    <a:pt x="4472" y="34433"/>
                  </a:lnTo>
                  <a:lnTo>
                    <a:pt x="0" y="56504"/>
                  </a:lnTo>
                  <a:lnTo>
                    <a:pt x="0" y="207187"/>
                  </a:lnTo>
                  <a:lnTo>
                    <a:pt x="12316" y="207187"/>
                  </a:lnTo>
                  <a:lnTo>
                    <a:pt x="12316" y="56504"/>
                  </a:lnTo>
                  <a:lnTo>
                    <a:pt x="15819" y="39152"/>
                  </a:lnTo>
                  <a:lnTo>
                    <a:pt x="25375" y="25059"/>
                  </a:lnTo>
                  <a:lnTo>
                    <a:pt x="39549" y="15595"/>
                  </a:lnTo>
                  <a:lnTo>
                    <a:pt x="56907" y="12136"/>
                  </a:lnTo>
                  <a:lnTo>
                    <a:pt x="90963" y="12136"/>
                  </a:lnTo>
                  <a:lnTo>
                    <a:pt x="79306" y="4414"/>
                  </a:lnTo>
                  <a:lnTo>
                    <a:pt x="56907" y="0"/>
                  </a:lnTo>
                  <a:close/>
                </a:path>
                <a:path w="524509" h="514984">
                  <a:moveTo>
                    <a:pt x="90963" y="12136"/>
                  </a:moveTo>
                  <a:lnTo>
                    <a:pt x="56907" y="12136"/>
                  </a:lnTo>
                  <a:lnTo>
                    <a:pt x="74513" y="15595"/>
                  </a:lnTo>
                  <a:lnTo>
                    <a:pt x="88814" y="25059"/>
                  </a:lnTo>
                  <a:lnTo>
                    <a:pt x="98416" y="39152"/>
                  </a:lnTo>
                  <a:lnTo>
                    <a:pt x="101926" y="56504"/>
                  </a:lnTo>
                  <a:lnTo>
                    <a:pt x="101927" y="207187"/>
                  </a:lnTo>
                  <a:lnTo>
                    <a:pt x="114247" y="207187"/>
                  </a:lnTo>
                  <a:lnTo>
                    <a:pt x="114247" y="56504"/>
                  </a:lnTo>
                  <a:lnTo>
                    <a:pt x="109767" y="34433"/>
                  </a:lnTo>
                  <a:lnTo>
                    <a:pt x="97523" y="16481"/>
                  </a:lnTo>
                  <a:lnTo>
                    <a:pt x="90963" y="12136"/>
                  </a:lnTo>
                  <a:close/>
                </a:path>
                <a:path w="524509" h="514984">
                  <a:moveTo>
                    <a:pt x="294823" y="12136"/>
                  </a:moveTo>
                  <a:lnTo>
                    <a:pt x="260769" y="12136"/>
                  </a:lnTo>
                  <a:lnTo>
                    <a:pt x="278375" y="15595"/>
                  </a:lnTo>
                  <a:lnTo>
                    <a:pt x="292676" y="25059"/>
                  </a:lnTo>
                  <a:lnTo>
                    <a:pt x="302278" y="39153"/>
                  </a:lnTo>
                  <a:lnTo>
                    <a:pt x="305788" y="56504"/>
                  </a:lnTo>
                  <a:lnTo>
                    <a:pt x="305789" y="207187"/>
                  </a:lnTo>
                  <a:lnTo>
                    <a:pt x="318103" y="207187"/>
                  </a:lnTo>
                  <a:lnTo>
                    <a:pt x="318103" y="56504"/>
                  </a:lnTo>
                  <a:lnTo>
                    <a:pt x="313624" y="34433"/>
                  </a:lnTo>
                  <a:lnTo>
                    <a:pt x="301382" y="16481"/>
                  </a:lnTo>
                  <a:lnTo>
                    <a:pt x="294823" y="12136"/>
                  </a:lnTo>
                  <a:close/>
                </a:path>
              </a:pathLst>
            </a:custGeom>
            <a:solidFill>
              <a:srgbClr val="0E61FD"/>
            </a:solidFill>
          </p:spPr>
          <p:txBody>
            <a:bodyPr wrap="square" lIns="0" tIns="0" rIns="0" bIns="0" rtlCol="0"/>
            <a:lstStyle/>
            <a:p>
              <a:endParaRPr sz="2184"/>
            </a:p>
          </p:txBody>
        </p:sp>
      </p:grpSp>
      <p:sp>
        <p:nvSpPr>
          <p:cNvPr id="48" name="object 48"/>
          <p:cNvSpPr txBox="1"/>
          <p:nvPr/>
        </p:nvSpPr>
        <p:spPr>
          <a:xfrm>
            <a:off x="1184984" y="5000624"/>
            <a:ext cx="1559934" cy="384105"/>
          </a:xfrm>
          <a:prstGeom prst="rect">
            <a:avLst/>
          </a:prstGeom>
        </p:spPr>
        <p:txBody>
          <a:bodyPr vert="horz" wrap="square" lIns="0" tIns="14630" rIns="0" bIns="0" rtlCol="0">
            <a:spAutoFit/>
          </a:bodyPr>
          <a:lstStyle/>
          <a:p>
            <a:pPr marL="15398">
              <a:spcBef>
                <a:spcPts val="116"/>
              </a:spcBef>
            </a:pPr>
            <a:r>
              <a:rPr sz="2400" spc="-42" dirty="0">
                <a:cs typeface="Arial"/>
              </a:rPr>
              <a:t>End</a:t>
            </a:r>
            <a:r>
              <a:rPr sz="2400" spc="-54" dirty="0">
                <a:cs typeface="Arial"/>
              </a:rPr>
              <a:t> </a:t>
            </a:r>
            <a:r>
              <a:rPr sz="2400" spc="-24" dirty="0">
                <a:cs typeface="Arial"/>
              </a:rPr>
              <a:t>User</a:t>
            </a:r>
            <a:endParaRPr sz="2400" dirty="0">
              <a:cs typeface="Arial"/>
            </a:endParaRPr>
          </a:p>
        </p:txBody>
      </p:sp>
      <p:sp>
        <p:nvSpPr>
          <p:cNvPr id="49" name="object 49"/>
          <p:cNvSpPr txBox="1"/>
          <p:nvPr/>
        </p:nvSpPr>
        <p:spPr>
          <a:xfrm>
            <a:off x="18371794" y="6997091"/>
            <a:ext cx="2888290" cy="417263"/>
          </a:xfrm>
          <a:prstGeom prst="rect">
            <a:avLst/>
          </a:prstGeom>
        </p:spPr>
        <p:txBody>
          <a:bodyPr vert="horz" wrap="square" lIns="0" tIns="15400" rIns="0" bIns="0" rtlCol="0">
            <a:spAutoFit/>
          </a:bodyPr>
          <a:lstStyle/>
          <a:p>
            <a:pPr algn="ctr">
              <a:lnSpc>
                <a:spcPts val="1480"/>
              </a:lnSpc>
              <a:spcBef>
                <a:spcPts val="122"/>
              </a:spcBef>
            </a:pPr>
            <a:r>
              <a:rPr sz="2200" dirty="0">
                <a:cs typeface="Arial"/>
              </a:rPr>
              <a:t>Actions</a:t>
            </a:r>
            <a:r>
              <a:rPr sz="2200" spc="-48" dirty="0">
                <a:cs typeface="Arial"/>
              </a:rPr>
              <a:t> </a:t>
            </a:r>
            <a:r>
              <a:rPr lang="en-US" sz="2200" spc="-48" dirty="0">
                <a:cs typeface="Arial"/>
              </a:rPr>
              <a:t>&amp;</a:t>
            </a:r>
            <a:r>
              <a:rPr sz="2200" spc="-12" dirty="0">
                <a:cs typeface="Arial"/>
              </a:rPr>
              <a:t> Dialog</a:t>
            </a:r>
            <a:endParaRPr sz="2200" dirty="0">
              <a:cs typeface="Arial"/>
            </a:endParaRPr>
          </a:p>
          <a:p>
            <a:pPr algn="ctr">
              <a:lnSpc>
                <a:spcPts val="1480"/>
              </a:lnSpc>
            </a:pPr>
            <a:endParaRPr sz="2000" dirty="0">
              <a:cs typeface="Arial"/>
            </a:endParaRPr>
          </a:p>
        </p:txBody>
      </p:sp>
      <p:sp>
        <p:nvSpPr>
          <p:cNvPr id="50" name="object 50"/>
          <p:cNvSpPr txBox="1"/>
          <p:nvPr/>
        </p:nvSpPr>
        <p:spPr>
          <a:xfrm>
            <a:off x="20969549" y="7017846"/>
            <a:ext cx="1448424" cy="231443"/>
          </a:xfrm>
          <a:prstGeom prst="rect">
            <a:avLst/>
          </a:prstGeom>
        </p:spPr>
        <p:txBody>
          <a:bodyPr vert="horz" wrap="square" lIns="0" tIns="15400" rIns="0" bIns="0" rtlCol="0">
            <a:spAutoFit/>
          </a:bodyPr>
          <a:lstStyle/>
          <a:p>
            <a:pPr marL="15398" algn="ctr">
              <a:lnSpc>
                <a:spcPts val="1480"/>
              </a:lnSpc>
              <a:spcBef>
                <a:spcPts val="152"/>
              </a:spcBef>
            </a:pPr>
            <a:r>
              <a:rPr sz="2200" dirty="0">
                <a:cs typeface="Arial"/>
              </a:rPr>
              <a:t>Knowledge</a:t>
            </a:r>
          </a:p>
        </p:txBody>
      </p:sp>
      <p:sp>
        <p:nvSpPr>
          <p:cNvPr id="51" name="object 51"/>
          <p:cNvSpPr txBox="1"/>
          <p:nvPr/>
        </p:nvSpPr>
        <p:spPr>
          <a:xfrm>
            <a:off x="20748615" y="5192677"/>
            <a:ext cx="1717396" cy="357994"/>
          </a:xfrm>
          <a:prstGeom prst="rect">
            <a:avLst/>
          </a:prstGeom>
        </p:spPr>
        <p:txBody>
          <a:bodyPr vert="horz" wrap="square" lIns="0" tIns="19252" rIns="0" bIns="0" rtlCol="0">
            <a:spAutoFit/>
          </a:bodyPr>
          <a:lstStyle/>
          <a:p>
            <a:pPr marL="15398">
              <a:spcBef>
                <a:spcPts val="152"/>
              </a:spcBef>
            </a:pPr>
            <a:r>
              <a:rPr sz="2200" dirty="0">
                <a:cs typeface="Arial"/>
              </a:rPr>
              <a:t>APIs &amp; Apps</a:t>
            </a:r>
          </a:p>
        </p:txBody>
      </p:sp>
      <p:sp>
        <p:nvSpPr>
          <p:cNvPr id="52" name="object 52"/>
          <p:cNvSpPr txBox="1"/>
          <p:nvPr/>
        </p:nvSpPr>
        <p:spPr>
          <a:xfrm>
            <a:off x="18981150" y="8603752"/>
            <a:ext cx="1648130" cy="763640"/>
          </a:xfrm>
          <a:prstGeom prst="rect">
            <a:avLst/>
          </a:prstGeom>
        </p:spPr>
        <p:txBody>
          <a:bodyPr vert="horz" wrap="square" lIns="0" tIns="15400" rIns="0" bIns="0" rtlCol="0">
            <a:spAutoFit/>
          </a:bodyPr>
          <a:lstStyle/>
          <a:p>
            <a:pPr marL="15398" marR="6160" algn="ctr">
              <a:lnSpc>
                <a:spcPct val="112000"/>
              </a:lnSpc>
              <a:spcBef>
                <a:spcPts val="116"/>
              </a:spcBef>
            </a:pPr>
            <a:r>
              <a:rPr sz="2200" spc="-42" dirty="0">
                <a:cs typeface="Arial"/>
              </a:rPr>
              <a:t>B</a:t>
            </a:r>
            <a:r>
              <a:rPr lang="en-US" sz="2200" spc="-42" dirty="0">
                <a:cs typeface="Arial"/>
              </a:rPr>
              <a:t>iz</a:t>
            </a:r>
            <a:endParaRPr sz="2200" spc="-42" dirty="0">
              <a:cs typeface="Arial"/>
            </a:endParaRPr>
          </a:p>
          <a:p>
            <a:pPr marL="15398" marR="6160" algn="ctr">
              <a:lnSpc>
                <a:spcPct val="112000"/>
              </a:lnSpc>
              <a:spcBef>
                <a:spcPts val="116"/>
              </a:spcBef>
            </a:pPr>
            <a:r>
              <a:rPr sz="2200" spc="-42" dirty="0">
                <a:cs typeface="Arial"/>
              </a:rPr>
              <a:t>Automation</a:t>
            </a:r>
          </a:p>
        </p:txBody>
      </p:sp>
      <p:sp>
        <p:nvSpPr>
          <p:cNvPr id="53" name="object 53"/>
          <p:cNvSpPr txBox="1"/>
          <p:nvPr/>
        </p:nvSpPr>
        <p:spPr>
          <a:xfrm>
            <a:off x="12515242" y="2002163"/>
            <a:ext cx="3702298" cy="504837"/>
          </a:xfrm>
          <a:prstGeom prst="rect">
            <a:avLst/>
          </a:prstGeom>
        </p:spPr>
        <p:txBody>
          <a:bodyPr vert="horz" wrap="square" lIns="0" tIns="20022" rIns="0" bIns="0" rtlCol="0">
            <a:spAutoFit/>
          </a:bodyPr>
          <a:lstStyle/>
          <a:p>
            <a:pPr marL="15398" marR="6160" indent="-458134" algn="ctr">
              <a:lnSpc>
                <a:spcPct val="103200"/>
              </a:lnSpc>
              <a:spcBef>
                <a:spcPts val="158"/>
              </a:spcBef>
            </a:pPr>
            <a:r>
              <a:rPr lang="en-US" sz="3200" dirty="0">
                <a:cs typeface="Arial"/>
              </a:rPr>
              <a:t>Agents</a:t>
            </a:r>
            <a:endParaRPr sz="3200" dirty="0">
              <a:cs typeface="Arial"/>
            </a:endParaRPr>
          </a:p>
        </p:txBody>
      </p:sp>
      <p:sp>
        <p:nvSpPr>
          <p:cNvPr id="54" name="object 54"/>
          <p:cNvSpPr txBox="1"/>
          <p:nvPr/>
        </p:nvSpPr>
        <p:spPr>
          <a:xfrm>
            <a:off x="19182074" y="2038321"/>
            <a:ext cx="3069190" cy="504837"/>
          </a:xfrm>
          <a:prstGeom prst="rect">
            <a:avLst/>
          </a:prstGeom>
        </p:spPr>
        <p:txBody>
          <a:bodyPr vert="horz" wrap="square" lIns="0" tIns="20022" rIns="0" bIns="0" rtlCol="0">
            <a:spAutoFit/>
          </a:bodyPr>
          <a:lstStyle/>
          <a:p>
            <a:pPr marL="15398" marR="6160" indent="-458134" algn="ctr">
              <a:lnSpc>
                <a:spcPct val="103200"/>
              </a:lnSpc>
              <a:spcBef>
                <a:spcPts val="158"/>
              </a:spcBef>
            </a:pPr>
            <a:r>
              <a:rPr sz="3200" dirty="0">
                <a:cs typeface="Arial"/>
              </a:rPr>
              <a:t>Tools</a:t>
            </a:r>
            <a:endParaRPr lang="en-US" sz="3200" dirty="0">
              <a:cs typeface="Arial"/>
            </a:endParaRPr>
          </a:p>
        </p:txBody>
      </p:sp>
      <p:grpSp>
        <p:nvGrpSpPr>
          <p:cNvPr id="129" name="Group 128">
            <a:extLst>
              <a:ext uri="{FF2B5EF4-FFF2-40B4-BE49-F238E27FC236}">
                <a16:creationId xmlns:a16="http://schemas.microsoft.com/office/drawing/2014/main" id="{B0F5F1B1-E017-46F8-E0D1-60C29A08F60C}"/>
              </a:ext>
            </a:extLst>
          </p:cNvPr>
          <p:cNvGrpSpPr/>
          <p:nvPr/>
        </p:nvGrpSpPr>
        <p:grpSpPr>
          <a:xfrm>
            <a:off x="21130123" y="7644378"/>
            <a:ext cx="876292" cy="876292"/>
            <a:chOff x="10510094" y="3856907"/>
            <a:chExt cx="438146" cy="438146"/>
          </a:xfrm>
        </p:grpSpPr>
        <p:sp>
          <p:nvSpPr>
            <p:cNvPr id="56" name="object 56"/>
            <p:cNvSpPr/>
            <p:nvPr/>
          </p:nvSpPr>
          <p:spPr>
            <a:xfrm>
              <a:off x="10510094" y="3856907"/>
              <a:ext cx="438146" cy="438146"/>
            </a:xfrm>
            <a:custGeom>
              <a:avLst/>
              <a:gdLst/>
              <a:ahLst/>
              <a:cxnLst/>
              <a:rect l="l" t="t" r="r" b="b"/>
              <a:pathLst>
                <a:path w="722630" h="722629">
                  <a:moveTo>
                    <a:pt x="722491" y="0"/>
                  </a:moveTo>
                  <a:lnTo>
                    <a:pt x="0" y="0"/>
                  </a:lnTo>
                  <a:lnTo>
                    <a:pt x="0" y="722585"/>
                  </a:lnTo>
                  <a:lnTo>
                    <a:pt x="722491" y="722585"/>
                  </a:lnTo>
                  <a:lnTo>
                    <a:pt x="722491" y="0"/>
                  </a:lnTo>
                  <a:close/>
                </a:path>
              </a:pathLst>
            </a:custGeom>
            <a:solidFill>
              <a:srgbClr val="E4F6FF"/>
            </a:solidFill>
          </p:spPr>
          <p:txBody>
            <a:bodyPr wrap="square" lIns="0" tIns="0" rIns="0" bIns="0" rtlCol="0"/>
            <a:lstStyle/>
            <a:p>
              <a:endParaRPr sz="2184"/>
            </a:p>
          </p:txBody>
        </p:sp>
        <p:sp>
          <p:nvSpPr>
            <p:cNvPr id="57" name="object 57"/>
            <p:cNvSpPr/>
            <p:nvPr/>
          </p:nvSpPr>
          <p:spPr>
            <a:xfrm>
              <a:off x="10510094" y="3856907"/>
              <a:ext cx="438146" cy="438146"/>
            </a:xfrm>
            <a:custGeom>
              <a:avLst/>
              <a:gdLst/>
              <a:ahLst/>
              <a:cxnLst/>
              <a:rect l="l" t="t" r="r" b="b"/>
              <a:pathLst>
                <a:path w="722630" h="722629">
                  <a:moveTo>
                    <a:pt x="0" y="722585"/>
                  </a:moveTo>
                  <a:lnTo>
                    <a:pt x="722491" y="722585"/>
                  </a:lnTo>
                  <a:lnTo>
                    <a:pt x="722491" y="0"/>
                  </a:lnTo>
                  <a:lnTo>
                    <a:pt x="0" y="0"/>
                  </a:lnTo>
                  <a:lnTo>
                    <a:pt x="0" y="722585"/>
                  </a:lnTo>
                  <a:close/>
                </a:path>
              </a:pathLst>
            </a:custGeom>
            <a:ln w="15706">
              <a:solidFill>
                <a:srgbClr val="0E61FD"/>
              </a:solidFill>
            </a:ln>
          </p:spPr>
          <p:txBody>
            <a:bodyPr wrap="square" lIns="0" tIns="0" rIns="0" bIns="0" rtlCol="0"/>
            <a:lstStyle/>
            <a:p>
              <a:endParaRPr sz="2184"/>
            </a:p>
          </p:txBody>
        </p:sp>
        <p:sp>
          <p:nvSpPr>
            <p:cNvPr id="58" name="object 58"/>
            <p:cNvSpPr/>
            <p:nvPr/>
          </p:nvSpPr>
          <p:spPr>
            <a:xfrm>
              <a:off x="10568909" y="3943279"/>
              <a:ext cx="316482" cy="316867"/>
            </a:xfrm>
            <a:custGeom>
              <a:avLst/>
              <a:gdLst/>
              <a:ahLst/>
              <a:cxnLst/>
              <a:rect l="l" t="t" r="r" b="b"/>
              <a:pathLst>
                <a:path w="521969" h="522604">
                  <a:moveTo>
                    <a:pt x="277758" y="0"/>
                  </a:moveTo>
                  <a:lnTo>
                    <a:pt x="234835" y="5925"/>
                  </a:lnTo>
                  <a:lnTo>
                    <a:pt x="195893" y="22880"/>
                  </a:lnTo>
                  <a:lnTo>
                    <a:pt x="162846" y="49630"/>
                  </a:lnTo>
                  <a:lnTo>
                    <a:pt x="137602" y="84941"/>
                  </a:lnTo>
                  <a:lnTo>
                    <a:pt x="116369" y="84941"/>
                  </a:lnTo>
                  <a:lnTo>
                    <a:pt x="71131" y="94113"/>
                  </a:lnTo>
                  <a:lnTo>
                    <a:pt x="34135" y="119132"/>
                  </a:lnTo>
                  <a:lnTo>
                    <a:pt x="9164" y="156255"/>
                  </a:lnTo>
                  <a:lnTo>
                    <a:pt x="128" y="201102"/>
                  </a:lnTo>
                  <a:lnTo>
                    <a:pt x="59" y="202034"/>
                  </a:lnTo>
                  <a:lnTo>
                    <a:pt x="9164" y="246979"/>
                  </a:lnTo>
                  <a:lnTo>
                    <a:pt x="34135" y="283976"/>
                  </a:lnTo>
                  <a:lnTo>
                    <a:pt x="71131" y="308949"/>
                  </a:lnTo>
                  <a:lnTo>
                    <a:pt x="116369" y="318114"/>
                  </a:lnTo>
                  <a:lnTo>
                    <a:pt x="226791" y="318114"/>
                  </a:lnTo>
                  <a:lnTo>
                    <a:pt x="237622" y="320284"/>
                  </a:lnTo>
                  <a:lnTo>
                    <a:pt x="246541" y="326236"/>
                  </a:lnTo>
                  <a:lnTo>
                    <a:pt x="252592" y="335135"/>
                  </a:lnTo>
                  <a:lnTo>
                    <a:pt x="254821" y="346145"/>
                  </a:lnTo>
                  <a:lnTo>
                    <a:pt x="254821" y="425144"/>
                  </a:lnTo>
                  <a:lnTo>
                    <a:pt x="238154" y="430439"/>
                  </a:lnTo>
                  <a:lnTo>
                    <a:pt x="224671" y="441069"/>
                  </a:lnTo>
                  <a:lnTo>
                    <a:pt x="215646" y="455841"/>
                  </a:lnTo>
                  <a:lnTo>
                    <a:pt x="212355" y="473561"/>
                  </a:lnTo>
                  <a:lnTo>
                    <a:pt x="216157" y="492415"/>
                  </a:lnTo>
                  <a:lnTo>
                    <a:pt x="226528" y="507804"/>
                  </a:lnTo>
                  <a:lnTo>
                    <a:pt x="241916" y="518177"/>
                  </a:lnTo>
                  <a:lnTo>
                    <a:pt x="260769" y="521980"/>
                  </a:lnTo>
                  <a:lnTo>
                    <a:pt x="279867" y="518177"/>
                  </a:lnTo>
                  <a:lnTo>
                    <a:pt x="292603" y="509662"/>
                  </a:lnTo>
                  <a:lnTo>
                    <a:pt x="260769" y="509662"/>
                  </a:lnTo>
                  <a:lnTo>
                    <a:pt x="246708" y="506829"/>
                  </a:lnTo>
                  <a:lnTo>
                    <a:pt x="235234" y="499097"/>
                  </a:lnTo>
                  <a:lnTo>
                    <a:pt x="227503" y="487623"/>
                  </a:lnTo>
                  <a:lnTo>
                    <a:pt x="224669" y="473561"/>
                  </a:lnTo>
                  <a:lnTo>
                    <a:pt x="227445" y="459548"/>
                  </a:lnTo>
                  <a:lnTo>
                    <a:pt x="227503" y="459253"/>
                  </a:lnTo>
                  <a:lnTo>
                    <a:pt x="235234" y="447653"/>
                  </a:lnTo>
                  <a:lnTo>
                    <a:pt x="246708" y="439875"/>
                  </a:lnTo>
                  <a:lnTo>
                    <a:pt x="260769" y="437035"/>
                  </a:lnTo>
                  <a:lnTo>
                    <a:pt x="292175" y="437035"/>
                  </a:lnTo>
                  <a:lnTo>
                    <a:pt x="283809" y="430439"/>
                  </a:lnTo>
                  <a:lnTo>
                    <a:pt x="267141" y="425145"/>
                  </a:lnTo>
                  <a:lnTo>
                    <a:pt x="267036" y="405567"/>
                  </a:lnTo>
                  <a:lnTo>
                    <a:pt x="266957" y="390886"/>
                  </a:lnTo>
                  <a:lnTo>
                    <a:pt x="266836" y="368228"/>
                  </a:lnTo>
                  <a:lnTo>
                    <a:pt x="255037" y="317532"/>
                  </a:lnTo>
                  <a:lnTo>
                    <a:pt x="116369" y="305799"/>
                  </a:lnTo>
                  <a:lnTo>
                    <a:pt x="75923" y="297603"/>
                  </a:lnTo>
                  <a:lnTo>
                    <a:pt x="42842" y="275270"/>
                  </a:lnTo>
                  <a:lnTo>
                    <a:pt x="20511" y="242187"/>
                  </a:lnTo>
                  <a:lnTo>
                    <a:pt x="12375" y="202034"/>
                  </a:lnTo>
                  <a:lnTo>
                    <a:pt x="12316" y="201740"/>
                  </a:lnTo>
                  <a:lnTo>
                    <a:pt x="20511" y="161047"/>
                  </a:lnTo>
                  <a:lnTo>
                    <a:pt x="42842" y="127838"/>
                  </a:lnTo>
                  <a:lnTo>
                    <a:pt x="75923" y="105459"/>
                  </a:lnTo>
                  <a:lnTo>
                    <a:pt x="116369" y="97256"/>
                  </a:lnTo>
                  <a:lnTo>
                    <a:pt x="143550" y="97256"/>
                  </a:lnTo>
                  <a:lnTo>
                    <a:pt x="145672" y="95983"/>
                  </a:lnTo>
                  <a:lnTo>
                    <a:pt x="170133" y="59798"/>
                  </a:lnTo>
                  <a:lnTo>
                    <a:pt x="200886" y="34136"/>
                  </a:lnTo>
                  <a:lnTo>
                    <a:pt x="237371" y="17949"/>
                  </a:lnTo>
                  <a:lnTo>
                    <a:pt x="277758" y="12314"/>
                  </a:lnTo>
                  <a:lnTo>
                    <a:pt x="336020" y="12314"/>
                  </a:lnTo>
                  <a:lnTo>
                    <a:pt x="326938" y="7746"/>
                  </a:lnTo>
                  <a:lnTo>
                    <a:pt x="277758" y="0"/>
                  </a:lnTo>
                  <a:close/>
                </a:path>
                <a:path w="521969" h="522604">
                  <a:moveTo>
                    <a:pt x="292175" y="437035"/>
                  </a:moveTo>
                  <a:lnTo>
                    <a:pt x="260769" y="437035"/>
                  </a:lnTo>
                  <a:lnTo>
                    <a:pt x="275076" y="439875"/>
                  </a:lnTo>
                  <a:lnTo>
                    <a:pt x="286676" y="447653"/>
                  </a:lnTo>
                  <a:lnTo>
                    <a:pt x="294453" y="459254"/>
                  </a:lnTo>
                  <a:lnTo>
                    <a:pt x="297294" y="473561"/>
                  </a:lnTo>
                  <a:lnTo>
                    <a:pt x="294453" y="487623"/>
                  </a:lnTo>
                  <a:lnTo>
                    <a:pt x="286676" y="499097"/>
                  </a:lnTo>
                  <a:lnTo>
                    <a:pt x="275076" y="506829"/>
                  </a:lnTo>
                  <a:lnTo>
                    <a:pt x="260769" y="509662"/>
                  </a:lnTo>
                  <a:lnTo>
                    <a:pt x="292603" y="509662"/>
                  </a:lnTo>
                  <a:lnTo>
                    <a:pt x="295382" y="507804"/>
                  </a:lnTo>
                  <a:lnTo>
                    <a:pt x="305799" y="492415"/>
                  </a:lnTo>
                  <a:lnTo>
                    <a:pt x="309608" y="473561"/>
                  </a:lnTo>
                  <a:lnTo>
                    <a:pt x="306317" y="455841"/>
                  </a:lnTo>
                  <a:lnTo>
                    <a:pt x="297292" y="441069"/>
                  </a:lnTo>
                  <a:lnTo>
                    <a:pt x="292175" y="437035"/>
                  </a:lnTo>
                  <a:close/>
                </a:path>
                <a:path w="521969" h="522604">
                  <a:moveTo>
                    <a:pt x="328725" y="186873"/>
                  </a:moveTo>
                  <a:lnTo>
                    <a:pt x="284108" y="216619"/>
                  </a:lnTo>
                  <a:lnTo>
                    <a:pt x="280305" y="235719"/>
                  </a:lnTo>
                  <a:lnTo>
                    <a:pt x="283596" y="253193"/>
                  </a:lnTo>
                  <a:lnTo>
                    <a:pt x="292621" y="267839"/>
                  </a:lnTo>
                  <a:lnTo>
                    <a:pt x="306106" y="278423"/>
                  </a:lnTo>
                  <a:lnTo>
                    <a:pt x="322777" y="283711"/>
                  </a:lnTo>
                  <a:lnTo>
                    <a:pt x="322777" y="380124"/>
                  </a:lnTo>
                  <a:lnTo>
                    <a:pt x="347144" y="416913"/>
                  </a:lnTo>
                  <a:lnTo>
                    <a:pt x="424705" y="420045"/>
                  </a:lnTo>
                  <a:lnTo>
                    <a:pt x="424705" y="467188"/>
                  </a:lnTo>
                  <a:lnTo>
                    <a:pt x="425979" y="468892"/>
                  </a:lnTo>
                  <a:lnTo>
                    <a:pt x="427682" y="470165"/>
                  </a:lnTo>
                  <a:lnTo>
                    <a:pt x="428955" y="470590"/>
                  </a:lnTo>
                  <a:lnTo>
                    <a:pt x="429804" y="471014"/>
                  </a:lnTo>
                  <a:lnTo>
                    <a:pt x="431926" y="471014"/>
                  </a:lnTo>
                  <a:lnTo>
                    <a:pt x="433200" y="470590"/>
                  </a:lnTo>
                  <a:lnTo>
                    <a:pt x="434049" y="470165"/>
                  </a:lnTo>
                  <a:lnTo>
                    <a:pt x="460949" y="454024"/>
                  </a:lnTo>
                  <a:lnTo>
                    <a:pt x="437025" y="454024"/>
                  </a:lnTo>
                  <a:lnTo>
                    <a:pt x="437025" y="407731"/>
                  </a:lnTo>
                  <a:lnTo>
                    <a:pt x="362697" y="407731"/>
                  </a:lnTo>
                  <a:lnTo>
                    <a:pt x="335092" y="380124"/>
                  </a:lnTo>
                  <a:lnTo>
                    <a:pt x="335092" y="283711"/>
                  </a:lnTo>
                  <a:lnTo>
                    <a:pt x="351763" y="278423"/>
                  </a:lnTo>
                  <a:lnTo>
                    <a:pt x="360175" y="271820"/>
                  </a:lnTo>
                  <a:lnTo>
                    <a:pt x="314661" y="268986"/>
                  </a:lnTo>
                  <a:lnTo>
                    <a:pt x="292625" y="235719"/>
                  </a:lnTo>
                  <a:lnTo>
                    <a:pt x="295458" y="221412"/>
                  </a:lnTo>
                  <a:lnTo>
                    <a:pt x="303188" y="209812"/>
                  </a:lnTo>
                  <a:lnTo>
                    <a:pt x="314661" y="202034"/>
                  </a:lnTo>
                  <a:lnTo>
                    <a:pt x="328725" y="199193"/>
                  </a:lnTo>
                  <a:lnTo>
                    <a:pt x="360495" y="199193"/>
                  </a:lnTo>
                  <a:lnTo>
                    <a:pt x="347823" y="190682"/>
                  </a:lnTo>
                  <a:lnTo>
                    <a:pt x="328725" y="186873"/>
                  </a:lnTo>
                  <a:close/>
                </a:path>
                <a:path w="521969" h="522604">
                  <a:moveTo>
                    <a:pt x="94287" y="365257"/>
                  </a:moveTo>
                  <a:lnTo>
                    <a:pt x="2972" y="365257"/>
                  </a:lnTo>
                  <a:lnTo>
                    <a:pt x="0" y="368228"/>
                  </a:lnTo>
                  <a:lnTo>
                    <a:pt x="0" y="459548"/>
                  </a:lnTo>
                  <a:lnTo>
                    <a:pt x="2972" y="462519"/>
                  </a:lnTo>
                  <a:lnTo>
                    <a:pt x="94287" y="462519"/>
                  </a:lnTo>
                  <a:lnTo>
                    <a:pt x="97258" y="459548"/>
                  </a:lnTo>
                  <a:lnTo>
                    <a:pt x="97258" y="450204"/>
                  </a:lnTo>
                  <a:lnTo>
                    <a:pt x="12316" y="450204"/>
                  </a:lnTo>
                  <a:lnTo>
                    <a:pt x="12316" y="377577"/>
                  </a:lnTo>
                  <a:lnTo>
                    <a:pt x="97258" y="377577"/>
                  </a:lnTo>
                  <a:lnTo>
                    <a:pt x="97258" y="368228"/>
                  </a:lnTo>
                  <a:lnTo>
                    <a:pt x="94287" y="365257"/>
                  </a:lnTo>
                  <a:close/>
                </a:path>
                <a:path w="521969" h="522604">
                  <a:moveTo>
                    <a:pt x="460949" y="373752"/>
                  </a:moveTo>
                  <a:lnTo>
                    <a:pt x="437025" y="373752"/>
                  </a:lnTo>
                  <a:lnTo>
                    <a:pt x="503702" y="414103"/>
                  </a:lnTo>
                  <a:lnTo>
                    <a:pt x="437025" y="454024"/>
                  </a:lnTo>
                  <a:lnTo>
                    <a:pt x="460949" y="454024"/>
                  </a:lnTo>
                  <a:lnTo>
                    <a:pt x="518993" y="419197"/>
                  </a:lnTo>
                  <a:lnTo>
                    <a:pt x="520691" y="417923"/>
                  </a:lnTo>
                  <a:lnTo>
                    <a:pt x="521964" y="416225"/>
                  </a:lnTo>
                  <a:lnTo>
                    <a:pt x="521964" y="411975"/>
                  </a:lnTo>
                  <a:lnTo>
                    <a:pt x="520691" y="409853"/>
                  </a:lnTo>
                  <a:lnTo>
                    <a:pt x="518993" y="408580"/>
                  </a:lnTo>
                  <a:lnTo>
                    <a:pt x="460949" y="373752"/>
                  </a:lnTo>
                  <a:close/>
                </a:path>
                <a:path w="521969" h="522604">
                  <a:moveTo>
                    <a:pt x="97258" y="377577"/>
                  </a:moveTo>
                  <a:lnTo>
                    <a:pt x="84943" y="377577"/>
                  </a:lnTo>
                  <a:lnTo>
                    <a:pt x="84943" y="450204"/>
                  </a:lnTo>
                  <a:lnTo>
                    <a:pt x="97258" y="450204"/>
                  </a:lnTo>
                  <a:lnTo>
                    <a:pt x="97258" y="420045"/>
                  </a:lnTo>
                  <a:lnTo>
                    <a:pt x="158841" y="420045"/>
                  </a:lnTo>
                  <a:lnTo>
                    <a:pt x="174640" y="416913"/>
                  </a:lnTo>
                  <a:lnTo>
                    <a:pt x="187453" y="408366"/>
                  </a:lnTo>
                  <a:lnTo>
                    <a:pt x="187884" y="407731"/>
                  </a:lnTo>
                  <a:lnTo>
                    <a:pt x="97258" y="407730"/>
                  </a:lnTo>
                  <a:lnTo>
                    <a:pt x="97258" y="377577"/>
                  </a:lnTo>
                  <a:close/>
                </a:path>
                <a:path w="521969" h="522604">
                  <a:moveTo>
                    <a:pt x="199186" y="346145"/>
                  </a:moveTo>
                  <a:lnTo>
                    <a:pt x="186871" y="346145"/>
                  </a:lnTo>
                  <a:lnTo>
                    <a:pt x="186871" y="380124"/>
                  </a:lnTo>
                  <a:lnTo>
                    <a:pt x="184701" y="390886"/>
                  </a:lnTo>
                  <a:lnTo>
                    <a:pt x="178747" y="399659"/>
                  </a:lnTo>
                  <a:lnTo>
                    <a:pt x="169848" y="405567"/>
                  </a:lnTo>
                  <a:lnTo>
                    <a:pt x="158841" y="407730"/>
                  </a:lnTo>
                  <a:lnTo>
                    <a:pt x="187884" y="407731"/>
                  </a:lnTo>
                  <a:lnTo>
                    <a:pt x="196047" y="395678"/>
                  </a:lnTo>
                  <a:lnTo>
                    <a:pt x="199186" y="380124"/>
                  </a:lnTo>
                  <a:lnTo>
                    <a:pt x="199186" y="346145"/>
                  </a:lnTo>
                  <a:close/>
                </a:path>
                <a:path w="521969" h="522604">
                  <a:moveTo>
                    <a:pt x="429804" y="356338"/>
                  </a:moveTo>
                  <a:lnTo>
                    <a:pt x="427682" y="357611"/>
                  </a:lnTo>
                  <a:lnTo>
                    <a:pt x="425979" y="358884"/>
                  </a:lnTo>
                  <a:lnTo>
                    <a:pt x="424705" y="360588"/>
                  </a:lnTo>
                  <a:lnTo>
                    <a:pt x="424705" y="407731"/>
                  </a:lnTo>
                  <a:lnTo>
                    <a:pt x="437025" y="407731"/>
                  </a:lnTo>
                  <a:lnTo>
                    <a:pt x="437025" y="373752"/>
                  </a:lnTo>
                  <a:lnTo>
                    <a:pt x="460949" y="373752"/>
                  </a:lnTo>
                  <a:lnTo>
                    <a:pt x="434049" y="357611"/>
                  </a:lnTo>
                  <a:lnTo>
                    <a:pt x="431926" y="356762"/>
                  </a:lnTo>
                  <a:lnTo>
                    <a:pt x="429804" y="356338"/>
                  </a:lnTo>
                  <a:close/>
                </a:path>
                <a:path w="521969" h="522604">
                  <a:moveTo>
                    <a:pt x="336020" y="12314"/>
                  </a:moveTo>
                  <a:lnTo>
                    <a:pt x="277758" y="12314"/>
                  </a:lnTo>
                  <a:lnTo>
                    <a:pt x="324190" y="19806"/>
                  </a:lnTo>
                  <a:lnTo>
                    <a:pt x="364527" y="40651"/>
                  </a:lnTo>
                  <a:lnTo>
                    <a:pt x="396342" y="72403"/>
                  </a:lnTo>
                  <a:lnTo>
                    <a:pt x="417210" y="112615"/>
                  </a:lnTo>
                  <a:lnTo>
                    <a:pt x="424705" y="158842"/>
                  </a:lnTo>
                  <a:lnTo>
                    <a:pt x="424705" y="162243"/>
                  </a:lnTo>
                  <a:lnTo>
                    <a:pt x="427682" y="165214"/>
                  </a:lnTo>
                  <a:lnTo>
                    <a:pt x="466647" y="170729"/>
                  </a:lnTo>
                  <a:lnTo>
                    <a:pt x="504128" y="208038"/>
                  </a:lnTo>
                  <a:lnTo>
                    <a:pt x="509650" y="235295"/>
                  </a:lnTo>
                  <a:lnTo>
                    <a:pt x="504128" y="262795"/>
                  </a:lnTo>
                  <a:lnTo>
                    <a:pt x="489051" y="285199"/>
                  </a:lnTo>
                  <a:lnTo>
                    <a:pt x="466647" y="300278"/>
                  </a:lnTo>
                  <a:lnTo>
                    <a:pt x="439148" y="305799"/>
                  </a:lnTo>
                  <a:lnTo>
                    <a:pt x="396675" y="306224"/>
                  </a:lnTo>
                  <a:lnTo>
                    <a:pt x="397079" y="317532"/>
                  </a:lnTo>
                  <a:lnTo>
                    <a:pt x="397100" y="318114"/>
                  </a:lnTo>
                  <a:lnTo>
                    <a:pt x="439148" y="318114"/>
                  </a:lnTo>
                  <a:lnTo>
                    <a:pt x="471438" y="311631"/>
                  </a:lnTo>
                  <a:lnTo>
                    <a:pt x="497757" y="293958"/>
                  </a:lnTo>
                  <a:lnTo>
                    <a:pt x="515425" y="267839"/>
                  </a:lnTo>
                  <a:lnTo>
                    <a:pt x="516481" y="262795"/>
                  </a:lnTo>
                  <a:lnTo>
                    <a:pt x="521964" y="235719"/>
                  </a:lnTo>
                  <a:lnTo>
                    <a:pt x="515475" y="203427"/>
                  </a:lnTo>
                  <a:lnTo>
                    <a:pt x="497757" y="177108"/>
                  </a:lnTo>
                  <a:lnTo>
                    <a:pt x="471438" y="159390"/>
                  </a:lnTo>
                  <a:lnTo>
                    <a:pt x="439148" y="152899"/>
                  </a:lnTo>
                  <a:lnTo>
                    <a:pt x="437025" y="152899"/>
                  </a:lnTo>
                  <a:lnTo>
                    <a:pt x="427391" y="104378"/>
                  </a:lnTo>
                  <a:lnTo>
                    <a:pt x="404201" y="62381"/>
                  </a:lnTo>
                  <a:lnTo>
                    <a:pt x="369901" y="29355"/>
                  </a:lnTo>
                  <a:lnTo>
                    <a:pt x="336020" y="12314"/>
                  </a:lnTo>
                  <a:close/>
                </a:path>
                <a:path w="521969" h="522604">
                  <a:moveTo>
                    <a:pt x="360495" y="199193"/>
                  </a:moveTo>
                  <a:lnTo>
                    <a:pt x="328725" y="199193"/>
                  </a:lnTo>
                  <a:lnTo>
                    <a:pt x="343032" y="202034"/>
                  </a:lnTo>
                  <a:lnTo>
                    <a:pt x="354631" y="209812"/>
                  </a:lnTo>
                  <a:lnTo>
                    <a:pt x="362409" y="221412"/>
                  </a:lnTo>
                  <a:lnTo>
                    <a:pt x="365165" y="235295"/>
                  </a:lnTo>
                  <a:lnTo>
                    <a:pt x="365250" y="235719"/>
                  </a:lnTo>
                  <a:lnTo>
                    <a:pt x="362409" y="249781"/>
                  </a:lnTo>
                  <a:lnTo>
                    <a:pt x="354631" y="261255"/>
                  </a:lnTo>
                  <a:lnTo>
                    <a:pt x="343032" y="268986"/>
                  </a:lnTo>
                  <a:lnTo>
                    <a:pt x="328725" y="271820"/>
                  </a:lnTo>
                  <a:lnTo>
                    <a:pt x="360175" y="271820"/>
                  </a:lnTo>
                  <a:lnTo>
                    <a:pt x="365247" y="267839"/>
                  </a:lnTo>
                  <a:lnTo>
                    <a:pt x="374273" y="253193"/>
                  </a:lnTo>
                  <a:lnTo>
                    <a:pt x="377564" y="235719"/>
                  </a:lnTo>
                  <a:lnTo>
                    <a:pt x="373755" y="216619"/>
                  </a:lnTo>
                  <a:lnTo>
                    <a:pt x="363337" y="201103"/>
                  </a:lnTo>
                  <a:lnTo>
                    <a:pt x="360495" y="199193"/>
                  </a:lnTo>
                  <a:close/>
                </a:path>
              </a:pathLst>
            </a:custGeom>
            <a:solidFill>
              <a:srgbClr val="0E61FD"/>
            </a:solidFill>
          </p:spPr>
          <p:txBody>
            <a:bodyPr wrap="square" lIns="0" tIns="0" rIns="0" bIns="0" rtlCol="0"/>
            <a:lstStyle/>
            <a:p>
              <a:endParaRPr sz="2184"/>
            </a:p>
          </p:txBody>
        </p:sp>
      </p:grpSp>
      <p:sp>
        <p:nvSpPr>
          <p:cNvPr id="59" name="object 59"/>
          <p:cNvSpPr/>
          <p:nvPr/>
        </p:nvSpPr>
        <p:spPr>
          <a:xfrm>
            <a:off x="16586912" y="5850605"/>
            <a:ext cx="1941242" cy="143226"/>
          </a:xfrm>
          <a:custGeom>
            <a:avLst/>
            <a:gdLst/>
            <a:ahLst/>
            <a:cxnLst/>
            <a:rect l="l" t="t" r="r" b="b"/>
            <a:pathLst>
              <a:path w="1600834" h="118110">
                <a:moveTo>
                  <a:pt x="1529482" y="0"/>
                </a:moveTo>
                <a:lnTo>
                  <a:pt x="1530529" y="117797"/>
                </a:lnTo>
                <a:lnTo>
                  <a:pt x="1586016" y="70675"/>
                </a:lnTo>
                <a:lnTo>
                  <a:pt x="1541943" y="70675"/>
                </a:lnTo>
                <a:lnTo>
                  <a:pt x="1541832" y="58218"/>
                </a:lnTo>
                <a:lnTo>
                  <a:pt x="1541734" y="47115"/>
                </a:lnTo>
                <a:lnTo>
                  <a:pt x="1587105" y="47115"/>
                </a:lnTo>
                <a:lnTo>
                  <a:pt x="1529482" y="0"/>
                </a:lnTo>
                <a:close/>
              </a:path>
              <a:path w="1600834" h="118110">
                <a:moveTo>
                  <a:pt x="1529901" y="47115"/>
                </a:moveTo>
                <a:lnTo>
                  <a:pt x="0" y="60207"/>
                </a:lnTo>
                <a:lnTo>
                  <a:pt x="93" y="70675"/>
                </a:lnTo>
                <a:lnTo>
                  <a:pt x="209" y="83767"/>
                </a:lnTo>
                <a:lnTo>
                  <a:pt x="1530110" y="70675"/>
                </a:lnTo>
                <a:lnTo>
                  <a:pt x="1529999" y="58218"/>
                </a:lnTo>
                <a:lnTo>
                  <a:pt x="1529901" y="47115"/>
                </a:lnTo>
                <a:close/>
              </a:path>
              <a:path w="1600834" h="118110">
                <a:moveTo>
                  <a:pt x="1587105" y="47115"/>
                </a:moveTo>
                <a:lnTo>
                  <a:pt x="1541734" y="47115"/>
                </a:lnTo>
                <a:lnTo>
                  <a:pt x="1541832" y="58218"/>
                </a:lnTo>
                <a:lnTo>
                  <a:pt x="1541943" y="70675"/>
                </a:lnTo>
                <a:lnTo>
                  <a:pt x="1586016" y="70675"/>
                </a:lnTo>
                <a:lnTo>
                  <a:pt x="1600684" y="58218"/>
                </a:lnTo>
                <a:lnTo>
                  <a:pt x="1587105" y="47115"/>
                </a:lnTo>
                <a:close/>
              </a:path>
            </a:pathLst>
          </a:custGeom>
          <a:solidFill>
            <a:srgbClr val="000000"/>
          </a:solidFill>
        </p:spPr>
        <p:txBody>
          <a:bodyPr wrap="square" lIns="0" tIns="0" rIns="0" bIns="0" rtlCol="0"/>
          <a:lstStyle/>
          <a:p>
            <a:endParaRPr sz="2184"/>
          </a:p>
        </p:txBody>
      </p:sp>
      <p:grpSp>
        <p:nvGrpSpPr>
          <p:cNvPr id="130" name="Group 129">
            <a:extLst>
              <a:ext uri="{FF2B5EF4-FFF2-40B4-BE49-F238E27FC236}">
                <a16:creationId xmlns:a16="http://schemas.microsoft.com/office/drawing/2014/main" id="{59563213-545D-E81C-8547-AD85FF33F173}"/>
              </a:ext>
            </a:extLst>
          </p:cNvPr>
          <p:cNvGrpSpPr/>
          <p:nvPr/>
        </p:nvGrpSpPr>
        <p:grpSpPr>
          <a:xfrm>
            <a:off x="19400055" y="9506900"/>
            <a:ext cx="876292" cy="876292"/>
            <a:chOff x="9648254" y="4685543"/>
            <a:chExt cx="438146" cy="438146"/>
          </a:xfrm>
        </p:grpSpPr>
        <p:sp>
          <p:nvSpPr>
            <p:cNvPr id="60" name="object 60"/>
            <p:cNvSpPr/>
            <p:nvPr/>
          </p:nvSpPr>
          <p:spPr>
            <a:xfrm>
              <a:off x="9648254" y="4685543"/>
              <a:ext cx="438146" cy="438146"/>
            </a:xfrm>
            <a:custGeom>
              <a:avLst/>
              <a:gdLst/>
              <a:ahLst/>
              <a:cxnLst/>
              <a:rect l="l" t="t" r="r" b="b"/>
              <a:pathLst>
                <a:path w="722630" h="722629">
                  <a:moveTo>
                    <a:pt x="722491" y="0"/>
                  </a:moveTo>
                  <a:lnTo>
                    <a:pt x="0" y="0"/>
                  </a:lnTo>
                  <a:lnTo>
                    <a:pt x="0" y="722585"/>
                  </a:lnTo>
                  <a:lnTo>
                    <a:pt x="722491" y="722585"/>
                  </a:lnTo>
                  <a:lnTo>
                    <a:pt x="722491" y="0"/>
                  </a:lnTo>
                  <a:close/>
                </a:path>
              </a:pathLst>
            </a:custGeom>
            <a:solidFill>
              <a:srgbClr val="E4F6FF"/>
            </a:solidFill>
          </p:spPr>
          <p:txBody>
            <a:bodyPr wrap="square" lIns="0" tIns="0" rIns="0" bIns="0" rtlCol="0"/>
            <a:lstStyle/>
            <a:p>
              <a:endParaRPr sz="2184"/>
            </a:p>
          </p:txBody>
        </p:sp>
        <p:sp>
          <p:nvSpPr>
            <p:cNvPr id="61" name="object 61"/>
            <p:cNvSpPr/>
            <p:nvPr/>
          </p:nvSpPr>
          <p:spPr>
            <a:xfrm>
              <a:off x="9648254" y="4685543"/>
              <a:ext cx="438146" cy="438146"/>
            </a:xfrm>
            <a:custGeom>
              <a:avLst/>
              <a:gdLst/>
              <a:ahLst/>
              <a:cxnLst/>
              <a:rect l="l" t="t" r="r" b="b"/>
              <a:pathLst>
                <a:path w="722630" h="722629">
                  <a:moveTo>
                    <a:pt x="0" y="722585"/>
                  </a:moveTo>
                  <a:lnTo>
                    <a:pt x="722491" y="722585"/>
                  </a:lnTo>
                  <a:lnTo>
                    <a:pt x="722491" y="0"/>
                  </a:lnTo>
                  <a:lnTo>
                    <a:pt x="0" y="0"/>
                  </a:lnTo>
                  <a:lnTo>
                    <a:pt x="0" y="722585"/>
                  </a:lnTo>
                  <a:close/>
                </a:path>
              </a:pathLst>
            </a:custGeom>
            <a:ln w="15706">
              <a:solidFill>
                <a:srgbClr val="0E61FD"/>
              </a:solidFill>
            </a:ln>
          </p:spPr>
          <p:txBody>
            <a:bodyPr wrap="square" lIns="0" tIns="0" rIns="0" bIns="0" rtlCol="0"/>
            <a:lstStyle/>
            <a:p>
              <a:endParaRPr sz="2184"/>
            </a:p>
          </p:txBody>
        </p:sp>
        <p:sp>
          <p:nvSpPr>
            <p:cNvPr id="62" name="object 62"/>
            <p:cNvSpPr/>
            <p:nvPr/>
          </p:nvSpPr>
          <p:spPr>
            <a:xfrm>
              <a:off x="9707162" y="4771851"/>
              <a:ext cx="321102" cy="316867"/>
            </a:xfrm>
            <a:custGeom>
              <a:avLst/>
              <a:gdLst/>
              <a:ahLst/>
              <a:cxnLst/>
              <a:rect l="l" t="t" r="r" b="b"/>
              <a:pathLst>
                <a:path w="529590" h="522604">
                  <a:moveTo>
                    <a:pt x="281784" y="0"/>
                  </a:moveTo>
                  <a:lnTo>
                    <a:pt x="238238" y="5925"/>
                  </a:lnTo>
                  <a:lnTo>
                    <a:pt x="198733" y="22880"/>
                  </a:lnTo>
                  <a:lnTo>
                    <a:pt x="165206" y="49630"/>
                  </a:lnTo>
                  <a:lnTo>
                    <a:pt x="139596" y="84941"/>
                  </a:lnTo>
                  <a:lnTo>
                    <a:pt x="118055" y="84941"/>
                  </a:lnTo>
                  <a:lnTo>
                    <a:pt x="72162" y="94113"/>
                  </a:lnTo>
                  <a:lnTo>
                    <a:pt x="34630" y="119132"/>
                  </a:lnTo>
                  <a:lnTo>
                    <a:pt x="9296" y="156255"/>
                  </a:lnTo>
                  <a:lnTo>
                    <a:pt x="129" y="201103"/>
                  </a:lnTo>
                  <a:lnTo>
                    <a:pt x="60" y="202034"/>
                  </a:lnTo>
                  <a:lnTo>
                    <a:pt x="9296" y="246979"/>
                  </a:lnTo>
                  <a:lnTo>
                    <a:pt x="34630" y="283977"/>
                  </a:lnTo>
                  <a:lnTo>
                    <a:pt x="72162" y="308949"/>
                  </a:lnTo>
                  <a:lnTo>
                    <a:pt x="118056" y="318114"/>
                  </a:lnTo>
                  <a:lnTo>
                    <a:pt x="230079" y="318114"/>
                  </a:lnTo>
                  <a:lnTo>
                    <a:pt x="241067" y="320284"/>
                  </a:lnTo>
                  <a:lnTo>
                    <a:pt x="250115" y="326236"/>
                  </a:lnTo>
                  <a:lnTo>
                    <a:pt x="256254" y="335135"/>
                  </a:lnTo>
                  <a:lnTo>
                    <a:pt x="258516" y="346145"/>
                  </a:lnTo>
                  <a:lnTo>
                    <a:pt x="258516" y="425145"/>
                  </a:lnTo>
                  <a:lnTo>
                    <a:pt x="241607" y="430439"/>
                  </a:lnTo>
                  <a:lnTo>
                    <a:pt x="227928" y="441069"/>
                  </a:lnTo>
                  <a:lnTo>
                    <a:pt x="218773" y="455841"/>
                  </a:lnTo>
                  <a:lnTo>
                    <a:pt x="215433" y="473561"/>
                  </a:lnTo>
                  <a:lnTo>
                    <a:pt x="219291" y="492415"/>
                  </a:lnTo>
                  <a:lnTo>
                    <a:pt x="229813" y="507804"/>
                  </a:lnTo>
                  <a:lnTo>
                    <a:pt x="245424" y="518177"/>
                  </a:lnTo>
                  <a:lnTo>
                    <a:pt x="264550" y="521980"/>
                  </a:lnTo>
                  <a:lnTo>
                    <a:pt x="283925" y="518177"/>
                  </a:lnTo>
                  <a:lnTo>
                    <a:pt x="296845" y="509662"/>
                  </a:lnTo>
                  <a:lnTo>
                    <a:pt x="264550" y="509662"/>
                  </a:lnTo>
                  <a:lnTo>
                    <a:pt x="250285" y="506829"/>
                  </a:lnTo>
                  <a:lnTo>
                    <a:pt x="238645" y="499097"/>
                  </a:lnTo>
                  <a:lnTo>
                    <a:pt x="230801" y="487623"/>
                  </a:lnTo>
                  <a:lnTo>
                    <a:pt x="227926" y="473561"/>
                  </a:lnTo>
                  <a:lnTo>
                    <a:pt x="230742" y="459548"/>
                  </a:lnTo>
                  <a:lnTo>
                    <a:pt x="230801" y="459253"/>
                  </a:lnTo>
                  <a:lnTo>
                    <a:pt x="238645" y="447653"/>
                  </a:lnTo>
                  <a:lnTo>
                    <a:pt x="250285" y="439875"/>
                  </a:lnTo>
                  <a:lnTo>
                    <a:pt x="264550" y="437035"/>
                  </a:lnTo>
                  <a:lnTo>
                    <a:pt x="296411" y="437035"/>
                  </a:lnTo>
                  <a:lnTo>
                    <a:pt x="287924" y="430439"/>
                  </a:lnTo>
                  <a:lnTo>
                    <a:pt x="271014" y="425145"/>
                  </a:lnTo>
                  <a:lnTo>
                    <a:pt x="270908" y="405567"/>
                  </a:lnTo>
                  <a:lnTo>
                    <a:pt x="270828" y="390886"/>
                  </a:lnTo>
                  <a:lnTo>
                    <a:pt x="270704" y="368228"/>
                  </a:lnTo>
                  <a:lnTo>
                    <a:pt x="258734" y="317532"/>
                  </a:lnTo>
                  <a:lnTo>
                    <a:pt x="230079" y="305799"/>
                  </a:lnTo>
                  <a:lnTo>
                    <a:pt x="118056" y="305799"/>
                  </a:lnTo>
                  <a:lnTo>
                    <a:pt x="77023" y="297603"/>
                  </a:lnTo>
                  <a:lnTo>
                    <a:pt x="43463" y="275270"/>
                  </a:lnTo>
                  <a:lnTo>
                    <a:pt x="20809" y="242188"/>
                  </a:lnTo>
                  <a:lnTo>
                    <a:pt x="12554" y="202034"/>
                  </a:lnTo>
                  <a:lnTo>
                    <a:pt x="12494" y="201740"/>
                  </a:lnTo>
                  <a:lnTo>
                    <a:pt x="20808" y="161047"/>
                  </a:lnTo>
                  <a:lnTo>
                    <a:pt x="43463" y="127838"/>
                  </a:lnTo>
                  <a:lnTo>
                    <a:pt x="77023" y="105459"/>
                  </a:lnTo>
                  <a:lnTo>
                    <a:pt x="118055" y="97256"/>
                  </a:lnTo>
                  <a:lnTo>
                    <a:pt x="145630" y="97256"/>
                  </a:lnTo>
                  <a:lnTo>
                    <a:pt x="147783" y="95983"/>
                  </a:lnTo>
                  <a:lnTo>
                    <a:pt x="172599" y="59798"/>
                  </a:lnTo>
                  <a:lnTo>
                    <a:pt x="203797" y="34136"/>
                  </a:lnTo>
                  <a:lnTo>
                    <a:pt x="240812" y="17949"/>
                  </a:lnTo>
                  <a:lnTo>
                    <a:pt x="281784" y="12314"/>
                  </a:lnTo>
                  <a:lnTo>
                    <a:pt x="340891" y="12314"/>
                  </a:lnTo>
                  <a:lnTo>
                    <a:pt x="331677" y="7746"/>
                  </a:lnTo>
                  <a:lnTo>
                    <a:pt x="281784" y="0"/>
                  </a:lnTo>
                  <a:close/>
                </a:path>
                <a:path w="529590" h="522604">
                  <a:moveTo>
                    <a:pt x="296411" y="437035"/>
                  </a:moveTo>
                  <a:lnTo>
                    <a:pt x="264550" y="437035"/>
                  </a:lnTo>
                  <a:lnTo>
                    <a:pt x="279064" y="439875"/>
                  </a:lnTo>
                  <a:lnTo>
                    <a:pt x="290832" y="447653"/>
                  </a:lnTo>
                  <a:lnTo>
                    <a:pt x="298722" y="459253"/>
                  </a:lnTo>
                  <a:lnTo>
                    <a:pt x="301604" y="473561"/>
                  </a:lnTo>
                  <a:lnTo>
                    <a:pt x="298722" y="487623"/>
                  </a:lnTo>
                  <a:lnTo>
                    <a:pt x="290832" y="499097"/>
                  </a:lnTo>
                  <a:lnTo>
                    <a:pt x="279064" y="506829"/>
                  </a:lnTo>
                  <a:lnTo>
                    <a:pt x="264550" y="509662"/>
                  </a:lnTo>
                  <a:lnTo>
                    <a:pt x="296845" y="509662"/>
                  </a:lnTo>
                  <a:lnTo>
                    <a:pt x="299664" y="507804"/>
                  </a:lnTo>
                  <a:lnTo>
                    <a:pt x="310233" y="492415"/>
                  </a:lnTo>
                  <a:lnTo>
                    <a:pt x="314097" y="473561"/>
                  </a:lnTo>
                  <a:lnTo>
                    <a:pt x="310758" y="455841"/>
                  </a:lnTo>
                  <a:lnTo>
                    <a:pt x="301602" y="441069"/>
                  </a:lnTo>
                  <a:lnTo>
                    <a:pt x="296411" y="437035"/>
                  </a:lnTo>
                  <a:close/>
                </a:path>
                <a:path w="529590" h="522604">
                  <a:moveTo>
                    <a:pt x="333490" y="186873"/>
                  </a:moveTo>
                  <a:lnTo>
                    <a:pt x="314363" y="190682"/>
                  </a:lnTo>
                  <a:lnTo>
                    <a:pt x="298750" y="201103"/>
                  </a:lnTo>
                  <a:lnTo>
                    <a:pt x="288226" y="216619"/>
                  </a:lnTo>
                  <a:lnTo>
                    <a:pt x="284454" y="235294"/>
                  </a:lnTo>
                  <a:lnTo>
                    <a:pt x="284368" y="235719"/>
                  </a:lnTo>
                  <a:lnTo>
                    <a:pt x="287707" y="253193"/>
                  </a:lnTo>
                  <a:lnTo>
                    <a:pt x="296863" y="267839"/>
                  </a:lnTo>
                  <a:lnTo>
                    <a:pt x="310544" y="278423"/>
                  </a:lnTo>
                  <a:lnTo>
                    <a:pt x="327456" y="283711"/>
                  </a:lnTo>
                  <a:lnTo>
                    <a:pt x="327457" y="380124"/>
                  </a:lnTo>
                  <a:lnTo>
                    <a:pt x="330634" y="395678"/>
                  </a:lnTo>
                  <a:lnTo>
                    <a:pt x="339305" y="408366"/>
                  </a:lnTo>
                  <a:lnTo>
                    <a:pt x="352177" y="416913"/>
                  </a:lnTo>
                  <a:lnTo>
                    <a:pt x="367956" y="420045"/>
                  </a:lnTo>
                  <a:lnTo>
                    <a:pt x="430863" y="420045"/>
                  </a:lnTo>
                  <a:lnTo>
                    <a:pt x="430863" y="467188"/>
                  </a:lnTo>
                  <a:lnTo>
                    <a:pt x="432154" y="468892"/>
                  </a:lnTo>
                  <a:lnTo>
                    <a:pt x="433883" y="470165"/>
                  </a:lnTo>
                  <a:lnTo>
                    <a:pt x="435174" y="470589"/>
                  </a:lnTo>
                  <a:lnTo>
                    <a:pt x="436035" y="471014"/>
                  </a:lnTo>
                  <a:lnTo>
                    <a:pt x="438188" y="471014"/>
                  </a:lnTo>
                  <a:lnTo>
                    <a:pt x="439480" y="470589"/>
                  </a:lnTo>
                  <a:lnTo>
                    <a:pt x="440341" y="470165"/>
                  </a:lnTo>
                  <a:lnTo>
                    <a:pt x="467631" y="454024"/>
                  </a:lnTo>
                  <a:lnTo>
                    <a:pt x="443361" y="454024"/>
                  </a:lnTo>
                  <a:lnTo>
                    <a:pt x="443361" y="407731"/>
                  </a:lnTo>
                  <a:lnTo>
                    <a:pt x="367956" y="407731"/>
                  </a:lnTo>
                  <a:lnTo>
                    <a:pt x="357038" y="405567"/>
                  </a:lnTo>
                  <a:lnTo>
                    <a:pt x="348137" y="399660"/>
                  </a:lnTo>
                  <a:lnTo>
                    <a:pt x="342145" y="390886"/>
                  </a:lnTo>
                  <a:lnTo>
                    <a:pt x="339950" y="380124"/>
                  </a:lnTo>
                  <a:lnTo>
                    <a:pt x="339949" y="283711"/>
                  </a:lnTo>
                  <a:lnTo>
                    <a:pt x="356862" y="278423"/>
                  </a:lnTo>
                  <a:lnTo>
                    <a:pt x="365396" y="271820"/>
                  </a:lnTo>
                  <a:lnTo>
                    <a:pt x="333490" y="271820"/>
                  </a:lnTo>
                  <a:lnTo>
                    <a:pt x="319223" y="268986"/>
                  </a:lnTo>
                  <a:lnTo>
                    <a:pt x="307583" y="261255"/>
                  </a:lnTo>
                  <a:lnTo>
                    <a:pt x="299741" y="249781"/>
                  </a:lnTo>
                  <a:lnTo>
                    <a:pt x="296867" y="235719"/>
                  </a:lnTo>
                  <a:lnTo>
                    <a:pt x="299741" y="221412"/>
                  </a:lnTo>
                  <a:lnTo>
                    <a:pt x="307583" y="209812"/>
                  </a:lnTo>
                  <a:lnTo>
                    <a:pt x="319223" y="202034"/>
                  </a:lnTo>
                  <a:lnTo>
                    <a:pt x="333490" y="199193"/>
                  </a:lnTo>
                  <a:lnTo>
                    <a:pt x="365721" y="199193"/>
                  </a:lnTo>
                  <a:lnTo>
                    <a:pt x="352865" y="190682"/>
                  </a:lnTo>
                  <a:lnTo>
                    <a:pt x="333490" y="186873"/>
                  </a:lnTo>
                  <a:close/>
                </a:path>
                <a:path w="529590" h="522604">
                  <a:moveTo>
                    <a:pt x="95653" y="365257"/>
                  </a:moveTo>
                  <a:lnTo>
                    <a:pt x="3015" y="365257"/>
                  </a:lnTo>
                  <a:lnTo>
                    <a:pt x="0" y="368228"/>
                  </a:lnTo>
                  <a:lnTo>
                    <a:pt x="0" y="459548"/>
                  </a:lnTo>
                  <a:lnTo>
                    <a:pt x="3016" y="462519"/>
                  </a:lnTo>
                  <a:lnTo>
                    <a:pt x="95654" y="462519"/>
                  </a:lnTo>
                  <a:lnTo>
                    <a:pt x="98668" y="459548"/>
                  </a:lnTo>
                  <a:lnTo>
                    <a:pt x="98668" y="450204"/>
                  </a:lnTo>
                  <a:lnTo>
                    <a:pt x="12494" y="450204"/>
                  </a:lnTo>
                  <a:lnTo>
                    <a:pt x="12494" y="377577"/>
                  </a:lnTo>
                  <a:lnTo>
                    <a:pt x="98668" y="377577"/>
                  </a:lnTo>
                  <a:lnTo>
                    <a:pt x="98668" y="368228"/>
                  </a:lnTo>
                  <a:lnTo>
                    <a:pt x="95653" y="365257"/>
                  </a:lnTo>
                  <a:close/>
                </a:path>
                <a:path w="529590" h="522604">
                  <a:moveTo>
                    <a:pt x="467631" y="373752"/>
                  </a:moveTo>
                  <a:lnTo>
                    <a:pt x="443361" y="373752"/>
                  </a:lnTo>
                  <a:lnTo>
                    <a:pt x="511005" y="414103"/>
                  </a:lnTo>
                  <a:lnTo>
                    <a:pt x="443361" y="454024"/>
                  </a:lnTo>
                  <a:lnTo>
                    <a:pt x="467631" y="454024"/>
                  </a:lnTo>
                  <a:lnTo>
                    <a:pt x="526518" y="419196"/>
                  </a:lnTo>
                  <a:lnTo>
                    <a:pt x="528240" y="417923"/>
                  </a:lnTo>
                  <a:lnTo>
                    <a:pt x="529532" y="416225"/>
                  </a:lnTo>
                  <a:lnTo>
                    <a:pt x="529532" y="411975"/>
                  </a:lnTo>
                  <a:lnTo>
                    <a:pt x="528240" y="409853"/>
                  </a:lnTo>
                  <a:lnTo>
                    <a:pt x="526518" y="408579"/>
                  </a:lnTo>
                  <a:lnTo>
                    <a:pt x="467631" y="373752"/>
                  </a:lnTo>
                  <a:close/>
                </a:path>
                <a:path w="529590" h="522604">
                  <a:moveTo>
                    <a:pt x="98668" y="377577"/>
                  </a:moveTo>
                  <a:lnTo>
                    <a:pt x="86175" y="377577"/>
                  </a:lnTo>
                  <a:lnTo>
                    <a:pt x="86175" y="450204"/>
                  </a:lnTo>
                  <a:lnTo>
                    <a:pt x="98668" y="450204"/>
                  </a:lnTo>
                  <a:lnTo>
                    <a:pt x="98668" y="420045"/>
                  </a:lnTo>
                  <a:lnTo>
                    <a:pt x="161144" y="420045"/>
                  </a:lnTo>
                  <a:lnTo>
                    <a:pt x="177172" y="416913"/>
                  </a:lnTo>
                  <a:lnTo>
                    <a:pt x="190171" y="408366"/>
                  </a:lnTo>
                  <a:lnTo>
                    <a:pt x="190608" y="407731"/>
                  </a:lnTo>
                  <a:lnTo>
                    <a:pt x="98668" y="407731"/>
                  </a:lnTo>
                  <a:lnTo>
                    <a:pt x="98668" y="377577"/>
                  </a:lnTo>
                  <a:close/>
                </a:path>
                <a:path w="529590" h="522604">
                  <a:moveTo>
                    <a:pt x="202073" y="346145"/>
                  </a:moveTo>
                  <a:lnTo>
                    <a:pt x="189580" y="346145"/>
                  </a:lnTo>
                  <a:lnTo>
                    <a:pt x="189580" y="380124"/>
                  </a:lnTo>
                  <a:lnTo>
                    <a:pt x="187378" y="390886"/>
                  </a:lnTo>
                  <a:lnTo>
                    <a:pt x="181339" y="399660"/>
                  </a:lnTo>
                  <a:lnTo>
                    <a:pt x="172311" y="405567"/>
                  </a:lnTo>
                  <a:lnTo>
                    <a:pt x="161144" y="407731"/>
                  </a:lnTo>
                  <a:lnTo>
                    <a:pt x="190608" y="407731"/>
                  </a:lnTo>
                  <a:lnTo>
                    <a:pt x="198889" y="395678"/>
                  </a:lnTo>
                  <a:lnTo>
                    <a:pt x="202073" y="380124"/>
                  </a:lnTo>
                  <a:lnTo>
                    <a:pt x="202073" y="346145"/>
                  </a:lnTo>
                  <a:close/>
                </a:path>
                <a:path w="529590" h="522604">
                  <a:moveTo>
                    <a:pt x="436035" y="356338"/>
                  </a:moveTo>
                  <a:lnTo>
                    <a:pt x="433882" y="357611"/>
                  </a:lnTo>
                  <a:lnTo>
                    <a:pt x="432154" y="358884"/>
                  </a:lnTo>
                  <a:lnTo>
                    <a:pt x="430862" y="360588"/>
                  </a:lnTo>
                  <a:lnTo>
                    <a:pt x="430862" y="407731"/>
                  </a:lnTo>
                  <a:lnTo>
                    <a:pt x="443361" y="407731"/>
                  </a:lnTo>
                  <a:lnTo>
                    <a:pt x="443361" y="373752"/>
                  </a:lnTo>
                  <a:lnTo>
                    <a:pt x="467631" y="373752"/>
                  </a:lnTo>
                  <a:lnTo>
                    <a:pt x="440341" y="357611"/>
                  </a:lnTo>
                  <a:lnTo>
                    <a:pt x="438188" y="356762"/>
                  </a:lnTo>
                  <a:lnTo>
                    <a:pt x="436035" y="356338"/>
                  </a:lnTo>
                  <a:close/>
                </a:path>
                <a:path w="529590" h="522604">
                  <a:moveTo>
                    <a:pt x="340891" y="12314"/>
                  </a:moveTo>
                  <a:lnTo>
                    <a:pt x="281784" y="12314"/>
                  </a:lnTo>
                  <a:lnTo>
                    <a:pt x="328890" y="19806"/>
                  </a:lnTo>
                  <a:lnTo>
                    <a:pt x="369811" y="40651"/>
                  </a:lnTo>
                  <a:lnTo>
                    <a:pt x="402088" y="72403"/>
                  </a:lnTo>
                  <a:lnTo>
                    <a:pt x="423258" y="112615"/>
                  </a:lnTo>
                  <a:lnTo>
                    <a:pt x="430862" y="158842"/>
                  </a:lnTo>
                  <a:lnTo>
                    <a:pt x="430862" y="162243"/>
                  </a:lnTo>
                  <a:lnTo>
                    <a:pt x="433882" y="165214"/>
                  </a:lnTo>
                  <a:lnTo>
                    <a:pt x="445514" y="165214"/>
                  </a:lnTo>
                  <a:lnTo>
                    <a:pt x="473412" y="170729"/>
                  </a:lnTo>
                  <a:lnTo>
                    <a:pt x="496140" y="185759"/>
                  </a:lnTo>
                  <a:lnTo>
                    <a:pt x="511437" y="208037"/>
                  </a:lnTo>
                  <a:lnTo>
                    <a:pt x="517038" y="235294"/>
                  </a:lnTo>
                  <a:lnTo>
                    <a:pt x="511437" y="262795"/>
                  </a:lnTo>
                  <a:lnTo>
                    <a:pt x="496140" y="285199"/>
                  </a:lnTo>
                  <a:lnTo>
                    <a:pt x="473412" y="300277"/>
                  </a:lnTo>
                  <a:lnTo>
                    <a:pt x="445514" y="305799"/>
                  </a:lnTo>
                  <a:lnTo>
                    <a:pt x="402426" y="306224"/>
                  </a:lnTo>
                  <a:lnTo>
                    <a:pt x="402835" y="317532"/>
                  </a:lnTo>
                  <a:lnTo>
                    <a:pt x="402856" y="318114"/>
                  </a:lnTo>
                  <a:lnTo>
                    <a:pt x="445514" y="318114"/>
                  </a:lnTo>
                  <a:lnTo>
                    <a:pt x="504973" y="293958"/>
                  </a:lnTo>
                  <a:lnTo>
                    <a:pt x="529531" y="235719"/>
                  </a:lnTo>
                  <a:lnTo>
                    <a:pt x="522947" y="203427"/>
                  </a:lnTo>
                  <a:lnTo>
                    <a:pt x="504972" y="177108"/>
                  </a:lnTo>
                  <a:lnTo>
                    <a:pt x="478272" y="159390"/>
                  </a:lnTo>
                  <a:lnTo>
                    <a:pt x="445514" y="152899"/>
                  </a:lnTo>
                  <a:lnTo>
                    <a:pt x="443361" y="152899"/>
                  </a:lnTo>
                  <a:lnTo>
                    <a:pt x="433587" y="104378"/>
                  </a:lnTo>
                  <a:lnTo>
                    <a:pt x="410060" y="62381"/>
                  </a:lnTo>
                  <a:lnTo>
                    <a:pt x="375263" y="29355"/>
                  </a:lnTo>
                  <a:lnTo>
                    <a:pt x="340891" y="12314"/>
                  </a:lnTo>
                  <a:close/>
                </a:path>
                <a:path w="529590" h="522604">
                  <a:moveTo>
                    <a:pt x="365721" y="199193"/>
                  </a:moveTo>
                  <a:lnTo>
                    <a:pt x="333490" y="199193"/>
                  </a:lnTo>
                  <a:lnTo>
                    <a:pt x="348004" y="202034"/>
                  </a:lnTo>
                  <a:lnTo>
                    <a:pt x="359772" y="209812"/>
                  </a:lnTo>
                  <a:lnTo>
                    <a:pt x="367663" y="221412"/>
                  </a:lnTo>
                  <a:lnTo>
                    <a:pt x="370459" y="235294"/>
                  </a:lnTo>
                  <a:lnTo>
                    <a:pt x="370544" y="235719"/>
                  </a:lnTo>
                  <a:lnTo>
                    <a:pt x="367663" y="249781"/>
                  </a:lnTo>
                  <a:lnTo>
                    <a:pt x="359773" y="261255"/>
                  </a:lnTo>
                  <a:lnTo>
                    <a:pt x="348005" y="268986"/>
                  </a:lnTo>
                  <a:lnTo>
                    <a:pt x="333490" y="271820"/>
                  </a:lnTo>
                  <a:lnTo>
                    <a:pt x="365396" y="271820"/>
                  </a:lnTo>
                  <a:lnTo>
                    <a:pt x="370542" y="267839"/>
                  </a:lnTo>
                  <a:lnTo>
                    <a:pt x="379698" y="253193"/>
                  </a:lnTo>
                  <a:lnTo>
                    <a:pt x="383037" y="235719"/>
                  </a:lnTo>
                  <a:lnTo>
                    <a:pt x="379173" y="216619"/>
                  </a:lnTo>
                  <a:lnTo>
                    <a:pt x="368605" y="201103"/>
                  </a:lnTo>
                  <a:lnTo>
                    <a:pt x="365721" y="199193"/>
                  </a:lnTo>
                  <a:close/>
                </a:path>
              </a:pathLst>
            </a:custGeom>
            <a:solidFill>
              <a:srgbClr val="0E61FD"/>
            </a:solidFill>
          </p:spPr>
          <p:txBody>
            <a:bodyPr wrap="square" lIns="0" tIns="0" rIns="0" bIns="0" rtlCol="0"/>
            <a:lstStyle/>
            <a:p>
              <a:endParaRPr sz="2184"/>
            </a:p>
          </p:txBody>
        </p:sp>
      </p:grpSp>
      <p:sp>
        <p:nvSpPr>
          <p:cNvPr id="63" name="object 63"/>
          <p:cNvSpPr txBox="1"/>
          <p:nvPr/>
        </p:nvSpPr>
        <p:spPr>
          <a:xfrm>
            <a:off x="20969550" y="8654217"/>
            <a:ext cx="1245906" cy="754706"/>
          </a:xfrm>
          <a:prstGeom prst="rect">
            <a:avLst/>
          </a:prstGeom>
        </p:spPr>
        <p:txBody>
          <a:bodyPr vert="horz" wrap="square" lIns="0" tIns="19252" rIns="0" bIns="0" rtlCol="0">
            <a:spAutoFit/>
          </a:bodyPr>
          <a:lstStyle/>
          <a:p>
            <a:pPr marL="15398" marR="6160" algn="ctr">
              <a:lnSpc>
                <a:spcPct val="112000"/>
              </a:lnSpc>
              <a:spcBef>
                <a:spcPts val="116"/>
              </a:spcBef>
            </a:pPr>
            <a:r>
              <a:rPr sz="2200" spc="-42" dirty="0">
                <a:cs typeface="Arial"/>
              </a:rPr>
              <a:t>Pro-Code Tools</a:t>
            </a:r>
          </a:p>
        </p:txBody>
      </p:sp>
      <p:sp>
        <p:nvSpPr>
          <p:cNvPr id="64" name="object 64"/>
          <p:cNvSpPr txBox="1"/>
          <p:nvPr/>
        </p:nvSpPr>
        <p:spPr>
          <a:xfrm>
            <a:off x="19182073" y="10470615"/>
            <a:ext cx="1308356" cy="1008964"/>
          </a:xfrm>
          <a:prstGeom prst="rect">
            <a:avLst/>
          </a:prstGeom>
        </p:spPr>
        <p:txBody>
          <a:bodyPr vert="horz" wrap="square" lIns="0" tIns="15400" rIns="0" bIns="0" rtlCol="0">
            <a:spAutoFit/>
          </a:bodyPr>
          <a:lstStyle/>
          <a:p>
            <a:pPr marL="15398" marR="6160" algn="ctr">
              <a:lnSpc>
                <a:spcPct val="112000"/>
              </a:lnSpc>
              <a:spcBef>
                <a:spcPts val="116"/>
              </a:spcBef>
            </a:pPr>
            <a:r>
              <a:rPr sz="2200" spc="-42" dirty="0">
                <a:cs typeface="Arial"/>
              </a:rPr>
              <a:t>Data Sources</a:t>
            </a:r>
          </a:p>
          <a:p>
            <a:pPr marL="15398" algn="ctr">
              <a:lnSpc>
                <a:spcPts val="1480"/>
              </a:lnSpc>
              <a:spcBef>
                <a:spcPts val="152"/>
              </a:spcBef>
            </a:pPr>
            <a:endParaRPr sz="2000" dirty="0">
              <a:cs typeface="Arial"/>
            </a:endParaRPr>
          </a:p>
        </p:txBody>
      </p:sp>
      <p:grpSp>
        <p:nvGrpSpPr>
          <p:cNvPr id="123" name="Group 122">
            <a:extLst>
              <a:ext uri="{FF2B5EF4-FFF2-40B4-BE49-F238E27FC236}">
                <a16:creationId xmlns:a16="http://schemas.microsoft.com/office/drawing/2014/main" id="{CD557F45-2796-8B88-A8A2-2BDD4BE90F04}"/>
              </a:ext>
            </a:extLst>
          </p:cNvPr>
          <p:cNvGrpSpPr/>
          <p:nvPr/>
        </p:nvGrpSpPr>
        <p:grpSpPr>
          <a:xfrm>
            <a:off x="21209093" y="9544608"/>
            <a:ext cx="876292" cy="876292"/>
            <a:chOff x="10606110" y="5902120"/>
            <a:chExt cx="438146" cy="438146"/>
          </a:xfrm>
        </p:grpSpPr>
        <p:sp>
          <p:nvSpPr>
            <p:cNvPr id="66" name="object 66"/>
            <p:cNvSpPr/>
            <p:nvPr/>
          </p:nvSpPr>
          <p:spPr>
            <a:xfrm>
              <a:off x="10606110" y="5902120"/>
              <a:ext cx="438146" cy="438146"/>
            </a:xfrm>
            <a:custGeom>
              <a:avLst/>
              <a:gdLst/>
              <a:ahLst/>
              <a:cxnLst/>
              <a:rect l="l" t="t" r="r" b="b"/>
              <a:pathLst>
                <a:path w="722630" h="722629">
                  <a:moveTo>
                    <a:pt x="722491" y="0"/>
                  </a:moveTo>
                  <a:lnTo>
                    <a:pt x="0" y="0"/>
                  </a:lnTo>
                  <a:lnTo>
                    <a:pt x="0" y="722585"/>
                  </a:lnTo>
                  <a:lnTo>
                    <a:pt x="722491" y="722585"/>
                  </a:lnTo>
                  <a:lnTo>
                    <a:pt x="722491" y="0"/>
                  </a:lnTo>
                  <a:close/>
                </a:path>
              </a:pathLst>
            </a:custGeom>
            <a:solidFill>
              <a:srgbClr val="E4F6FF"/>
            </a:solidFill>
          </p:spPr>
          <p:txBody>
            <a:bodyPr wrap="square" lIns="0" tIns="0" rIns="0" bIns="0" rtlCol="0"/>
            <a:lstStyle/>
            <a:p>
              <a:endParaRPr sz="2184"/>
            </a:p>
          </p:txBody>
        </p:sp>
        <p:sp>
          <p:nvSpPr>
            <p:cNvPr id="67" name="object 67"/>
            <p:cNvSpPr/>
            <p:nvPr/>
          </p:nvSpPr>
          <p:spPr>
            <a:xfrm>
              <a:off x="10606110" y="5902120"/>
              <a:ext cx="438146" cy="438146"/>
            </a:xfrm>
            <a:custGeom>
              <a:avLst/>
              <a:gdLst/>
              <a:ahLst/>
              <a:cxnLst/>
              <a:rect l="l" t="t" r="r" b="b"/>
              <a:pathLst>
                <a:path w="722630" h="722629">
                  <a:moveTo>
                    <a:pt x="0" y="722585"/>
                  </a:moveTo>
                  <a:lnTo>
                    <a:pt x="722491" y="722585"/>
                  </a:lnTo>
                  <a:lnTo>
                    <a:pt x="722491" y="0"/>
                  </a:lnTo>
                  <a:lnTo>
                    <a:pt x="0" y="0"/>
                  </a:lnTo>
                  <a:lnTo>
                    <a:pt x="0" y="722585"/>
                  </a:lnTo>
                  <a:close/>
                </a:path>
              </a:pathLst>
            </a:custGeom>
            <a:ln w="15706">
              <a:solidFill>
                <a:srgbClr val="0E61FD"/>
              </a:solidFill>
            </a:ln>
          </p:spPr>
          <p:txBody>
            <a:bodyPr wrap="square" lIns="0" tIns="0" rIns="0" bIns="0" rtlCol="0"/>
            <a:lstStyle/>
            <a:p>
              <a:endParaRPr sz="2184"/>
            </a:p>
          </p:txBody>
        </p:sp>
        <p:sp>
          <p:nvSpPr>
            <p:cNvPr id="68" name="object 68"/>
            <p:cNvSpPr/>
            <p:nvPr/>
          </p:nvSpPr>
          <p:spPr>
            <a:xfrm>
              <a:off x="10666942" y="5962759"/>
              <a:ext cx="316482" cy="316867"/>
            </a:xfrm>
            <a:custGeom>
              <a:avLst/>
              <a:gdLst/>
              <a:ahLst/>
              <a:cxnLst/>
              <a:rect l="l" t="t" r="r" b="b"/>
              <a:pathLst>
                <a:path w="521969" h="522604">
                  <a:moveTo>
                    <a:pt x="277758" y="0"/>
                  </a:moveTo>
                  <a:lnTo>
                    <a:pt x="234835" y="5925"/>
                  </a:lnTo>
                  <a:lnTo>
                    <a:pt x="195893" y="22880"/>
                  </a:lnTo>
                  <a:lnTo>
                    <a:pt x="162846" y="49630"/>
                  </a:lnTo>
                  <a:lnTo>
                    <a:pt x="137602" y="84941"/>
                  </a:lnTo>
                  <a:lnTo>
                    <a:pt x="116369" y="84941"/>
                  </a:lnTo>
                  <a:lnTo>
                    <a:pt x="71131" y="94113"/>
                  </a:lnTo>
                  <a:lnTo>
                    <a:pt x="34135" y="119132"/>
                  </a:lnTo>
                  <a:lnTo>
                    <a:pt x="9164" y="156255"/>
                  </a:lnTo>
                  <a:lnTo>
                    <a:pt x="128" y="201103"/>
                  </a:lnTo>
                  <a:lnTo>
                    <a:pt x="59" y="202034"/>
                  </a:lnTo>
                  <a:lnTo>
                    <a:pt x="9164" y="246979"/>
                  </a:lnTo>
                  <a:lnTo>
                    <a:pt x="34135" y="283977"/>
                  </a:lnTo>
                  <a:lnTo>
                    <a:pt x="71131" y="308949"/>
                  </a:lnTo>
                  <a:lnTo>
                    <a:pt x="116369" y="318114"/>
                  </a:lnTo>
                  <a:lnTo>
                    <a:pt x="226791" y="318114"/>
                  </a:lnTo>
                  <a:lnTo>
                    <a:pt x="237622" y="320284"/>
                  </a:lnTo>
                  <a:lnTo>
                    <a:pt x="246541" y="326236"/>
                  </a:lnTo>
                  <a:lnTo>
                    <a:pt x="252592" y="335135"/>
                  </a:lnTo>
                  <a:lnTo>
                    <a:pt x="254821" y="346145"/>
                  </a:lnTo>
                  <a:lnTo>
                    <a:pt x="254821" y="425145"/>
                  </a:lnTo>
                  <a:lnTo>
                    <a:pt x="238154" y="430439"/>
                  </a:lnTo>
                  <a:lnTo>
                    <a:pt x="224671" y="441069"/>
                  </a:lnTo>
                  <a:lnTo>
                    <a:pt x="215646" y="455841"/>
                  </a:lnTo>
                  <a:lnTo>
                    <a:pt x="212355" y="473561"/>
                  </a:lnTo>
                  <a:lnTo>
                    <a:pt x="216157" y="492415"/>
                  </a:lnTo>
                  <a:lnTo>
                    <a:pt x="226528" y="507804"/>
                  </a:lnTo>
                  <a:lnTo>
                    <a:pt x="241916" y="518177"/>
                  </a:lnTo>
                  <a:lnTo>
                    <a:pt x="260769" y="521980"/>
                  </a:lnTo>
                  <a:lnTo>
                    <a:pt x="279867" y="518177"/>
                  </a:lnTo>
                  <a:lnTo>
                    <a:pt x="292603" y="509662"/>
                  </a:lnTo>
                  <a:lnTo>
                    <a:pt x="260769" y="509662"/>
                  </a:lnTo>
                  <a:lnTo>
                    <a:pt x="246708" y="506829"/>
                  </a:lnTo>
                  <a:lnTo>
                    <a:pt x="235234" y="499097"/>
                  </a:lnTo>
                  <a:lnTo>
                    <a:pt x="227503" y="487623"/>
                  </a:lnTo>
                  <a:lnTo>
                    <a:pt x="224669" y="473561"/>
                  </a:lnTo>
                  <a:lnTo>
                    <a:pt x="227445" y="459548"/>
                  </a:lnTo>
                  <a:lnTo>
                    <a:pt x="227503" y="459253"/>
                  </a:lnTo>
                  <a:lnTo>
                    <a:pt x="235234" y="447653"/>
                  </a:lnTo>
                  <a:lnTo>
                    <a:pt x="246708" y="439875"/>
                  </a:lnTo>
                  <a:lnTo>
                    <a:pt x="260769" y="437035"/>
                  </a:lnTo>
                  <a:lnTo>
                    <a:pt x="292175" y="437035"/>
                  </a:lnTo>
                  <a:lnTo>
                    <a:pt x="283809" y="430439"/>
                  </a:lnTo>
                  <a:lnTo>
                    <a:pt x="267141" y="425145"/>
                  </a:lnTo>
                  <a:lnTo>
                    <a:pt x="267036" y="405567"/>
                  </a:lnTo>
                  <a:lnTo>
                    <a:pt x="266957" y="390886"/>
                  </a:lnTo>
                  <a:lnTo>
                    <a:pt x="266836" y="368228"/>
                  </a:lnTo>
                  <a:lnTo>
                    <a:pt x="255037" y="317532"/>
                  </a:lnTo>
                  <a:lnTo>
                    <a:pt x="226791" y="305799"/>
                  </a:lnTo>
                  <a:lnTo>
                    <a:pt x="116369" y="305799"/>
                  </a:lnTo>
                  <a:lnTo>
                    <a:pt x="75923" y="297603"/>
                  </a:lnTo>
                  <a:lnTo>
                    <a:pt x="42842" y="275270"/>
                  </a:lnTo>
                  <a:lnTo>
                    <a:pt x="20511" y="242188"/>
                  </a:lnTo>
                  <a:lnTo>
                    <a:pt x="12375" y="202034"/>
                  </a:lnTo>
                  <a:lnTo>
                    <a:pt x="12316" y="201740"/>
                  </a:lnTo>
                  <a:lnTo>
                    <a:pt x="20511" y="161047"/>
                  </a:lnTo>
                  <a:lnTo>
                    <a:pt x="42842" y="127838"/>
                  </a:lnTo>
                  <a:lnTo>
                    <a:pt x="75923" y="105459"/>
                  </a:lnTo>
                  <a:lnTo>
                    <a:pt x="116369" y="97256"/>
                  </a:lnTo>
                  <a:lnTo>
                    <a:pt x="143550" y="97256"/>
                  </a:lnTo>
                  <a:lnTo>
                    <a:pt x="145672" y="95983"/>
                  </a:lnTo>
                  <a:lnTo>
                    <a:pt x="170133" y="59798"/>
                  </a:lnTo>
                  <a:lnTo>
                    <a:pt x="200886" y="34136"/>
                  </a:lnTo>
                  <a:lnTo>
                    <a:pt x="237371" y="17949"/>
                  </a:lnTo>
                  <a:lnTo>
                    <a:pt x="277758" y="12314"/>
                  </a:lnTo>
                  <a:lnTo>
                    <a:pt x="336020" y="12314"/>
                  </a:lnTo>
                  <a:lnTo>
                    <a:pt x="326938" y="7746"/>
                  </a:lnTo>
                  <a:lnTo>
                    <a:pt x="277758" y="0"/>
                  </a:lnTo>
                  <a:close/>
                </a:path>
                <a:path w="521969" h="522604">
                  <a:moveTo>
                    <a:pt x="292175" y="437035"/>
                  </a:moveTo>
                  <a:lnTo>
                    <a:pt x="260769" y="437035"/>
                  </a:lnTo>
                  <a:lnTo>
                    <a:pt x="275076" y="439875"/>
                  </a:lnTo>
                  <a:lnTo>
                    <a:pt x="286676" y="447653"/>
                  </a:lnTo>
                  <a:lnTo>
                    <a:pt x="294453" y="459253"/>
                  </a:lnTo>
                  <a:lnTo>
                    <a:pt x="297294" y="473561"/>
                  </a:lnTo>
                  <a:lnTo>
                    <a:pt x="294453" y="487623"/>
                  </a:lnTo>
                  <a:lnTo>
                    <a:pt x="286676" y="499097"/>
                  </a:lnTo>
                  <a:lnTo>
                    <a:pt x="275076" y="506829"/>
                  </a:lnTo>
                  <a:lnTo>
                    <a:pt x="260769" y="509662"/>
                  </a:lnTo>
                  <a:lnTo>
                    <a:pt x="292603" y="509662"/>
                  </a:lnTo>
                  <a:lnTo>
                    <a:pt x="295382" y="507804"/>
                  </a:lnTo>
                  <a:lnTo>
                    <a:pt x="305799" y="492415"/>
                  </a:lnTo>
                  <a:lnTo>
                    <a:pt x="309608" y="473561"/>
                  </a:lnTo>
                  <a:lnTo>
                    <a:pt x="306317" y="455841"/>
                  </a:lnTo>
                  <a:lnTo>
                    <a:pt x="297292" y="441069"/>
                  </a:lnTo>
                  <a:lnTo>
                    <a:pt x="292175" y="437035"/>
                  </a:lnTo>
                  <a:close/>
                </a:path>
                <a:path w="521969" h="522604">
                  <a:moveTo>
                    <a:pt x="328725" y="186873"/>
                  </a:moveTo>
                  <a:lnTo>
                    <a:pt x="284108" y="216619"/>
                  </a:lnTo>
                  <a:lnTo>
                    <a:pt x="280305" y="235719"/>
                  </a:lnTo>
                  <a:lnTo>
                    <a:pt x="283596" y="253193"/>
                  </a:lnTo>
                  <a:lnTo>
                    <a:pt x="292621" y="267839"/>
                  </a:lnTo>
                  <a:lnTo>
                    <a:pt x="306106" y="278423"/>
                  </a:lnTo>
                  <a:lnTo>
                    <a:pt x="322777" y="283711"/>
                  </a:lnTo>
                  <a:lnTo>
                    <a:pt x="322777" y="380124"/>
                  </a:lnTo>
                  <a:lnTo>
                    <a:pt x="325909" y="395678"/>
                  </a:lnTo>
                  <a:lnTo>
                    <a:pt x="334456" y="408366"/>
                  </a:lnTo>
                  <a:lnTo>
                    <a:pt x="347144" y="416913"/>
                  </a:lnTo>
                  <a:lnTo>
                    <a:pt x="362697" y="420045"/>
                  </a:lnTo>
                  <a:lnTo>
                    <a:pt x="424705" y="420045"/>
                  </a:lnTo>
                  <a:lnTo>
                    <a:pt x="424705" y="467188"/>
                  </a:lnTo>
                  <a:lnTo>
                    <a:pt x="425979" y="468892"/>
                  </a:lnTo>
                  <a:lnTo>
                    <a:pt x="427682" y="470165"/>
                  </a:lnTo>
                  <a:lnTo>
                    <a:pt x="428955" y="470589"/>
                  </a:lnTo>
                  <a:lnTo>
                    <a:pt x="429804" y="471014"/>
                  </a:lnTo>
                  <a:lnTo>
                    <a:pt x="431926" y="471014"/>
                  </a:lnTo>
                  <a:lnTo>
                    <a:pt x="433200" y="470589"/>
                  </a:lnTo>
                  <a:lnTo>
                    <a:pt x="434049" y="470165"/>
                  </a:lnTo>
                  <a:lnTo>
                    <a:pt x="460949" y="454024"/>
                  </a:lnTo>
                  <a:lnTo>
                    <a:pt x="437025" y="454024"/>
                  </a:lnTo>
                  <a:lnTo>
                    <a:pt x="437025" y="407731"/>
                  </a:lnTo>
                  <a:lnTo>
                    <a:pt x="362697" y="407731"/>
                  </a:lnTo>
                  <a:lnTo>
                    <a:pt x="351935" y="405567"/>
                  </a:lnTo>
                  <a:lnTo>
                    <a:pt x="343162" y="399660"/>
                  </a:lnTo>
                  <a:lnTo>
                    <a:pt x="337255" y="390886"/>
                  </a:lnTo>
                  <a:lnTo>
                    <a:pt x="335092" y="380124"/>
                  </a:lnTo>
                  <a:lnTo>
                    <a:pt x="335092" y="283711"/>
                  </a:lnTo>
                  <a:lnTo>
                    <a:pt x="351763" y="278423"/>
                  </a:lnTo>
                  <a:lnTo>
                    <a:pt x="360175" y="271820"/>
                  </a:lnTo>
                  <a:lnTo>
                    <a:pt x="328725" y="271820"/>
                  </a:lnTo>
                  <a:lnTo>
                    <a:pt x="314661" y="268986"/>
                  </a:lnTo>
                  <a:lnTo>
                    <a:pt x="303188" y="261255"/>
                  </a:lnTo>
                  <a:lnTo>
                    <a:pt x="295458" y="249781"/>
                  </a:lnTo>
                  <a:lnTo>
                    <a:pt x="292625" y="235719"/>
                  </a:lnTo>
                  <a:lnTo>
                    <a:pt x="295458" y="221412"/>
                  </a:lnTo>
                  <a:lnTo>
                    <a:pt x="303188" y="209812"/>
                  </a:lnTo>
                  <a:lnTo>
                    <a:pt x="314661" y="202034"/>
                  </a:lnTo>
                  <a:lnTo>
                    <a:pt x="328725" y="199193"/>
                  </a:lnTo>
                  <a:lnTo>
                    <a:pt x="360495" y="199193"/>
                  </a:lnTo>
                  <a:lnTo>
                    <a:pt x="347823" y="190682"/>
                  </a:lnTo>
                  <a:lnTo>
                    <a:pt x="328725" y="186873"/>
                  </a:lnTo>
                  <a:close/>
                </a:path>
                <a:path w="521969" h="522604">
                  <a:moveTo>
                    <a:pt x="94287" y="365257"/>
                  </a:moveTo>
                  <a:lnTo>
                    <a:pt x="2972" y="365257"/>
                  </a:lnTo>
                  <a:lnTo>
                    <a:pt x="0" y="368228"/>
                  </a:lnTo>
                  <a:lnTo>
                    <a:pt x="0" y="459548"/>
                  </a:lnTo>
                  <a:lnTo>
                    <a:pt x="2972" y="462519"/>
                  </a:lnTo>
                  <a:lnTo>
                    <a:pt x="94287" y="462519"/>
                  </a:lnTo>
                  <a:lnTo>
                    <a:pt x="97258" y="459548"/>
                  </a:lnTo>
                  <a:lnTo>
                    <a:pt x="97258" y="450204"/>
                  </a:lnTo>
                  <a:lnTo>
                    <a:pt x="12316" y="450204"/>
                  </a:lnTo>
                  <a:lnTo>
                    <a:pt x="12316" y="377577"/>
                  </a:lnTo>
                  <a:lnTo>
                    <a:pt x="97258" y="377577"/>
                  </a:lnTo>
                  <a:lnTo>
                    <a:pt x="97258" y="368228"/>
                  </a:lnTo>
                  <a:lnTo>
                    <a:pt x="94287" y="365257"/>
                  </a:lnTo>
                  <a:close/>
                </a:path>
                <a:path w="521969" h="522604">
                  <a:moveTo>
                    <a:pt x="460949" y="373752"/>
                  </a:moveTo>
                  <a:lnTo>
                    <a:pt x="437025" y="373752"/>
                  </a:lnTo>
                  <a:lnTo>
                    <a:pt x="503702" y="414103"/>
                  </a:lnTo>
                  <a:lnTo>
                    <a:pt x="437025" y="454024"/>
                  </a:lnTo>
                  <a:lnTo>
                    <a:pt x="460949" y="454024"/>
                  </a:lnTo>
                  <a:lnTo>
                    <a:pt x="518993" y="419196"/>
                  </a:lnTo>
                  <a:lnTo>
                    <a:pt x="520691" y="417923"/>
                  </a:lnTo>
                  <a:lnTo>
                    <a:pt x="521964" y="416225"/>
                  </a:lnTo>
                  <a:lnTo>
                    <a:pt x="521964" y="411975"/>
                  </a:lnTo>
                  <a:lnTo>
                    <a:pt x="520691" y="409853"/>
                  </a:lnTo>
                  <a:lnTo>
                    <a:pt x="518993" y="408579"/>
                  </a:lnTo>
                  <a:lnTo>
                    <a:pt x="460949" y="373752"/>
                  </a:lnTo>
                  <a:close/>
                </a:path>
                <a:path w="521969" h="522604">
                  <a:moveTo>
                    <a:pt x="97258" y="377577"/>
                  </a:moveTo>
                  <a:lnTo>
                    <a:pt x="84943" y="377577"/>
                  </a:lnTo>
                  <a:lnTo>
                    <a:pt x="84943" y="450204"/>
                  </a:lnTo>
                  <a:lnTo>
                    <a:pt x="97258" y="450204"/>
                  </a:lnTo>
                  <a:lnTo>
                    <a:pt x="97258" y="420045"/>
                  </a:lnTo>
                  <a:lnTo>
                    <a:pt x="158841" y="420045"/>
                  </a:lnTo>
                  <a:lnTo>
                    <a:pt x="174640" y="416913"/>
                  </a:lnTo>
                  <a:lnTo>
                    <a:pt x="187453" y="408366"/>
                  </a:lnTo>
                  <a:lnTo>
                    <a:pt x="187884" y="407731"/>
                  </a:lnTo>
                  <a:lnTo>
                    <a:pt x="97258" y="407731"/>
                  </a:lnTo>
                  <a:lnTo>
                    <a:pt x="97258" y="377577"/>
                  </a:lnTo>
                  <a:close/>
                </a:path>
                <a:path w="521969" h="522604">
                  <a:moveTo>
                    <a:pt x="199186" y="346145"/>
                  </a:moveTo>
                  <a:lnTo>
                    <a:pt x="186871" y="346145"/>
                  </a:lnTo>
                  <a:lnTo>
                    <a:pt x="186871" y="380124"/>
                  </a:lnTo>
                  <a:lnTo>
                    <a:pt x="184701" y="390886"/>
                  </a:lnTo>
                  <a:lnTo>
                    <a:pt x="178747" y="399660"/>
                  </a:lnTo>
                  <a:lnTo>
                    <a:pt x="169848" y="405567"/>
                  </a:lnTo>
                  <a:lnTo>
                    <a:pt x="158841" y="407731"/>
                  </a:lnTo>
                  <a:lnTo>
                    <a:pt x="187884" y="407731"/>
                  </a:lnTo>
                  <a:lnTo>
                    <a:pt x="196047" y="395678"/>
                  </a:lnTo>
                  <a:lnTo>
                    <a:pt x="199186" y="380124"/>
                  </a:lnTo>
                  <a:lnTo>
                    <a:pt x="199186" y="346145"/>
                  </a:lnTo>
                  <a:close/>
                </a:path>
                <a:path w="521969" h="522604">
                  <a:moveTo>
                    <a:pt x="429804" y="356338"/>
                  </a:moveTo>
                  <a:lnTo>
                    <a:pt x="427682" y="357611"/>
                  </a:lnTo>
                  <a:lnTo>
                    <a:pt x="425979" y="358884"/>
                  </a:lnTo>
                  <a:lnTo>
                    <a:pt x="424705" y="360588"/>
                  </a:lnTo>
                  <a:lnTo>
                    <a:pt x="424705" y="407731"/>
                  </a:lnTo>
                  <a:lnTo>
                    <a:pt x="437025" y="407731"/>
                  </a:lnTo>
                  <a:lnTo>
                    <a:pt x="437025" y="373752"/>
                  </a:lnTo>
                  <a:lnTo>
                    <a:pt x="460949" y="373752"/>
                  </a:lnTo>
                  <a:lnTo>
                    <a:pt x="434049" y="357611"/>
                  </a:lnTo>
                  <a:lnTo>
                    <a:pt x="431926" y="356762"/>
                  </a:lnTo>
                  <a:lnTo>
                    <a:pt x="429804" y="356338"/>
                  </a:lnTo>
                  <a:close/>
                </a:path>
                <a:path w="521969" h="522604">
                  <a:moveTo>
                    <a:pt x="336020" y="12314"/>
                  </a:moveTo>
                  <a:lnTo>
                    <a:pt x="277758" y="12314"/>
                  </a:lnTo>
                  <a:lnTo>
                    <a:pt x="324190" y="19806"/>
                  </a:lnTo>
                  <a:lnTo>
                    <a:pt x="364527" y="40651"/>
                  </a:lnTo>
                  <a:lnTo>
                    <a:pt x="396342" y="72403"/>
                  </a:lnTo>
                  <a:lnTo>
                    <a:pt x="417210" y="112615"/>
                  </a:lnTo>
                  <a:lnTo>
                    <a:pt x="424705" y="158842"/>
                  </a:lnTo>
                  <a:lnTo>
                    <a:pt x="424705" y="162243"/>
                  </a:lnTo>
                  <a:lnTo>
                    <a:pt x="427682" y="165214"/>
                  </a:lnTo>
                  <a:lnTo>
                    <a:pt x="439148" y="165214"/>
                  </a:lnTo>
                  <a:lnTo>
                    <a:pt x="466647" y="170729"/>
                  </a:lnTo>
                  <a:lnTo>
                    <a:pt x="489051" y="185759"/>
                  </a:lnTo>
                  <a:lnTo>
                    <a:pt x="504128" y="208037"/>
                  </a:lnTo>
                  <a:lnTo>
                    <a:pt x="509650" y="235294"/>
                  </a:lnTo>
                  <a:lnTo>
                    <a:pt x="504128" y="262795"/>
                  </a:lnTo>
                  <a:lnTo>
                    <a:pt x="489051" y="285199"/>
                  </a:lnTo>
                  <a:lnTo>
                    <a:pt x="466647" y="300277"/>
                  </a:lnTo>
                  <a:lnTo>
                    <a:pt x="439148" y="305799"/>
                  </a:lnTo>
                  <a:lnTo>
                    <a:pt x="396675" y="306224"/>
                  </a:lnTo>
                  <a:lnTo>
                    <a:pt x="397079" y="317532"/>
                  </a:lnTo>
                  <a:lnTo>
                    <a:pt x="397100" y="318114"/>
                  </a:lnTo>
                  <a:lnTo>
                    <a:pt x="439148" y="318114"/>
                  </a:lnTo>
                  <a:lnTo>
                    <a:pt x="497757" y="293958"/>
                  </a:lnTo>
                  <a:lnTo>
                    <a:pt x="521964" y="235719"/>
                  </a:lnTo>
                  <a:lnTo>
                    <a:pt x="515475" y="203427"/>
                  </a:lnTo>
                  <a:lnTo>
                    <a:pt x="497757" y="177108"/>
                  </a:lnTo>
                  <a:lnTo>
                    <a:pt x="471438" y="159390"/>
                  </a:lnTo>
                  <a:lnTo>
                    <a:pt x="439148" y="152899"/>
                  </a:lnTo>
                  <a:lnTo>
                    <a:pt x="437025" y="152899"/>
                  </a:lnTo>
                  <a:lnTo>
                    <a:pt x="427391" y="104378"/>
                  </a:lnTo>
                  <a:lnTo>
                    <a:pt x="404201" y="62381"/>
                  </a:lnTo>
                  <a:lnTo>
                    <a:pt x="369901" y="29355"/>
                  </a:lnTo>
                  <a:lnTo>
                    <a:pt x="336020" y="12314"/>
                  </a:lnTo>
                  <a:close/>
                </a:path>
                <a:path w="521969" h="522604">
                  <a:moveTo>
                    <a:pt x="360495" y="199193"/>
                  </a:moveTo>
                  <a:lnTo>
                    <a:pt x="328725" y="199193"/>
                  </a:lnTo>
                  <a:lnTo>
                    <a:pt x="343032" y="202034"/>
                  </a:lnTo>
                  <a:lnTo>
                    <a:pt x="354631" y="209812"/>
                  </a:lnTo>
                  <a:lnTo>
                    <a:pt x="362409" y="221412"/>
                  </a:lnTo>
                  <a:lnTo>
                    <a:pt x="365165" y="235294"/>
                  </a:lnTo>
                  <a:lnTo>
                    <a:pt x="365250" y="235719"/>
                  </a:lnTo>
                  <a:lnTo>
                    <a:pt x="362409" y="249781"/>
                  </a:lnTo>
                  <a:lnTo>
                    <a:pt x="354631" y="261255"/>
                  </a:lnTo>
                  <a:lnTo>
                    <a:pt x="343032" y="268986"/>
                  </a:lnTo>
                  <a:lnTo>
                    <a:pt x="328725" y="271820"/>
                  </a:lnTo>
                  <a:lnTo>
                    <a:pt x="360175" y="271820"/>
                  </a:lnTo>
                  <a:lnTo>
                    <a:pt x="365247" y="267839"/>
                  </a:lnTo>
                  <a:lnTo>
                    <a:pt x="374273" y="253193"/>
                  </a:lnTo>
                  <a:lnTo>
                    <a:pt x="377564" y="235719"/>
                  </a:lnTo>
                  <a:lnTo>
                    <a:pt x="373755" y="216619"/>
                  </a:lnTo>
                  <a:lnTo>
                    <a:pt x="363337" y="201103"/>
                  </a:lnTo>
                  <a:lnTo>
                    <a:pt x="360495" y="199193"/>
                  </a:lnTo>
                  <a:close/>
                </a:path>
              </a:pathLst>
            </a:custGeom>
            <a:solidFill>
              <a:srgbClr val="0E61FD"/>
            </a:solidFill>
          </p:spPr>
          <p:txBody>
            <a:bodyPr wrap="square" lIns="0" tIns="0" rIns="0" bIns="0" rtlCol="0"/>
            <a:lstStyle/>
            <a:p>
              <a:endParaRPr sz="2184" dirty="0"/>
            </a:p>
          </p:txBody>
        </p:sp>
      </p:grpSp>
      <p:grpSp>
        <p:nvGrpSpPr>
          <p:cNvPr id="132" name="Group 131">
            <a:extLst>
              <a:ext uri="{FF2B5EF4-FFF2-40B4-BE49-F238E27FC236}">
                <a16:creationId xmlns:a16="http://schemas.microsoft.com/office/drawing/2014/main" id="{650A624D-D8F1-975F-2C23-ADB8D8013D5D}"/>
              </a:ext>
            </a:extLst>
          </p:cNvPr>
          <p:cNvGrpSpPr/>
          <p:nvPr/>
        </p:nvGrpSpPr>
        <p:grpSpPr>
          <a:xfrm>
            <a:off x="14076311" y="11042577"/>
            <a:ext cx="1038768" cy="1062430"/>
            <a:chOff x="9949383" y="5920747"/>
            <a:chExt cx="519384" cy="531215"/>
          </a:xfrm>
        </p:grpSpPr>
        <p:sp>
          <p:nvSpPr>
            <p:cNvPr id="69" name="object 69"/>
            <p:cNvSpPr/>
            <p:nvPr/>
          </p:nvSpPr>
          <p:spPr>
            <a:xfrm>
              <a:off x="9949383" y="5920747"/>
              <a:ext cx="519384" cy="524005"/>
            </a:xfrm>
            <a:custGeom>
              <a:avLst/>
              <a:gdLst/>
              <a:ahLst/>
              <a:cxnLst/>
              <a:rect l="l" t="t" r="r" b="b"/>
              <a:pathLst>
                <a:path w="856615" h="864234">
                  <a:moveTo>
                    <a:pt x="713276" y="0"/>
                  </a:moveTo>
                  <a:lnTo>
                    <a:pt x="142718" y="0"/>
                  </a:lnTo>
                  <a:lnTo>
                    <a:pt x="97598" y="7273"/>
                  </a:lnTo>
                  <a:lnTo>
                    <a:pt x="58420" y="27529"/>
                  </a:lnTo>
                  <a:lnTo>
                    <a:pt x="27529" y="58420"/>
                  </a:lnTo>
                  <a:lnTo>
                    <a:pt x="7273" y="97598"/>
                  </a:lnTo>
                  <a:lnTo>
                    <a:pt x="0" y="142718"/>
                  </a:lnTo>
                  <a:lnTo>
                    <a:pt x="0" y="721339"/>
                  </a:lnTo>
                  <a:lnTo>
                    <a:pt x="7273" y="766407"/>
                  </a:lnTo>
                  <a:lnTo>
                    <a:pt x="27529" y="805555"/>
                  </a:lnTo>
                  <a:lnTo>
                    <a:pt x="58420" y="836430"/>
                  </a:lnTo>
                  <a:lnTo>
                    <a:pt x="97598" y="856680"/>
                  </a:lnTo>
                  <a:lnTo>
                    <a:pt x="142718" y="863952"/>
                  </a:lnTo>
                  <a:lnTo>
                    <a:pt x="713276" y="863952"/>
                  </a:lnTo>
                  <a:lnTo>
                    <a:pt x="758396" y="856680"/>
                  </a:lnTo>
                  <a:lnTo>
                    <a:pt x="797574" y="836430"/>
                  </a:lnTo>
                  <a:lnTo>
                    <a:pt x="828465" y="805555"/>
                  </a:lnTo>
                  <a:lnTo>
                    <a:pt x="848721" y="766407"/>
                  </a:lnTo>
                  <a:lnTo>
                    <a:pt x="855994" y="721339"/>
                  </a:lnTo>
                  <a:lnTo>
                    <a:pt x="855994" y="142718"/>
                  </a:lnTo>
                  <a:lnTo>
                    <a:pt x="848721" y="97598"/>
                  </a:lnTo>
                  <a:lnTo>
                    <a:pt x="828465" y="58420"/>
                  </a:lnTo>
                  <a:lnTo>
                    <a:pt x="797574" y="27529"/>
                  </a:lnTo>
                  <a:lnTo>
                    <a:pt x="758396" y="7273"/>
                  </a:lnTo>
                  <a:lnTo>
                    <a:pt x="713276" y="0"/>
                  </a:lnTo>
                  <a:close/>
                </a:path>
              </a:pathLst>
            </a:custGeom>
            <a:solidFill>
              <a:srgbClr val="E4F6FF"/>
            </a:solidFill>
          </p:spPr>
          <p:txBody>
            <a:bodyPr wrap="square" lIns="0" tIns="0" rIns="0" bIns="0" rtlCol="0"/>
            <a:lstStyle/>
            <a:p>
              <a:endParaRPr sz="2184"/>
            </a:p>
          </p:txBody>
        </p:sp>
        <p:sp>
          <p:nvSpPr>
            <p:cNvPr id="70" name="object 70"/>
            <p:cNvSpPr/>
            <p:nvPr/>
          </p:nvSpPr>
          <p:spPr>
            <a:xfrm>
              <a:off x="9949383" y="5927957"/>
              <a:ext cx="519384" cy="524005"/>
            </a:xfrm>
            <a:custGeom>
              <a:avLst/>
              <a:gdLst/>
              <a:ahLst/>
              <a:cxnLst/>
              <a:rect l="l" t="t" r="r" b="b"/>
              <a:pathLst>
                <a:path w="856615" h="864234">
                  <a:moveTo>
                    <a:pt x="0" y="142718"/>
                  </a:moveTo>
                  <a:lnTo>
                    <a:pt x="7273" y="97598"/>
                  </a:lnTo>
                  <a:lnTo>
                    <a:pt x="27529" y="58420"/>
                  </a:lnTo>
                  <a:lnTo>
                    <a:pt x="58420" y="27529"/>
                  </a:lnTo>
                  <a:lnTo>
                    <a:pt x="97598" y="7273"/>
                  </a:lnTo>
                  <a:lnTo>
                    <a:pt x="142718" y="0"/>
                  </a:lnTo>
                  <a:lnTo>
                    <a:pt x="713276" y="0"/>
                  </a:lnTo>
                  <a:lnTo>
                    <a:pt x="758396" y="7273"/>
                  </a:lnTo>
                  <a:lnTo>
                    <a:pt x="797574" y="27529"/>
                  </a:lnTo>
                  <a:lnTo>
                    <a:pt x="828465" y="58420"/>
                  </a:lnTo>
                  <a:lnTo>
                    <a:pt x="848721" y="97598"/>
                  </a:lnTo>
                  <a:lnTo>
                    <a:pt x="855994" y="142718"/>
                  </a:lnTo>
                  <a:lnTo>
                    <a:pt x="855994" y="721339"/>
                  </a:lnTo>
                  <a:lnTo>
                    <a:pt x="848721" y="766407"/>
                  </a:lnTo>
                  <a:lnTo>
                    <a:pt x="828465" y="805555"/>
                  </a:lnTo>
                  <a:lnTo>
                    <a:pt x="797574" y="836430"/>
                  </a:lnTo>
                  <a:lnTo>
                    <a:pt x="758396" y="856680"/>
                  </a:lnTo>
                  <a:lnTo>
                    <a:pt x="713276" y="863952"/>
                  </a:lnTo>
                  <a:lnTo>
                    <a:pt x="142718" y="863952"/>
                  </a:lnTo>
                  <a:lnTo>
                    <a:pt x="97598" y="856680"/>
                  </a:lnTo>
                  <a:lnTo>
                    <a:pt x="58420" y="836430"/>
                  </a:lnTo>
                  <a:lnTo>
                    <a:pt x="27529" y="805555"/>
                  </a:lnTo>
                  <a:lnTo>
                    <a:pt x="7273" y="766407"/>
                  </a:lnTo>
                  <a:lnTo>
                    <a:pt x="0" y="721339"/>
                  </a:lnTo>
                  <a:lnTo>
                    <a:pt x="0" y="142718"/>
                  </a:lnTo>
                  <a:close/>
                </a:path>
              </a:pathLst>
            </a:custGeom>
            <a:ln w="15706">
              <a:solidFill>
                <a:srgbClr val="0E61FD"/>
              </a:solidFill>
            </a:ln>
          </p:spPr>
          <p:txBody>
            <a:bodyPr wrap="square" lIns="0" tIns="0" rIns="0" bIns="0" rtlCol="0"/>
            <a:lstStyle/>
            <a:p>
              <a:endParaRPr sz="2184"/>
            </a:p>
          </p:txBody>
        </p:sp>
        <p:grpSp>
          <p:nvGrpSpPr>
            <p:cNvPr id="131" name="Group 130">
              <a:extLst>
                <a:ext uri="{FF2B5EF4-FFF2-40B4-BE49-F238E27FC236}">
                  <a16:creationId xmlns:a16="http://schemas.microsoft.com/office/drawing/2014/main" id="{7CA79504-AEE2-BC6F-FA20-3B86C0907B0B}"/>
                </a:ext>
              </a:extLst>
            </p:cNvPr>
            <p:cNvGrpSpPr/>
            <p:nvPr/>
          </p:nvGrpSpPr>
          <p:grpSpPr>
            <a:xfrm>
              <a:off x="10071686" y="6071101"/>
              <a:ext cx="274778" cy="274690"/>
              <a:chOff x="6942162" y="5573312"/>
              <a:chExt cx="274778" cy="274690"/>
            </a:xfrm>
          </p:grpSpPr>
          <p:pic>
            <p:nvPicPr>
              <p:cNvPr id="71" name="object 71"/>
              <p:cNvPicPr/>
              <p:nvPr/>
            </p:nvPicPr>
            <p:blipFill>
              <a:blip r:embed="rId6" cstate="print"/>
              <a:stretch>
                <a:fillRect/>
              </a:stretch>
            </p:blipFill>
            <p:spPr>
              <a:xfrm>
                <a:off x="6942162" y="5720468"/>
                <a:ext cx="137346" cy="127534"/>
              </a:xfrm>
              <a:prstGeom prst="rect">
                <a:avLst/>
              </a:prstGeom>
            </p:spPr>
          </p:pic>
          <p:pic>
            <p:nvPicPr>
              <p:cNvPr id="72" name="object 72"/>
              <p:cNvPicPr/>
              <p:nvPr/>
            </p:nvPicPr>
            <p:blipFill>
              <a:blip r:embed="rId7" cstate="print"/>
              <a:stretch>
                <a:fillRect/>
              </a:stretch>
            </p:blipFill>
            <p:spPr>
              <a:xfrm>
                <a:off x="7108940" y="5710658"/>
                <a:ext cx="88293" cy="88291"/>
              </a:xfrm>
              <a:prstGeom prst="rect">
                <a:avLst/>
              </a:prstGeom>
            </p:spPr>
          </p:pic>
          <p:sp>
            <p:nvSpPr>
              <p:cNvPr id="73" name="object 73"/>
              <p:cNvSpPr/>
              <p:nvPr/>
            </p:nvSpPr>
            <p:spPr>
              <a:xfrm>
                <a:off x="7099126" y="5573312"/>
                <a:ext cx="117814" cy="98179"/>
              </a:xfrm>
              <a:custGeom>
                <a:avLst/>
                <a:gdLst/>
                <a:ahLst/>
                <a:cxnLst/>
                <a:rect l="l" t="t" r="r" b="b"/>
                <a:pathLst>
                  <a:path w="194309" h="161925">
                    <a:moveTo>
                      <a:pt x="97078" y="129438"/>
                    </a:moveTo>
                    <a:lnTo>
                      <a:pt x="0" y="129438"/>
                    </a:lnTo>
                    <a:lnTo>
                      <a:pt x="0" y="161810"/>
                    </a:lnTo>
                    <a:lnTo>
                      <a:pt x="97078" y="161810"/>
                    </a:lnTo>
                    <a:lnTo>
                      <a:pt x="97078" y="129438"/>
                    </a:lnTo>
                    <a:close/>
                  </a:path>
                  <a:path w="194309" h="161925">
                    <a:moveTo>
                      <a:pt x="194157" y="64719"/>
                    </a:moveTo>
                    <a:lnTo>
                      <a:pt x="0" y="64719"/>
                    </a:lnTo>
                    <a:lnTo>
                      <a:pt x="0" y="97078"/>
                    </a:lnTo>
                    <a:lnTo>
                      <a:pt x="194157" y="97078"/>
                    </a:lnTo>
                    <a:lnTo>
                      <a:pt x="194157" y="64719"/>
                    </a:lnTo>
                    <a:close/>
                  </a:path>
                  <a:path w="194309" h="161925">
                    <a:moveTo>
                      <a:pt x="194157" y="0"/>
                    </a:moveTo>
                    <a:lnTo>
                      <a:pt x="0" y="0"/>
                    </a:lnTo>
                    <a:lnTo>
                      <a:pt x="0" y="32359"/>
                    </a:lnTo>
                    <a:lnTo>
                      <a:pt x="194157" y="32359"/>
                    </a:lnTo>
                    <a:lnTo>
                      <a:pt x="194157" y="0"/>
                    </a:lnTo>
                    <a:close/>
                  </a:path>
                </a:pathLst>
              </a:custGeom>
              <a:solidFill>
                <a:srgbClr val="000000"/>
              </a:solidFill>
            </p:spPr>
            <p:txBody>
              <a:bodyPr wrap="square" lIns="0" tIns="0" rIns="0" bIns="0" rtlCol="0"/>
              <a:lstStyle/>
              <a:p>
                <a:endParaRPr sz="2184"/>
              </a:p>
            </p:txBody>
          </p:sp>
          <p:pic>
            <p:nvPicPr>
              <p:cNvPr id="74" name="object 74"/>
              <p:cNvPicPr/>
              <p:nvPr/>
            </p:nvPicPr>
            <p:blipFill>
              <a:blip r:embed="rId8" cstate="print"/>
              <a:stretch>
                <a:fillRect/>
              </a:stretch>
            </p:blipFill>
            <p:spPr>
              <a:xfrm>
                <a:off x="6961782" y="5592927"/>
                <a:ext cx="107916" cy="88297"/>
              </a:xfrm>
              <a:prstGeom prst="rect">
                <a:avLst/>
              </a:prstGeom>
            </p:spPr>
          </p:pic>
        </p:grpSp>
      </p:grpSp>
      <p:sp>
        <p:nvSpPr>
          <p:cNvPr id="75" name="object 75"/>
          <p:cNvSpPr/>
          <p:nvPr/>
        </p:nvSpPr>
        <p:spPr>
          <a:xfrm>
            <a:off x="9396854" y="7170435"/>
            <a:ext cx="2779506" cy="4429974"/>
          </a:xfrm>
          <a:custGeom>
            <a:avLst/>
            <a:gdLst/>
            <a:ahLst/>
            <a:cxnLst/>
            <a:rect l="l" t="t" r="r" b="b"/>
            <a:pathLst>
              <a:path w="3524250" h="3653154">
                <a:moveTo>
                  <a:pt x="3453402" y="3535285"/>
                </a:moveTo>
                <a:lnTo>
                  <a:pt x="3453402" y="3653082"/>
                </a:lnTo>
                <a:lnTo>
                  <a:pt x="3509995" y="3605963"/>
                </a:lnTo>
                <a:lnTo>
                  <a:pt x="3465130" y="3605963"/>
                </a:lnTo>
                <a:lnTo>
                  <a:pt x="3465130" y="3582404"/>
                </a:lnTo>
                <a:lnTo>
                  <a:pt x="3509895" y="3582404"/>
                </a:lnTo>
                <a:lnTo>
                  <a:pt x="3453402" y="3535285"/>
                </a:lnTo>
                <a:close/>
              </a:path>
              <a:path w="3524250" h="3653154">
                <a:moveTo>
                  <a:pt x="23559" y="0"/>
                </a:moveTo>
                <a:lnTo>
                  <a:pt x="0" y="0"/>
                </a:lnTo>
                <a:lnTo>
                  <a:pt x="0" y="3600728"/>
                </a:lnTo>
                <a:lnTo>
                  <a:pt x="5235" y="3605963"/>
                </a:lnTo>
                <a:lnTo>
                  <a:pt x="3453402" y="3605963"/>
                </a:lnTo>
                <a:lnTo>
                  <a:pt x="3453402" y="3594236"/>
                </a:lnTo>
                <a:lnTo>
                  <a:pt x="23559" y="3594236"/>
                </a:lnTo>
                <a:lnTo>
                  <a:pt x="11727" y="3582404"/>
                </a:lnTo>
                <a:lnTo>
                  <a:pt x="23559" y="3582404"/>
                </a:lnTo>
                <a:lnTo>
                  <a:pt x="23559" y="0"/>
                </a:lnTo>
                <a:close/>
              </a:path>
              <a:path w="3524250" h="3653154">
                <a:moveTo>
                  <a:pt x="3509895" y="3582404"/>
                </a:moveTo>
                <a:lnTo>
                  <a:pt x="3465130" y="3582404"/>
                </a:lnTo>
                <a:lnTo>
                  <a:pt x="3465130" y="3605963"/>
                </a:lnTo>
                <a:lnTo>
                  <a:pt x="3509995" y="3605963"/>
                </a:lnTo>
                <a:lnTo>
                  <a:pt x="3524081" y="3594236"/>
                </a:lnTo>
                <a:lnTo>
                  <a:pt x="3509895" y="3582404"/>
                </a:lnTo>
                <a:close/>
              </a:path>
              <a:path w="3524250" h="3653154">
                <a:moveTo>
                  <a:pt x="23559" y="3582404"/>
                </a:moveTo>
                <a:lnTo>
                  <a:pt x="11727" y="3582404"/>
                </a:lnTo>
                <a:lnTo>
                  <a:pt x="23559" y="3594236"/>
                </a:lnTo>
                <a:lnTo>
                  <a:pt x="23559" y="3582404"/>
                </a:lnTo>
                <a:close/>
              </a:path>
              <a:path w="3524250" h="3653154">
                <a:moveTo>
                  <a:pt x="3453402" y="3582404"/>
                </a:moveTo>
                <a:lnTo>
                  <a:pt x="23559" y="3582404"/>
                </a:lnTo>
                <a:lnTo>
                  <a:pt x="23559" y="3594236"/>
                </a:lnTo>
                <a:lnTo>
                  <a:pt x="3453402" y="3594236"/>
                </a:lnTo>
                <a:lnTo>
                  <a:pt x="3453402" y="3582404"/>
                </a:lnTo>
                <a:close/>
              </a:path>
            </a:pathLst>
          </a:custGeom>
          <a:solidFill>
            <a:srgbClr val="000000"/>
          </a:solidFill>
        </p:spPr>
        <p:txBody>
          <a:bodyPr wrap="square" lIns="0" tIns="0" rIns="0" bIns="0" rtlCol="0"/>
          <a:lstStyle/>
          <a:p>
            <a:endParaRPr sz="2184"/>
          </a:p>
        </p:txBody>
      </p:sp>
      <p:sp>
        <p:nvSpPr>
          <p:cNvPr id="77" name="object 77"/>
          <p:cNvSpPr txBox="1"/>
          <p:nvPr/>
        </p:nvSpPr>
        <p:spPr>
          <a:xfrm>
            <a:off x="8203146" y="2220886"/>
            <a:ext cx="2648786" cy="1000363"/>
          </a:xfrm>
          <a:prstGeom prst="rect">
            <a:avLst/>
          </a:prstGeom>
        </p:spPr>
        <p:txBody>
          <a:bodyPr vert="horz" wrap="square" lIns="0" tIns="8470" rIns="0" bIns="0" rtlCol="0">
            <a:spAutoFit/>
          </a:bodyPr>
          <a:lstStyle/>
          <a:p>
            <a:pPr marL="15398" marR="6160" indent="-458134" algn="ctr">
              <a:lnSpc>
                <a:spcPct val="103200"/>
              </a:lnSpc>
              <a:spcBef>
                <a:spcPts val="158"/>
              </a:spcBef>
            </a:pPr>
            <a:r>
              <a:rPr lang="en-US" sz="3200" dirty="0">
                <a:cs typeface="Arial"/>
              </a:rPr>
              <a:t>Agent</a:t>
            </a:r>
            <a:br>
              <a:rPr lang="en-US" sz="3200" dirty="0">
                <a:cs typeface="Arial"/>
              </a:rPr>
            </a:br>
            <a:r>
              <a:rPr lang="en-US" sz="3200" dirty="0">
                <a:cs typeface="Arial"/>
              </a:rPr>
              <a:t>orchestration</a:t>
            </a:r>
            <a:endParaRPr sz="3200" dirty="0">
              <a:cs typeface="Arial"/>
            </a:endParaRPr>
          </a:p>
        </p:txBody>
      </p:sp>
      <p:sp>
        <p:nvSpPr>
          <p:cNvPr id="78" name="object 78"/>
          <p:cNvSpPr txBox="1"/>
          <p:nvPr/>
        </p:nvSpPr>
        <p:spPr>
          <a:xfrm>
            <a:off x="3724294" y="2400686"/>
            <a:ext cx="2677058" cy="512660"/>
          </a:xfrm>
          <a:prstGeom prst="rect">
            <a:avLst/>
          </a:prstGeom>
        </p:spPr>
        <p:txBody>
          <a:bodyPr vert="horz" wrap="square" lIns="0" tIns="20022" rIns="0" bIns="0" rtlCol="0">
            <a:spAutoFit/>
          </a:bodyPr>
          <a:lstStyle/>
          <a:p>
            <a:pPr marL="15398">
              <a:spcBef>
                <a:spcPts val="158"/>
              </a:spcBef>
            </a:pPr>
            <a:r>
              <a:rPr sz="3200" dirty="0">
                <a:cs typeface="Arial"/>
              </a:rPr>
              <a:t>Client</a:t>
            </a:r>
            <a:r>
              <a:rPr sz="3200" spc="-104" dirty="0">
                <a:cs typeface="Arial"/>
              </a:rPr>
              <a:t> </a:t>
            </a:r>
            <a:r>
              <a:rPr sz="3200" spc="-24" dirty="0">
                <a:cs typeface="Arial"/>
              </a:rPr>
              <a:t>Layer</a:t>
            </a:r>
            <a:endParaRPr sz="3200" dirty="0">
              <a:cs typeface="Arial"/>
            </a:endParaRPr>
          </a:p>
        </p:txBody>
      </p:sp>
      <p:sp>
        <p:nvSpPr>
          <p:cNvPr id="79" name="object 79"/>
          <p:cNvSpPr txBox="1"/>
          <p:nvPr/>
        </p:nvSpPr>
        <p:spPr>
          <a:xfrm>
            <a:off x="13501752" y="12156441"/>
            <a:ext cx="2187886" cy="403926"/>
          </a:xfrm>
          <a:prstGeom prst="rect">
            <a:avLst/>
          </a:prstGeom>
        </p:spPr>
        <p:txBody>
          <a:bodyPr vert="horz" wrap="square" lIns="0" tIns="15400" rIns="0" bIns="0" rtlCol="0">
            <a:spAutoFit/>
          </a:bodyPr>
          <a:lstStyle/>
          <a:p>
            <a:pPr marL="15398" marR="6160" algn="ctr">
              <a:lnSpc>
                <a:spcPct val="112000"/>
              </a:lnSpc>
              <a:spcBef>
                <a:spcPts val="116"/>
              </a:spcBef>
            </a:pPr>
            <a:r>
              <a:rPr sz="2400" spc="-42" dirty="0">
                <a:cs typeface="Arial"/>
              </a:rPr>
              <a:t>wx Assistant 1</a:t>
            </a:r>
          </a:p>
        </p:txBody>
      </p:sp>
      <p:grpSp>
        <p:nvGrpSpPr>
          <p:cNvPr id="80" name="object 80"/>
          <p:cNvGrpSpPr/>
          <p:nvPr/>
        </p:nvGrpSpPr>
        <p:grpSpPr>
          <a:xfrm>
            <a:off x="16567869" y="3868787"/>
            <a:ext cx="1941244" cy="6591446"/>
            <a:chOff x="12985049" y="3110271"/>
            <a:chExt cx="1600835" cy="5435600"/>
          </a:xfrm>
        </p:grpSpPr>
        <p:sp>
          <p:nvSpPr>
            <p:cNvPr id="81" name="object 81"/>
            <p:cNvSpPr/>
            <p:nvPr/>
          </p:nvSpPr>
          <p:spPr>
            <a:xfrm>
              <a:off x="12985049" y="6747333"/>
              <a:ext cx="1600835" cy="118110"/>
            </a:xfrm>
            <a:custGeom>
              <a:avLst/>
              <a:gdLst/>
              <a:ahLst/>
              <a:cxnLst/>
              <a:rect l="l" t="t" r="r" b="b"/>
              <a:pathLst>
                <a:path w="1600834" h="118109">
                  <a:moveTo>
                    <a:pt x="1529482" y="0"/>
                  </a:moveTo>
                  <a:lnTo>
                    <a:pt x="1530529" y="117797"/>
                  </a:lnTo>
                  <a:lnTo>
                    <a:pt x="1586113" y="70675"/>
                  </a:lnTo>
                  <a:lnTo>
                    <a:pt x="1541943" y="70675"/>
                  </a:lnTo>
                  <a:lnTo>
                    <a:pt x="1541833" y="58322"/>
                  </a:lnTo>
                  <a:lnTo>
                    <a:pt x="1541734" y="47115"/>
                  </a:lnTo>
                  <a:lnTo>
                    <a:pt x="1587002" y="47115"/>
                  </a:lnTo>
                  <a:lnTo>
                    <a:pt x="1529482" y="0"/>
                  </a:lnTo>
                  <a:close/>
                </a:path>
                <a:path w="1600834" h="118109">
                  <a:moveTo>
                    <a:pt x="1529901" y="47115"/>
                  </a:moveTo>
                  <a:lnTo>
                    <a:pt x="0" y="60207"/>
                  </a:lnTo>
                  <a:lnTo>
                    <a:pt x="93" y="70675"/>
                  </a:lnTo>
                  <a:lnTo>
                    <a:pt x="209" y="83767"/>
                  </a:lnTo>
                  <a:lnTo>
                    <a:pt x="1530110" y="70675"/>
                  </a:lnTo>
                  <a:lnTo>
                    <a:pt x="1530000" y="58322"/>
                  </a:lnTo>
                  <a:lnTo>
                    <a:pt x="1529901" y="47115"/>
                  </a:lnTo>
                  <a:close/>
                </a:path>
                <a:path w="1600834" h="118109">
                  <a:moveTo>
                    <a:pt x="1587002" y="47115"/>
                  </a:moveTo>
                  <a:lnTo>
                    <a:pt x="1541734" y="47115"/>
                  </a:lnTo>
                  <a:lnTo>
                    <a:pt x="1541833" y="58322"/>
                  </a:lnTo>
                  <a:lnTo>
                    <a:pt x="1541943" y="70675"/>
                  </a:lnTo>
                  <a:lnTo>
                    <a:pt x="1586113" y="70675"/>
                  </a:lnTo>
                  <a:lnTo>
                    <a:pt x="1600684" y="58322"/>
                  </a:lnTo>
                  <a:lnTo>
                    <a:pt x="1587002" y="47115"/>
                  </a:lnTo>
                  <a:close/>
                </a:path>
              </a:pathLst>
            </a:custGeom>
            <a:solidFill>
              <a:srgbClr val="000000"/>
            </a:solidFill>
          </p:spPr>
          <p:txBody>
            <a:bodyPr wrap="square" lIns="0" tIns="0" rIns="0" bIns="0" rtlCol="0"/>
            <a:lstStyle/>
            <a:p>
              <a:endParaRPr sz="2184"/>
            </a:p>
          </p:txBody>
        </p:sp>
        <p:sp>
          <p:nvSpPr>
            <p:cNvPr id="83" name="object 83"/>
            <p:cNvSpPr/>
            <p:nvPr/>
          </p:nvSpPr>
          <p:spPr>
            <a:xfrm>
              <a:off x="13436763" y="3110271"/>
              <a:ext cx="864235" cy="5435600"/>
            </a:xfrm>
            <a:custGeom>
              <a:avLst/>
              <a:gdLst/>
              <a:ahLst/>
              <a:cxnLst/>
              <a:rect l="l" t="t" r="r" b="b"/>
              <a:pathLst>
                <a:path w="864234" h="5435600">
                  <a:moveTo>
                    <a:pt x="863848" y="0"/>
                  </a:moveTo>
                  <a:lnTo>
                    <a:pt x="0" y="0"/>
                  </a:lnTo>
                  <a:lnTo>
                    <a:pt x="0" y="5435122"/>
                  </a:lnTo>
                  <a:lnTo>
                    <a:pt x="863848" y="5435122"/>
                  </a:lnTo>
                  <a:lnTo>
                    <a:pt x="863848" y="0"/>
                  </a:lnTo>
                  <a:close/>
                </a:path>
              </a:pathLst>
            </a:custGeom>
            <a:solidFill>
              <a:srgbClr val="E4F6FF"/>
            </a:solidFill>
          </p:spPr>
          <p:txBody>
            <a:bodyPr wrap="square" lIns="0" tIns="0" rIns="0" bIns="0" rtlCol="0"/>
            <a:lstStyle/>
            <a:p>
              <a:endParaRPr sz="2184"/>
            </a:p>
          </p:txBody>
        </p:sp>
        <p:sp>
          <p:nvSpPr>
            <p:cNvPr id="84" name="object 84"/>
            <p:cNvSpPr/>
            <p:nvPr/>
          </p:nvSpPr>
          <p:spPr>
            <a:xfrm>
              <a:off x="13436763" y="3110271"/>
              <a:ext cx="864235" cy="5435600"/>
            </a:xfrm>
            <a:custGeom>
              <a:avLst/>
              <a:gdLst/>
              <a:ahLst/>
              <a:cxnLst/>
              <a:rect l="l" t="t" r="r" b="b"/>
              <a:pathLst>
                <a:path w="864234" h="5435600">
                  <a:moveTo>
                    <a:pt x="0" y="5435122"/>
                  </a:moveTo>
                  <a:lnTo>
                    <a:pt x="863848" y="5435122"/>
                  </a:lnTo>
                  <a:lnTo>
                    <a:pt x="863848" y="0"/>
                  </a:lnTo>
                  <a:lnTo>
                    <a:pt x="0" y="0"/>
                  </a:lnTo>
                  <a:lnTo>
                    <a:pt x="0" y="5435122"/>
                  </a:lnTo>
                  <a:close/>
                </a:path>
              </a:pathLst>
            </a:custGeom>
            <a:ln w="15706">
              <a:solidFill>
                <a:srgbClr val="E4F6FF"/>
              </a:solidFill>
            </a:ln>
          </p:spPr>
          <p:txBody>
            <a:bodyPr wrap="square" lIns="0" tIns="0" rIns="0" bIns="0" rtlCol="0"/>
            <a:lstStyle/>
            <a:p>
              <a:endParaRPr sz="2184"/>
            </a:p>
          </p:txBody>
        </p:sp>
      </p:grpSp>
      <p:sp>
        <p:nvSpPr>
          <p:cNvPr id="85" name="object 85"/>
          <p:cNvSpPr txBox="1"/>
          <p:nvPr/>
        </p:nvSpPr>
        <p:spPr>
          <a:xfrm>
            <a:off x="17432197" y="5237231"/>
            <a:ext cx="388376" cy="3258626"/>
          </a:xfrm>
          <a:prstGeom prst="rect">
            <a:avLst/>
          </a:prstGeom>
        </p:spPr>
        <p:txBody>
          <a:bodyPr vert="vert270" wrap="square" lIns="0" tIns="26950" rIns="0" bIns="0" rtlCol="0">
            <a:spAutoFit/>
          </a:bodyPr>
          <a:lstStyle/>
          <a:p>
            <a:pPr marL="15398" marR="6160" algn="ctr">
              <a:lnSpc>
                <a:spcPct val="112000"/>
              </a:lnSpc>
              <a:spcBef>
                <a:spcPts val="116"/>
              </a:spcBef>
            </a:pPr>
            <a:r>
              <a:rPr sz="2400" spc="-42" dirty="0">
                <a:cs typeface="Arial"/>
              </a:rPr>
              <a:t>Tool Catalog</a:t>
            </a:r>
          </a:p>
        </p:txBody>
      </p:sp>
      <p:sp>
        <p:nvSpPr>
          <p:cNvPr id="90" name="object 90"/>
          <p:cNvSpPr/>
          <p:nvPr/>
        </p:nvSpPr>
        <p:spPr>
          <a:xfrm>
            <a:off x="6006099" y="7174776"/>
            <a:ext cx="2717392" cy="1768640"/>
          </a:xfrm>
          <a:custGeom>
            <a:avLst/>
            <a:gdLst/>
            <a:ahLst/>
            <a:cxnLst/>
            <a:rect l="l" t="t" r="r" b="b"/>
            <a:pathLst>
              <a:path w="2839084" h="1831340">
                <a:moveTo>
                  <a:pt x="74552" y="1704764"/>
                </a:moveTo>
                <a:lnTo>
                  <a:pt x="0" y="1830729"/>
                </a:lnTo>
                <a:lnTo>
                  <a:pt x="145545" y="1814813"/>
                </a:lnTo>
                <a:lnTo>
                  <a:pt x="121768" y="1777956"/>
                </a:lnTo>
                <a:lnTo>
                  <a:pt x="106174" y="1777956"/>
                </a:lnTo>
                <a:lnTo>
                  <a:pt x="91934" y="1755862"/>
                </a:lnTo>
                <a:lnTo>
                  <a:pt x="102938" y="1748766"/>
                </a:lnTo>
                <a:lnTo>
                  <a:pt x="74552" y="1704764"/>
                </a:lnTo>
                <a:close/>
              </a:path>
              <a:path w="2839084" h="1831340">
                <a:moveTo>
                  <a:pt x="102938" y="1748766"/>
                </a:moveTo>
                <a:lnTo>
                  <a:pt x="91934" y="1755862"/>
                </a:lnTo>
                <a:lnTo>
                  <a:pt x="106174" y="1777956"/>
                </a:lnTo>
                <a:lnTo>
                  <a:pt x="117186" y="1770854"/>
                </a:lnTo>
                <a:lnTo>
                  <a:pt x="102938" y="1748766"/>
                </a:lnTo>
                <a:close/>
              </a:path>
              <a:path w="2839084" h="1831340">
                <a:moveTo>
                  <a:pt x="117186" y="1770854"/>
                </a:moveTo>
                <a:lnTo>
                  <a:pt x="106174" y="1777956"/>
                </a:lnTo>
                <a:lnTo>
                  <a:pt x="121768" y="1777956"/>
                </a:lnTo>
                <a:lnTo>
                  <a:pt x="117186" y="1770854"/>
                </a:lnTo>
                <a:close/>
              </a:path>
              <a:path w="2839084" h="1831340">
                <a:moveTo>
                  <a:pt x="2721801" y="59967"/>
                </a:moveTo>
                <a:lnTo>
                  <a:pt x="102938" y="1748766"/>
                </a:lnTo>
                <a:lnTo>
                  <a:pt x="117186" y="1770854"/>
                </a:lnTo>
                <a:lnTo>
                  <a:pt x="2735958" y="81944"/>
                </a:lnTo>
                <a:lnTo>
                  <a:pt x="2721801" y="59967"/>
                </a:lnTo>
                <a:close/>
              </a:path>
              <a:path w="2839084" h="1831340">
                <a:moveTo>
                  <a:pt x="2807570" y="52877"/>
                </a:moveTo>
                <a:lnTo>
                  <a:pt x="2732796" y="52877"/>
                </a:lnTo>
                <a:lnTo>
                  <a:pt x="2746932" y="74866"/>
                </a:lnTo>
                <a:lnTo>
                  <a:pt x="2735958" y="81944"/>
                </a:lnTo>
                <a:lnTo>
                  <a:pt x="2764313" y="125964"/>
                </a:lnTo>
                <a:lnTo>
                  <a:pt x="2807570" y="52877"/>
                </a:lnTo>
                <a:close/>
              </a:path>
              <a:path w="2839084" h="1831340">
                <a:moveTo>
                  <a:pt x="2732796" y="52877"/>
                </a:moveTo>
                <a:lnTo>
                  <a:pt x="2721801" y="59967"/>
                </a:lnTo>
                <a:lnTo>
                  <a:pt x="2735958" y="81944"/>
                </a:lnTo>
                <a:lnTo>
                  <a:pt x="2746932" y="74866"/>
                </a:lnTo>
                <a:lnTo>
                  <a:pt x="2732796" y="52877"/>
                </a:lnTo>
                <a:close/>
              </a:path>
              <a:path w="2839084" h="1831340">
                <a:moveTo>
                  <a:pt x="2838866" y="0"/>
                </a:moveTo>
                <a:lnTo>
                  <a:pt x="2693425" y="15915"/>
                </a:lnTo>
                <a:lnTo>
                  <a:pt x="2721801" y="59967"/>
                </a:lnTo>
                <a:lnTo>
                  <a:pt x="2732796" y="52877"/>
                </a:lnTo>
                <a:lnTo>
                  <a:pt x="2807570" y="52877"/>
                </a:lnTo>
                <a:lnTo>
                  <a:pt x="2838866" y="0"/>
                </a:lnTo>
                <a:close/>
              </a:path>
            </a:pathLst>
          </a:custGeom>
          <a:solidFill>
            <a:srgbClr val="000000"/>
          </a:solidFill>
        </p:spPr>
        <p:txBody>
          <a:bodyPr wrap="square" lIns="0" tIns="0" rIns="0" bIns="0" rtlCol="0"/>
          <a:lstStyle/>
          <a:p>
            <a:endParaRPr sz="2184"/>
          </a:p>
        </p:txBody>
      </p:sp>
      <p:sp>
        <p:nvSpPr>
          <p:cNvPr id="91" name="object 91"/>
          <p:cNvSpPr/>
          <p:nvPr/>
        </p:nvSpPr>
        <p:spPr>
          <a:xfrm>
            <a:off x="12412172" y="10766275"/>
            <a:ext cx="4174738" cy="2079838"/>
          </a:xfrm>
          <a:custGeom>
            <a:avLst/>
            <a:gdLst/>
            <a:ahLst/>
            <a:cxnLst/>
            <a:rect l="l" t="t" r="r" b="b"/>
            <a:pathLst>
              <a:path w="2426970" h="3456304">
                <a:moveTo>
                  <a:pt x="0" y="185962"/>
                </a:moveTo>
                <a:lnTo>
                  <a:pt x="6649" y="136521"/>
                </a:lnTo>
                <a:lnTo>
                  <a:pt x="25413" y="92097"/>
                </a:lnTo>
                <a:lnTo>
                  <a:pt x="54514" y="54461"/>
                </a:lnTo>
                <a:lnTo>
                  <a:pt x="92174" y="25386"/>
                </a:lnTo>
                <a:lnTo>
                  <a:pt x="136618" y="6641"/>
                </a:lnTo>
                <a:lnTo>
                  <a:pt x="186067" y="0"/>
                </a:lnTo>
                <a:lnTo>
                  <a:pt x="2240664" y="0"/>
                </a:lnTo>
                <a:lnTo>
                  <a:pt x="2290114" y="6641"/>
                </a:lnTo>
                <a:lnTo>
                  <a:pt x="2334557" y="25386"/>
                </a:lnTo>
                <a:lnTo>
                  <a:pt x="2372218" y="54461"/>
                </a:lnTo>
                <a:lnTo>
                  <a:pt x="2401319" y="92097"/>
                </a:lnTo>
                <a:lnTo>
                  <a:pt x="2420082" y="136521"/>
                </a:lnTo>
                <a:lnTo>
                  <a:pt x="2426732" y="185962"/>
                </a:lnTo>
                <a:lnTo>
                  <a:pt x="2426732" y="3269743"/>
                </a:lnTo>
                <a:lnTo>
                  <a:pt x="2420082" y="3319228"/>
                </a:lnTo>
                <a:lnTo>
                  <a:pt x="2401319" y="3363682"/>
                </a:lnTo>
                <a:lnTo>
                  <a:pt x="2372218" y="3401336"/>
                </a:lnTo>
                <a:lnTo>
                  <a:pt x="2334557" y="3430421"/>
                </a:lnTo>
                <a:lnTo>
                  <a:pt x="2290114" y="3449168"/>
                </a:lnTo>
                <a:lnTo>
                  <a:pt x="2240664" y="3455811"/>
                </a:lnTo>
                <a:lnTo>
                  <a:pt x="186067" y="3455811"/>
                </a:lnTo>
                <a:lnTo>
                  <a:pt x="136618" y="3449168"/>
                </a:lnTo>
                <a:lnTo>
                  <a:pt x="92174" y="3430421"/>
                </a:lnTo>
                <a:lnTo>
                  <a:pt x="54514" y="3401336"/>
                </a:lnTo>
                <a:lnTo>
                  <a:pt x="25413" y="3363682"/>
                </a:lnTo>
                <a:lnTo>
                  <a:pt x="6649" y="3319228"/>
                </a:lnTo>
                <a:lnTo>
                  <a:pt x="0" y="3269743"/>
                </a:lnTo>
                <a:lnTo>
                  <a:pt x="0" y="185962"/>
                </a:lnTo>
                <a:close/>
              </a:path>
            </a:pathLst>
          </a:custGeom>
          <a:ln w="26177">
            <a:solidFill>
              <a:srgbClr val="0E61FD"/>
            </a:solidFill>
            <a:prstDash val="sysDash"/>
          </a:ln>
        </p:spPr>
        <p:txBody>
          <a:bodyPr wrap="square" lIns="0" tIns="0" rIns="0" bIns="0" rtlCol="0"/>
          <a:lstStyle/>
          <a:p>
            <a:endParaRPr sz="2184"/>
          </a:p>
        </p:txBody>
      </p:sp>
      <p:grpSp>
        <p:nvGrpSpPr>
          <p:cNvPr id="98" name="Group 97">
            <a:extLst>
              <a:ext uri="{FF2B5EF4-FFF2-40B4-BE49-F238E27FC236}">
                <a16:creationId xmlns:a16="http://schemas.microsoft.com/office/drawing/2014/main" id="{7AFD9E44-FEE1-E14A-0CA9-F801E6298A6E}"/>
              </a:ext>
            </a:extLst>
          </p:cNvPr>
          <p:cNvGrpSpPr/>
          <p:nvPr/>
        </p:nvGrpSpPr>
        <p:grpSpPr>
          <a:xfrm>
            <a:off x="4033653" y="8979661"/>
            <a:ext cx="3414272" cy="2316392"/>
            <a:chOff x="1781418" y="4156885"/>
            <a:chExt cx="1707136" cy="1158196"/>
          </a:xfrm>
        </p:grpSpPr>
        <p:sp>
          <p:nvSpPr>
            <p:cNvPr id="87" name="object 87"/>
            <p:cNvSpPr/>
            <p:nvPr/>
          </p:nvSpPr>
          <p:spPr>
            <a:xfrm>
              <a:off x="3050408" y="4331055"/>
              <a:ext cx="438146" cy="438147"/>
            </a:xfrm>
            <a:custGeom>
              <a:avLst/>
              <a:gdLst/>
              <a:ahLst/>
              <a:cxnLst/>
              <a:rect l="l" t="t" r="r" b="b"/>
              <a:pathLst>
                <a:path w="722629" h="722629">
                  <a:moveTo>
                    <a:pt x="722491" y="0"/>
                  </a:moveTo>
                  <a:lnTo>
                    <a:pt x="0" y="0"/>
                  </a:lnTo>
                  <a:lnTo>
                    <a:pt x="0" y="722585"/>
                  </a:lnTo>
                  <a:lnTo>
                    <a:pt x="722491" y="722585"/>
                  </a:lnTo>
                  <a:lnTo>
                    <a:pt x="722491" y="0"/>
                  </a:lnTo>
                  <a:close/>
                </a:path>
              </a:pathLst>
            </a:custGeom>
            <a:solidFill>
              <a:srgbClr val="E4F6FF"/>
            </a:solidFill>
          </p:spPr>
          <p:txBody>
            <a:bodyPr wrap="square" lIns="0" tIns="0" rIns="0" bIns="0" rtlCol="0"/>
            <a:lstStyle/>
            <a:p>
              <a:endParaRPr sz="2184" dirty="0"/>
            </a:p>
          </p:txBody>
        </p:sp>
        <p:sp>
          <p:nvSpPr>
            <p:cNvPr id="88" name="object 88"/>
            <p:cNvSpPr/>
            <p:nvPr/>
          </p:nvSpPr>
          <p:spPr>
            <a:xfrm>
              <a:off x="2196436" y="4156885"/>
              <a:ext cx="438146" cy="438147"/>
            </a:xfrm>
            <a:custGeom>
              <a:avLst/>
              <a:gdLst/>
              <a:ahLst/>
              <a:cxnLst/>
              <a:rect l="l" t="t" r="r" b="b"/>
              <a:pathLst>
                <a:path w="722629" h="722629">
                  <a:moveTo>
                    <a:pt x="0" y="722585"/>
                  </a:moveTo>
                  <a:lnTo>
                    <a:pt x="722491" y="722585"/>
                  </a:lnTo>
                  <a:lnTo>
                    <a:pt x="722491" y="0"/>
                  </a:lnTo>
                  <a:lnTo>
                    <a:pt x="0" y="0"/>
                  </a:lnTo>
                  <a:lnTo>
                    <a:pt x="0" y="722585"/>
                  </a:lnTo>
                  <a:close/>
                </a:path>
              </a:pathLst>
            </a:custGeom>
            <a:ln w="15706">
              <a:solidFill>
                <a:srgbClr val="0E61FD"/>
              </a:solidFill>
            </a:ln>
          </p:spPr>
          <p:txBody>
            <a:bodyPr wrap="square" lIns="0" tIns="0" rIns="0" bIns="0" rtlCol="0"/>
            <a:lstStyle/>
            <a:p>
              <a:endParaRPr sz="2184"/>
            </a:p>
          </p:txBody>
        </p:sp>
        <p:sp>
          <p:nvSpPr>
            <p:cNvPr id="89" name="object 89"/>
            <p:cNvSpPr/>
            <p:nvPr/>
          </p:nvSpPr>
          <p:spPr>
            <a:xfrm>
              <a:off x="2264681" y="4214689"/>
              <a:ext cx="313787" cy="316867"/>
            </a:xfrm>
            <a:custGeom>
              <a:avLst/>
              <a:gdLst/>
              <a:ahLst/>
              <a:cxnLst/>
              <a:rect l="l" t="t" r="r" b="b"/>
              <a:pathLst>
                <a:path w="517525" h="522604">
                  <a:moveTo>
                    <a:pt x="112590" y="312166"/>
                  </a:moveTo>
                  <a:lnTo>
                    <a:pt x="100449" y="312166"/>
                  </a:lnTo>
                  <a:lnTo>
                    <a:pt x="100449" y="465066"/>
                  </a:lnTo>
                  <a:lnTo>
                    <a:pt x="104857" y="487218"/>
                  </a:lnTo>
                  <a:lnTo>
                    <a:pt x="116878" y="505309"/>
                  </a:lnTo>
                  <a:lnTo>
                    <a:pt x="134707" y="517507"/>
                  </a:lnTo>
                  <a:lnTo>
                    <a:pt x="156538" y="521980"/>
                  </a:lnTo>
                  <a:lnTo>
                    <a:pt x="178609" y="517507"/>
                  </a:lnTo>
                  <a:lnTo>
                    <a:pt x="190153" y="509663"/>
                  </a:lnTo>
                  <a:lnTo>
                    <a:pt x="156538" y="509663"/>
                  </a:lnTo>
                  <a:lnTo>
                    <a:pt x="139429" y="506159"/>
                  </a:lnTo>
                  <a:lnTo>
                    <a:pt x="125460" y="496602"/>
                  </a:lnTo>
                  <a:lnTo>
                    <a:pt x="116043" y="482427"/>
                  </a:lnTo>
                  <a:lnTo>
                    <a:pt x="112590" y="465066"/>
                  </a:lnTo>
                  <a:lnTo>
                    <a:pt x="112590" y="312166"/>
                  </a:lnTo>
                  <a:close/>
                </a:path>
                <a:path w="517525" h="522604">
                  <a:moveTo>
                    <a:pt x="313491" y="312166"/>
                  </a:moveTo>
                  <a:lnTo>
                    <a:pt x="301355" y="312166"/>
                  </a:lnTo>
                  <a:lnTo>
                    <a:pt x="301355" y="465066"/>
                  </a:lnTo>
                  <a:lnTo>
                    <a:pt x="305763" y="487219"/>
                  </a:lnTo>
                  <a:lnTo>
                    <a:pt x="317783" y="505309"/>
                  </a:lnTo>
                  <a:lnTo>
                    <a:pt x="335611" y="517507"/>
                  </a:lnTo>
                  <a:lnTo>
                    <a:pt x="357439" y="521980"/>
                  </a:lnTo>
                  <a:lnTo>
                    <a:pt x="379513" y="517507"/>
                  </a:lnTo>
                  <a:lnTo>
                    <a:pt x="391058" y="509663"/>
                  </a:lnTo>
                  <a:lnTo>
                    <a:pt x="357857" y="509663"/>
                  </a:lnTo>
                  <a:lnTo>
                    <a:pt x="340509" y="506159"/>
                  </a:lnTo>
                  <a:lnTo>
                    <a:pt x="326415" y="496602"/>
                  </a:lnTo>
                  <a:lnTo>
                    <a:pt x="316951" y="482427"/>
                  </a:lnTo>
                  <a:lnTo>
                    <a:pt x="313491" y="465066"/>
                  </a:lnTo>
                  <a:lnTo>
                    <a:pt x="313491" y="312166"/>
                  </a:lnTo>
                  <a:close/>
                </a:path>
                <a:path w="517525" h="522604">
                  <a:moveTo>
                    <a:pt x="256989" y="0"/>
                  </a:moveTo>
                  <a:lnTo>
                    <a:pt x="217333" y="16723"/>
                  </a:lnTo>
                  <a:lnTo>
                    <a:pt x="200905" y="57335"/>
                  </a:lnTo>
                  <a:lnTo>
                    <a:pt x="200905" y="465066"/>
                  </a:lnTo>
                  <a:lnTo>
                    <a:pt x="197445" y="482427"/>
                  </a:lnTo>
                  <a:lnTo>
                    <a:pt x="187982" y="496602"/>
                  </a:lnTo>
                  <a:lnTo>
                    <a:pt x="173889" y="506159"/>
                  </a:lnTo>
                  <a:lnTo>
                    <a:pt x="156538" y="509663"/>
                  </a:lnTo>
                  <a:lnTo>
                    <a:pt x="190153" y="509663"/>
                  </a:lnTo>
                  <a:lnTo>
                    <a:pt x="196560" y="505309"/>
                  </a:lnTo>
                  <a:lnTo>
                    <a:pt x="208626" y="487218"/>
                  </a:lnTo>
                  <a:lnTo>
                    <a:pt x="213041" y="465066"/>
                  </a:lnTo>
                  <a:lnTo>
                    <a:pt x="213041" y="57335"/>
                  </a:lnTo>
                  <a:lnTo>
                    <a:pt x="216494" y="39728"/>
                  </a:lnTo>
                  <a:lnTo>
                    <a:pt x="225911" y="25427"/>
                  </a:lnTo>
                  <a:lnTo>
                    <a:pt x="239880" y="15825"/>
                  </a:lnTo>
                  <a:lnTo>
                    <a:pt x="256989" y="12314"/>
                  </a:lnTo>
                  <a:lnTo>
                    <a:pt x="290549" y="12314"/>
                  </a:lnTo>
                  <a:lnTo>
                    <a:pt x="279062" y="4479"/>
                  </a:lnTo>
                  <a:lnTo>
                    <a:pt x="256989" y="0"/>
                  </a:lnTo>
                  <a:close/>
                </a:path>
                <a:path w="517525" h="522604">
                  <a:moveTo>
                    <a:pt x="413947" y="380124"/>
                  </a:moveTo>
                  <a:lnTo>
                    <a:pt x="401806" y="380124"/>
                  </a:lnTo>
                  <a:lnTo>
                    <a:pt x="401806" y="465066"/>
                  </a:lnTo>
                  <a:lnTo>
                    <a:pt x="398353" y="482427"/>
                  </a:lnTo>
                  <a:lnTo>
                    <a:pt x="388935" y="496602"/>
                  </a:lnTo>
                  <a:lnTo>
                    <a:pt x="374966" y="506159"/>
                  </a:lnTo>
                  <a:lnTo>
                    <a:pt x="357857" y="509663"/>
                  </a:lnTo>
                  <a:lnTo>
                    <a:pt x="391058" y="509663"/>
                  </a:lnTo>
                  <a:lnTo>
                    <a:pt x="397466" y="505309"/>
                  </a:lnTo>
                  <a:lnTo>
                    <a:pt x="409532" y="487219"/>
                  </a:lnTo>
                  <a:lnTo>
                    <a:pt x="413947" y="465066"/>
                  </a:lnTo>
                  <a:lnTo>
                    <a:pt x="413947" y="380124"/>
                  </a:lnTo>
                  <a:close/>
                </a:path>
                <a:path w="517525" h="522604">
                  <a:moveTo>
                    <a:pt x="445754" y="188576"/>
                  </a:moveTo>
                  <a:lnTo>
                    <a:pt x="436964" y="197496"/>
                  </a:lnTo>
                  <a:lnTo>
                    <a:pt x="493890" y="254831"/>
                  </a:lnTo>
                  <a:lnTo>
                    <a:pt x="256989" y="254831"/>
                  </a:lnTo>
                  <a:lnTo>
                    <a:pt x="256989" y="267146"/>
                  </a:lnTo>
                  <a:lnTo>
                    <a:pt x="493890" y="267146"/>
                  </a:lnTo>
                  <a:lnTo>
                    <a:pt x="436964" y="324487"/>
                  </a:lnTo>
                  <a:lnTo>
                    <a:pt x="445754" y="333406"/>
                  </a:lnTo>
                  <a:lnTo>
                    <a:pt x="516907" y="261203"/>
                  </a:lnTo>
                  <a:lnTo>
                    <a:pt x="445754" y="188576"/>
                  </a:lnTo>
                  <a:close/>
                </a:path>
                <a:path w="517525" h="522604">
                  <a:moveTo>
                    <a:pt x="156538" y="254831"/>
                  </a:moveTo>
                  <a:lnTo>
                    <a:pt x="5859" y="254831"/>
                  </a:lnTo>
                  <a:lnTo>
                    <a:pt x="5859" y="267146"/>
                  </a:lnTo>
                  <a:lnTo>
                    <a:pt x="156538" y="267146"/>
                  </a:lnTo>
                  <a:lnTo>
                    <a:pt x="156538" y="254831"/>
                  </a:lnTo>
                  <a:close/>
                </a:path>
                <a:path w="517525" h="522604">
                  <a:moveTo>
                    <a:pt x="56082" y="0"/>
                  </a:moveTo>
                  <a:lnTo>
                    <a:pt x="34254" y="4479"/>
                  </a:lnTo>
                  <a:lnTo>
                    <a:pt x="16427" y="16723"/>
                  </a:lnTo>
                  <a:lnTo>
                    <a:pt x="4407" y="34939"/>
                  </a:lnTo>
                  <a:lnTo>
                    <a:pt x="0" y="57335"/>
                  </a:lnTo>
                  <a:lnTo>
                    <a:pt x="0" y="210235"/>
                  </a:lnTo>
                  <a:lnTo>
                    <a:pt x="12137" y="210235"/>
                  </a:lnTo>
                  <a:lnTo>
                    <a:pt x="12137" y="57335"/>
                  </a:lnTo>
                  <a:lnTo>
                    <a:pt x="15590" y="39728"/>
                  </a:lnTo>
                  <a:lnTo>
                    <a:pt x="25007" y="25427"/>
                  </a:lnTo>
                  <a:lnTo>
                    <a:pt x="38976" y="15825"/>
                  </a:lnTo>
                  <a:lnTo>
                    <a:pt x="56082" y="12314"/>
                  </a:lnTo>
                  <a:lnTo>
                    <a:pt x="89645" y="12314"/>
                  </a:lnTo>
                  <a:lnTo>
                    <a:pt x="78156" y="4479"/>
                  </a:lnTo>
                  <a:lnTo>
                    <a:pt x="56082" y="0"/>
                  </a:lnTo>
                  <a:close/>
                </a:path>
                <a:path w="517525" h="522604">
                  <a:moveTo>
                    <a:pt x="89645" y="12314"/>
                  </a:moveTo>
                  <a:lnTo>
                    <a:pt x="56082" y="12314"/>
                  </a:lnTo>
                  <a:lnTo>
                    <a:pt x="73433" y="15825"/>
                  </a:lnTo>
                  <a:lnTo>
                    <a:pt x="87526" y="25427"/>
                  </a:lnTo>
                  <a:lnTo>
                    <a:pt x="96989" y="39728"/>
                  </a:lnTo>
                  <a:lnTo>
                    <a:pt x="100449" y="57335"/>
                  </a:lnTo>
                  <a:lnTo>
                    <a:pt x="100449" y="210235"/>
                  </a:lnTo>
                  <a:lnTo>
                    <a:pt x="112590" y="210235"/>
                  </a:lnTo>
                  <a:lnTo>
                    <a:pt x="112590" y="57335"/>
                  </a:lnTo>
                  <a:lnTo>
                    <a:pt x="108176" y="34939"/>
                  </a:lnTo>
                  <a:lnTo>
                    <a:pt x="96109" y="16723"/>
                  </a:lnTo>
                  <a:lnTo>
                    <a:pt x="89645" y="12314"/>
                  </a:lnTo>
                  <a:close/>
                </a:path>
                <a:path w="517525" h="522604">
                  <a:moveTo>
                    <a:pt x="290549" y="12314"/>
                  </a:moveTo>
                  <a:lnTo>
                    <a:pt x="256989" y="12314"/>
                  </a:lnTo>
                  <a:lnTo>
                    <a:pt x="274339" y="15825"/>
                  </a:lnTo>
                  <a:lnTo>
                    <a:pt x="288433" y="25427"/>
                  </a:lnTo>
                  <a:lnTo>
                    <a:pt x="297896" y="39728"/>
                  </a:lnTo>
                  <a:lnTo>
                    <a:pt x="301355" y="57335"/>
                  </a:lnTo>
                  <a:lnTo>
                    <a:pt x="301355" y="210235"/>
                  </a:lnTo>
                  <a:lnTo>
                    <a:pt x="313491" y="210235"/>
                  </a:lnTo>
                  <a:lnTo>
                    <a:pt x="313491" y="57335"/>
                  </a:lnTo>
                  <a:lnTo>
                    <a:pt x="309077" y="34939"/>
                  </a:lnTo>
                  <a:lnTo>
                    <a:pt x="297013" y="16723"/>
                  </a:lnTo>
                  <a:lnTo>
                    <a:pt x="290549" y="12314"/>
                  </a:lnTo>
                  <a:close/>
                </a:path>
              </a:pathLst>
            </a:custGeom>
            <a:solidFill>
              <a:srgbClr val="0E61FD"/>
            </a:solidFill>
          </p:spPr>
          <p:txBody>
            <a:bodyPr wrap="square" lIns="0" tIns="0" rIns="0" bIns="0" rtlCol="0"/>
            <a:lstStyle/>
            <a:p>
              <a:endParaRPr sz="2184"/>
            </a:p>
          </p:txBody>
        </p:sp>
        <p:sp>
          <p:nvSpPr>
            <p:cNvPr id="96" name="object 96"/>
            <p:cNvSpPr txBox="1"/>
            <p:nvPr/>
          </p:nvSpPr>
          <p:spPr>
            <a:xfrm>
              <a:off x="1781418" y="4691511"/>
              <a:ext cx="1281713" cy="623570"/>
            </a:xfrm>
            <a:prstGeom prst="rect">
              <a:avLst/>
            </a:prstGeom>
          </p:spPr>
          <p:txBody>
            <a:bodyPr vert="horz" wrap="square" lIns="0" tIns="18482" rIns="0" bIns="0" rtlCol="0">
              <a:spAutoFit/>
            </a:bodyPr>
            <a:lstStyle/>
            <a:p>
              <a:pPr marL="15398" marR="6160" algn="ctr">
                <a:lnSpc>
                  <a:spcPct val="112000"/>
                </a:lnSpc>
                <a:spcBef>
                  <a:spcPts val="116"/>
                </a:spcBef>
              </a:pPr>
              <a:r>
                <a:rPr sz="2400" spc="-42" dirty="0">
                  <a:cs typeface="Arial"/>
                </a:rPr>
                <a:t>Enterprise Apps &amp;</a:t>
              </a:r>
            </a:p>
            <a:p>
              <a:pPr marL="15398" marR="6160" algn="ctr">
                <a:lnSpc>
                  <a:spcPct val="112000"/>
                </a:lnSpc>
                <a:spcBef>
                  <a:spcPts val="116"/>
                </a:spcBef>
              </a:pPr>
              <a:r>
                <a:rPr sz="2400" spc="-42" dirty="0">
                  <a:cs typeface="Arial"/>
                </a:rPr>
                <a:t>Business Processes</a:t>
              </a:r>
            </a:p>
          </p:txBody>
        </p:sp>
      </p:grpSp>
      <p:sp>
        <p:nvSpPr>
          <p:cNvPr id="97" name="object 97"/>
          <p:cNvSpPr txBox="1"/>
          <p:nvPr/>
        </p:nvSpPr>
        <p:spPr>
          <a:xfrm>
            <a:off x="19306939" y="5161638"/>
            <a:ext cx="995424" cy="357994"/>
          </a:xfrm>
          <a:prstGeom prst="rect">
            <a:avLst/>
          </a:prstGeom>
        </p:spPr>
        <p:txBody>
          <a:bodyPr vert="horz" wrap="square" lIns="0" tIns="19252" rIns="0" bIns="0" rtlCol="0">
            <a:spAutoFit/>
          </a:bodyPr>
          <a:lstStyle/>
          <a:p>
            <a:pPr marL="15398">
              <a:spcBef>
                <a:spcPts val="152"/>
              </a:spcBef>
            </a:pPr>
            <a:r>
              <a:rPr sz="2200" dirty="0">
                <a:cs typeface="Arial"/>
              </a:rPr>
              <a:t>Agents</a:t>
            </a:r>
          </a:p>
        </p:txBody>
      </p:sp>
      <p:sp>
        <p:nvSpPr>
          <p:cNvPr id="101" name="object 54">
            <a:extLst>
              <a:ext uri="{FF2B5EF4-FFF2-40B4-BE49-F238E27FC236}">
                <a16:creationId xmlns:a16="http://schemas.microsoft.com/office/drawing/2014/main" id="{FE4CB386-AD1C-0424-71B9-F1E848872EAE}"/>
              </a:ext>
            </a:extLst>
          </p:cNvPr>
          <p:cNvSpPr txBox="1"/>
          <p:nvPr/>
        </p:nvSpPr>
        <p:spPr>
          <a:xfrm>
            <a:off x="15863775" y="2038321"/>
            <a:ext cx="3536280" cy="504837"/>
          </a:xfrm>
          <a:prstGeom prst="rect">
            <a:avLst/>
          </a:prstGeom>
        </p:spPr>
        <p:txBody>
          <a:bodyPr vert="horz" wrap="square" lIns="0" tIns="20022" rIns="0" bIns="0" rtlCol="0">
            <a:spAutoFit/>
          </a:bodyPr>
          <a:lstStyle/>
          <a:p>
            <a:pPr marL="15398" marR="6160" indent="-458134" algn="ctr">
              <a:lnSpc>
                <a:spcPct val="103200"/>
              </a:lnSpc>
              <a:spcBef>
                <a:spcPts val="158"/>
              </a:spcBef>
            </a:pPr>
            <a:r>
              <a:rPr sz="3200" dirty="0">
                <a:cs typeface="Arial"/>
              </a:rPr>
              <a:t>Tool</a:t>
            </a:r>
            <a:r>
              <a:rPr lang="en-US" sz="3200" dirty="0">
                <a:cs typeface="Arial"/>
              </a:rPr>
              <a:t> Catalog</a:t>
            </a:r>
          </a:p>
        </p:txBody>
      </p:sp>
      <p:sp>
        <p:nvSpPr>
          <p:cNvPr id="100" name="object 16">
            <a:extLst>
              <a:ext uri="{FF2B5EF4-FFF2-40B4-BE49-F238E27FC236}">
                <a16:creationId xmlns:a16="http://schemas.microsoft.com/office/drawing/2014/main" id="{97B82F36-414C-36F8-3FE7-AEC5D6367F39}"/>
              </a:ext>
            </a:extLst>
          </p:cNvPr>
          <p:cNvSpPr/>
          <p:nvPr/>
        </p:nvSpPr>
        <p:spPr>
          <a:xfrm>
            <a:off x="12125145" y="7193889"/>
            <a:ext cx="1624996" cy="91438"/>
          </a:xfrm>
          <a:custGeom>
            <a:avLst/>
            <a:gdLst/>
            <a:ahLst/>
            <a:cxnLst/>
            <a:rect l="l" t="t" r="r" b="b"/>
            <a:pathLst>
              <a:path w="1508760" h="131445">
                <a:moveTo>
                  <a:pt x="1377654" y="0"/>
                </a:moveTo>
                <a:lnTo>
                  <a:pt x="1377654" y="130886"/>
                </a:lnTo>
                <a:lnTo>
                  <a:pt x="1482363" y="78531"/>
                </a:lnTo>
                <a:lnTo>
                  <a:pt x="1390742" y="78531"/>
                </a:lnTo>
                <a:lnTo>
                  <a:pt x="1390742" y="52354"/>
                </a:lnTo>
                <a:lnTo>
                  <a:pt x="1482363" y="52354"/>
                </a:lnTo>
                <a:lnTo>
                  <a:pt x="1377654" y="0"/>
                </a:lnTo>
                <a:close/>
              </a:path>
              <a:path w="1508760" h="131445">
                <a:moveTo>
                  <a:pt x="1377654" y="52354"/>
                </a:moveTo>
                <a:lnTo>
                  <a:pt x="0" y="52354"/>
                </a:lnTo>
                <a:lnTo>
                  <a:pt x="0" y="78531"/>
                </a:lnTo>
                <a:lnTo>
                  <a:pt x="1377654" y="78531"/>
                </a:lnTo>
                <a:lnTo>
                  <a:pt x="1377654" y="52354"/>
                </a:lnTo>
                <a:close/>
              </a:path>
              <a:path w="1508760" h="131445">
                <a:moveTo>
                  <a:pt x="1482363" y="52354"/>
                </a:moveTo>
                <a:lnTo>
                  <a:pt x="1390742" y="52354"/>
                </a:lnTo>
                <a:lnTo>
                  <a:pt x="1390742" y="78531"/>
                </a:lnTo>
                <a:lnTo>
                  <a:pt x="1482363" y="78531"/>
                </a:lnTo>
                <a:lnTo>
                  <a:pt x="1508540" y="65443"/>
                </a:lnTo>
                <a:lnTo>
                  <a:pt x="1482363" y="52354"/>
                </a:lnTo>
                <a:close/>
              </a:path>
            </a:pathLst>
          </a:custGeom>
          <a:solidFill>
            <a:srgbClr val="000000"/>
          </a:solidFill>
        </p:spPr>
        <p:txBody>
          <a:bodyPr wrap="square" lIns="0" tIns="0" rIns="0" bIns="0" rtlCol="0"/>
          <a:lstStyle/>
          <a:p>
            <a:endParaRPr sz="2184"/>
          </a:p>
        </p:txBody>
      </p:sp>
      <p:grpSp>
        <p:nvGrpSpPr>
          <p:cNvPr id="108" name="Group 107">
            <a:extLst>
              <a:ext uri="{FF2B5EF4-FFF2-40B4-BE49-F238E27FC236}">
                <a16:creationId xmlns:a16="http://schemas.microsoft.com/office/drawing/2014/main" id="{43129AFD-4B4C-9A5B-7775-1637B35E5B87}"/>
              </a:ext>
            </a:extLst>
          </p:cNvPr>
          <p:cNvGrpSpPr/>
          <p:nvPr/>
        </p:nvGrpSpPr>
        <p:grpSpPr>
          <a:xfrm>
            <a:off x="19321001" y="4214654"/>
            <a:ext cx="911696" cy="919808"/>
            <a:chOff x="632141" y="4587982"/>
            <a:chExt cx="519384" cy="524005"/>
          </a:xfrm>
        </p:grpSpPr>
        <p:sp>
          <p:nvSpPr>
            <p:cNvPr id="104" name="object 10">
              <a:extLst>
                <a:ext uri="{FF2B5EF4-FFF2-40B4-BE49-F238E27FC236}">
                  <a16:creationId xmlns:a16="http://schemas.microsoft.com/office/drawing/2014/main" id="{D44D1881-331B-9A8F-587B-520CCE30CA6C}"/>
                </a:ext>
              </a:extLst>
            </p:cNvPr>
            <p:cNvSpPr/>
            <p:nvPr/>
          </p:nvSpPr>
          <p:spPr>
            <a:xfrm>
              <a:off x="632141" y="4587982"/>
              <a:ext cx="519384" cy="524005"/>
            </a:xfrm>
            <a:custGeom>
              <a:avLst/>
              <a:gdLst/>
              <a:ahLst/>
              <a:cxnLst/>
              <a:rect l="l" t="t" r="r" b="b"/>
              <a:pathLst>
                <a:path w="856615" h="864235">
                  <a:moveTo>
                    <a:pt x="713276" y="0"/>
                  </a:moveTo>
                  <a:lnTo>
                    <a:pt x="142718" y="0"/>
                  </a:lnTo>
                  <a:lnTo>
                    <a:pt x="97598" y="7272"/>
                  </a:lnTo>
                  <a:lnTo>
                    <a:pt x="58420" y="27522"/>
                  </a:lnTo>
                  <a:lnTo>
                    <a:pt x="27529" y="58397"/>
                  </a:lnTo>
                  <a:lnTo>
                    <a:pt x="7273" y="97545"/>
                  </a:lnTo>
                  <a:lnTo>
                    <a:pt x="0" y="142613"/>
                  </a:lnTo>
                  <a:lnTo>
                    <a:pt x="0" y="721234"/>
                  </a:lnTo>
                  <a:lnTo>
                    <a:pt x="7273" y="766354"/>
                  </a:lnTo>
                  <a:lnTo>
                    <a:pt x="27529" y="805532"/>
                  </a:lnTo>
                  <a:lnTo>
                    <a:pt x="58420" y="836423"/>
                  </a:lnTo>
                  <a:lnTo>
                    <a:pt x="97598" y="856679"/>
                  </a:lnTo>
                  <a:lnTo>
                    <a:pt x="142718" y="863952"/>
                  </a:lnTo>
                  <a:lnTo>
                    <a:pt x="713276" y="863952"/>
                  </a:lnTo>
                  <a:lnTo>
                    <a:pt x="758396" y="856679"/>
                  </a:lnTo>
                  <a:lnTo>
                    <a:pt x="797574" y="836423"/>
                  </a:lnTo>
                  <a:lnTo>
                    <a:pt x="828465" y="805532"/>
                  </a:lnTo>
                  <a:lnTo>
                    <a:pt x="848721" y="766354"/>
                  </a:lnTo>
                  <a:lnTo>
                    <a:pt x="855994" y="721234"/>
                  </a:lnTo>
                  <a:lnTo>
                    <a:pt x="855994" y="142613"/>
                  </a:lnTo>
                  <a:lnTo>
                    <a:pt x="848721" y="97545"/>
                  </a:lnTo>
                  <a:lnTo>
                    <a:pt x="828465" y="58397"/>
                  </a:lnTo>
                  <a:lnTo>
                    <a:pt x="797574" y="27522"/>
                  </a:lnTo>
                  <a:lnTo>
                    <a:pt x="758396" y="7272"/>
                  </a:lnTo>
                  <a:lnTo>
                    <a:pt x="713276" y="0"/>
                  </a:lnTo>
                  <a:close/>
                </a:path>
              </a:pathLst>
            </a:custGeom>
            <a:solidFill>
              <a:srgbClr val="E4F6FF"/>
            </a:solidFill>
            <a:ln w="19050">
              <a:solidFill>
                <a:srgbClr val="0E61FD"/>
              </a:solidFill>
            </a:ln>
          </p:spPr>
          <p:txBody>
            <a:bodyPr wrap="square" lIns="0" tIns="0" rIns="0" bIns="0" rtlCol="0"/>
            <a:lstStyle/>
            <a:p>
              <a:endParaRPr sz="2184" dirty="0"/>
            </a:p>
          </p:txBody>
        </p:sp>
        <p:sp>
          <p:nvSpPr>
            <p:cNvPr id="105" name="object 21">
              <a:extLst>
                <a:ext uri="{FF2B5EF4-FFF2-40B4-BE49-F238E27FC236}">
                  <a16:creationId xmlns:a16="http://schemas.microsoft.com/office/drawing/2014/main" id="{1C653117-6151-FA26-F3C9-46FE9EAA64A1}"/>
                </a:ext>
              </a:extLst>
            </p:cNvPr>
            <p:cNvSpPr/>
            <p:nvPr/>
          </p:nvSpPr>
          <p:spPr>
            <a:xfrm>
              <a:off x="717229" y="4668030"/>
              <a:ext cx="349208" cy="378469"/>
            </a:xfrm>
            <a:custGeom>
              <a:avLst/>
              <a:gdLst/>
              <a:ahLst/>
              <a:cxnLst/>
              <a:rect l="l" t="t" r="r" b="b"/>
              <a:pathLst>
                <a:path w="575945" h="624204">
                  <a:moveTo>
                    <a:pt x="387757" y="360660"/>
                  </a:moveTo>
                  <a:lnTo>
                    <a:pt x="383759" y="360660"/>
                  </a:lnTo>
                  <a:lnTo>
                    <a:pt x="381760" y="364712"/>
                  </a:lnTo>
                  <a:lnTo>
                    <a:pt x="323798" y="466023"/>
                  </a:lnTo>
                  <a:lnTo>
                    <a:pt x="245848" y="466023"/>
                  </a:lnTo>
                  <a:lnTo>
                    <a:pt x="241850" y="470076"/>
                  </a:lnTo>
                  <a:lnTo>
                    <a:pt x="201871" y="540992"/>
                  </a:lnTo>
                  <a:lnTo>
                    <a:pt x="199872" y="545044"/>
                  </a:lnTo>
                  <a:lnTo>
                    <a:pt x="199872" y="547071"/>
                  </a:lnTo>
                  <a:lnTo>
                    <a:pt x="201871" y="549097"/>
                  </a:lnTo>
                  <a:lnTo>
                    <a:pt x="241851" y="620012"/>
                  </a:lnTo>
                  <a:lnTo>
                    <a:pt x="245848" y="624064"/>
                  </a:lnTo>
                  <a:lnTo>
                    <a:pt x="329794" y="624064"/>
                  </a:lnTo>
                  <a:lnTo>
                    <a:pt x="333792" y="620012"/>
                  </a:lnTo>
                  <a:lnTo>
                    <a:pt x="340644" y="607856"/>
                  </a:lnTo>
                  <a:lnTo>
                    <a:pt x="251844" y="607856"/>
                  </a:lnTo>
                  <a:lnTo>
                    <a:pt x="215862" y="545044"/>
                  </a:lnTo>
                  <a:lnTo>
                    <a:pt x="251844" y="482233"/>
                  </a:lnTo>
                  <a:lnTo>
                    <a:pt x="340393" y="482233"/>
                  </a:lnTo>
                  <a:lnTo>
                    <a:pt x="335790" y="474128"/>
                  </a:lnTo>
                  <a:lnTo>
                    <a:pt x="393753" y="372817"/>
                  </a:lnTo>
                  <a:lnTo>
                    <a:pt x="395751" y="368764"/>
                  </a:lnTo>
                  <a:lnTo>
                    <a:pt x="395751" y="364712"/>
                  </a:lnTo>
                  <a:lnTo>
                    <a:pt x="387757" y="360660"/>
                  </a:lnTo>
                  <a:close/>
                </a:path>
                <a:path w="575945" h="624204">
                  <a:moveTo>
                    <a:pt x="340393" y="482233"/>
                  </a:moveTo>
                  <a:lnTo>
                    <a:pt x="323798" y="482233"/>
                  </a:lnTo>
                  <a:lnTo>
                    <a:pt x="359775" y="545045"/>
                  </a:lnTo>
                  <a:lnTo>
                    <a:pt x="323798" y="607856"/>
                  </a:lnTo>
                  <a:lnTo>
                    <a:pt x="340644" y="607856"/>
                  </a:lnTo>
                  <a:lnTo>
                    <a:pt x="373766" y="549097"/>
                  </a:lnTo>
                  <a:lnTo>
                    <a:pt x="375765" y="545045"/>
                  </a:lnTo>
                  <a:lnTo>
                    <a:pt x="375765" y="543018"/>
                  </a:lnTo>
                  <a:lnTo>
                    <a:pt x="373766" y="540992"/>
                  </a:lnTo>
                  <a:lnTo>
                    <a:pt x="340393" y="482233"/>
                  </a:lnTo>
                  <a:close/>
                </a:path>
                <a:path w="575945" h="624204">
                  <a:moveTo>
                    <a:pt x="129916" y="350528"/>
                  </a:moveTo>
                  <a:lnTo>
                    <a:pt x="45970" y="350528"/>
                  </a:lnTo>
                  <a:lnTo>
                    <a:pt x="43972" y="352555"/>
                  </a:lnTo>
                  <a:lnTo>
                    <a:pt x="41973" y="352555"/>
                  </a:lnTo>
                  <a:lnTo>
                    <a:pt x="1999" y="423473"/>
                  </a:lnTo>
                  <a:lnTo>
                    <a:pt x="0" y="427526"/>
                  </a:lnTo>
                  <a:lnTo>
                    <a:pt x="0" y="429552"/>
                  </a:lnTo>
                  <a:lnTo>
                    <a:pt x="1999" y="431578"/>
                  </a:lnTo>
                  <a:lnTo>
                    <a:pt x="41973" y="502494"/>
                  </a:lnTo>
                  <a:lnTo>
                    <a:pt x="45971" y="506547"/>
                  </a:lnTo>
                  <a:lnTo>
                    <a:pt x="129917" y="506547"/>
                  </a:lnTo>
                  <a:lnTo>
                    <a:pt x="131915" y="504521"/>
                  </a:lnTo>
                  <a:lnTo>
                    <a:pt x="133914" y="504521"/>
                  </a:lnTo>
                  <a:lnTo>
                    <a:pt x="140819" y="492364"/>
                  </a:lnTo>
                  <a:lnTo>
                    <a:pt x="51967" y="492364"/>
                  </a:lnTo>
                  <a:lnTo>
                    <a:pt x="15990" y="429552"/>
                  </a:lnTo>
                  <a:lnTo>
                    <a:pt x="51966" y="366738"/>
                  </a:lnTo>
                  <a:lnTo>
                    <a:pt x="140818" y="366738"/>
                  </a:lnTo>
                  <a:lnTo>
                    <a:pt x="133914" y="354581"/>
                  </a:lnTo>
                  <a:lnTo>
                    <a:pt x="129916" y="350528"/>
                  </a:lnTo>
                  <a:close/>
                </a:path>
                <a:path w="575945" h="624204">
                  <a:moveTo>
                    <a:pt x="387756" y="243141"/>
                  </a:moveTo>
                  <a:lnTo>
                    <a:pt x="383759" y="245167"/>
                  </a:lnTo>
                  <a:lnTo>
                    <a:pt x="381760" y="247193"/>
                  </a:lnTo>
                  <a:lnTo>
                    <a:pt x="379761" y="251246"/>
                  </a:lnTo>
                  <a:lnTo>
                    <a:pt x="381760" y="255298"/>
                  </a:lnTo>
                  <a:lnTo>
                    <a:pt x="439723" y="356607"/>
                  </a:lnTo>
                  <a:lnTo>
                    <a:pt x="401748" y="423474"/>
                  </a:lnTo>
                  <a:lnTo>
                    <a:pt x="399749" y="427526"/>
                  </a:lnTo>
                  <a:lnTo>
                    <a:pt x="399749" y="429552"/>
                  </a:lnTo>
                  <a:lnTo>
                    <a:pt x="401748" y="431579"/>
                  </a:lnTo>
                  <a:lnTo>
                    <a:pt x="441722" y="502495"/>
                  </a:lnTo>
                  <a:lnTo>
                    <a:pt x="445720" y="506547"/>
                  </a:lnTo>
                  <a:lnTo>
                    <a:pt x="529666" y="506547"/>
                  </a:lnTo>
                  <a:lnTo>
                    <a:pt x="533663" y="502495"/>
                  </a:lnTo>
                  <a:lnTo>
                    <a:pt x="539374" y="492364"/>
                  </a:lnTo>
                  <a:lnTo>
                    <a:pt x="451716" y="492364"/>
                  </a:lnTo>
                  <a:lnTo>
                    <a:pt x="415739" y="429552"/>
                  </a:lnTo>
                  <a:lnTo>
                    <a:pt x="451716" y="366738"/>
                  </a:lnTo>
                  <a:lnTo>
                    <a:pt x="541658" y="366738"/>
                  </a:lnTo>
                  <a:lnTo>
                    <a:pt x="533663" y="352555"/>
                  </a:lnTo>
                  <a:lnTo>
                    <a:pt x="529666" y="348503"/>
                  </a:lnTo>
                  <a:lnTo>
                    <a:pt x="451715" y="348503"/>
                  </a:lnTo>
                  <a:lnTo>
                    <a:pt x="393752" y="247193"/>
                  </a:lnTo>
                  <a:lnTo>
                    <a:pt x="391754" y="245167"/>
                  </a:lnTo>
                  <a:lnTo>
                    <a:pt x="387756" y="243141"/>
                  </a:lnTo>
                  <a:close/>
                </a:path>
                <a:path w="575945" h="624204">
                  <a:moveTo>
                    <a:pt x="140818" y="366738"/>
                  </a:moveTo>
                  <a:lnTo>
                    <a:pt x="123920" y="366738"/>
                  </a:lnTo>
                  <a:lnTo>
                    <a:pt x="159897" y="429552"/>
                  </a:lnTo>
                  <a:lnTo>
                    <a:pt x="123921" y="492364"/>
                  </a:lnTo>
                  <a:lnTo>
                    <a:pt x="140819" y="492364"/>
                  </a:lnTo>
                  <a:lnTo>
                    <a:pt x="171890" y="437657"/>
                  </a:lnTo>
                  <a:lnTo>
                    <a:pt x="291818" y="437657"/>
                  </a:lnTo>
                  <a:lnTo>
                    <a:pt x="295816" y="433605"/>
                  </a:lnTo>
                  <a:lnTo>
                    <a:pt x="295816" y="425500"/>
                  </a:lnTo>
                  <a:lnTo>
                    <a:pt x="291818" y="421448"/>
                  </a:lnTo>
                  <a:lnTo>
                    <a:pt x="171890" y="421447"/>
                  </a:lnTo>
                  <a:lnTo>
                    <a:pt x="140818" y="366738"/>
                  </a:lnTo>
                  <a:close/>
                </a:path>
                <a:path w="575945" h="624204">
                  <a:moveTo>
                    <a:pt x="541658" y="366738"/>
                  </a:moveTo>
                  <a:lnTo>
                    <a:pt x="523669" y="366738"/>
                  </a:lnTo>
                  <a:lnTo>
                    <a:pt x="559646" y="429552"/>
                  </a:lnTo>
                  <a:lnTo>
                    <a:pt x="523670" y="492364"/>
                  </a:lnTo>
                  <a:lnTo>
                    <a:pt x="539374" y="492364"/>
                  </a:lnTo>
                  <a:lnTo>
                    <a:pt x="573637" y="431579"/>
                  </a:lnTo>
                  <a:lnTo>
                    <a:pt x="575636" y="427526"/>
                  </a:lnTo>
                  <a:lnTo>
                    <a:pt x="575636" y="425500"/>
                  </a:lnTo>
                  <a:lnTo>
                    <a:pt x="573637" y="423474"/>
                  </a:lnTo>
                  <a:lnTo>
                    <a:pt x="541658" y="366738"/>
                  </a:lnTo>
                  <a:close/>
                </a:path>
                <a:path w="575945" h="624204">
                  <a:moveTo>
                    <a:pt x="129916" y="117518"/>
                  </a:moveTo>
                  <a:lnTo>
                    <a:pt x="45970" y="117518"/>
                  </a:lnTo>
                  <a:lnTo>
                    <a:pt x="43971" y="119544"/>
                  </a:lnTo>
                  <a:lnTo>
                    <a:pt x="41972" y="119544"/>
                  </a:lnTo>
                  <a:lnTo>
                    <a:pt x="1998" y="190460"/>
                  </a:lnTo>
                  <a:lnTo>
                    <a:pt x="0" y="194512"/>
                  </a:lnTo>
                  <a:lnTo>
                    <a:pt x="0" y="196539"/>
                  </a:lnTo>
                  <a:lnTo>
                    <a:pt x="1998" y="198565"/>
                  </a:lnTo>
                  <a:lnTo>
                    <a:pt x="41973" y="269481"/>
                  </a:lnTo>
                  <a:lnTo>
                    <a:pt x="45970" y="273534"/>
                  </a:lnTo>
                  <a:lnTo>
                    <a:pt x="123920" y="273534"/>
                  </a:lnTo>
                  <a:lnTo>
                    <a:pt x="181883" y="374843"/>
                  </a:lnTo>
                  <a:lnTo>
                    <a:pt x="185881" y="378898"/>
                  </a:lnTo>
                  <a:lnTo>
                    <a:pt x="189878" y="378898"/>
                  </a:lnTo>
                  <a:lnTo>
                    <a:pt x="189878" y="376871"/>
                  </a:lnTo>
                  <a:lnTo>
                    <a:pt x="193876" y="376871"/>
                  </a:lnTo>
                  <a:lnTo>
                    <a:pt x="195874" y="372816"/>
                  </a:lnTo>
                  <a:lnTo>
                    <a:pt x="193875" y="368764"/>
                  </a:lnTo>
                  <a:lnTo>
                    <a:pt x="135912" y="267455"/>
                  </a:lnTo>
                  <a:lnTo>
                    <a:pt x="141666" y="257324"/>
                  </a:lnTo>
                  <a:lnTo>
                    <a:pt x="51966" y="257324"/>
                  </a:lnTo>
                  <a:lnTo>
                    <a:pt x="15989" y="194513"/>
                  </a:lnTo>
                  <a:lnTo>
                    <a:pt x="51966" y="131701"/>
                  </a:lnTo>
                  <a:lnTo>
                    <a:pt x="139624" y="131701"/>
                  </a:lnTo>
                  <a:lnTo>
                    <a:pt x="133914" y="121570"/>
                  </a:lnTo>
                  <a:lnTo>
                    <a:pt x="129916" y="117518"/>
                  </a:lnTo>
                  <a:close/>
                </a:path>
                <a:path w="575945" h="624204">
                  <a:moveTo>
                    <a:pt x="193876" y="376871"/>
                  </a:moveTo>
                  <a:lnTo>
                    <a:pt x="189878" y="376871"/>
                  </a:lnTo>
                  <a:lnTo>
                    <a:pt x="191877" y="378898"/>
                  </a:lnTo>
                  <a:lnTo>
                    <a:pt x="193876" y="376871"/>
                  </a:lnTo>
                  <a:close/>
                </a:path>
                <a:path w="575945" h="624204">
                  <a:moveTo>
                    <a:pt x="529665" y="115492"/>
                  </a:moveTo>
                  <a:lnTo>
                    <a:pt x="445719" y="115492"/>
                  </a:lnTo>
                  <a:lnTo>
                    <a:pt x="441722" y="119544"/>
                  </a:lnTo>
                  <a:lnTo>
                    <a:pt x="403746" y="186408"/>
                  </a:lnTo>
                  <a:lnTo>
                    <a:pt x="283823" y="186408"/>
                  </a:lnTo>
                  <a:lnTo>
                    <a:pt x="279825" y="190460"/>
                  </a:lnTo>
                  <a:lnTo>
                    <a:pt x="279825" y="198565"/>
                  </a:lnTo>
                  <a:lnTo>
                    <a:pt x="283823" y="202617"/>
                  </a:lnTo>
                  <a:lnTo>
                    <a:pt x="403746" y="202618"/>
                  </a:lnTo>
                  <a:lnTo>
                    <a:pt x="441722" y="269482"/>
                  </a:lnTo>
                  <a:lnTo>
                    <a:pt x="445719" y="273534"/>
                  </a:lnTo>
                  <a:lnTo>
                    <a:pt x="529665" y="273534"/>
                  </a:lnTo>
                  <a:lnTo>
                    <a:pt x="533663" y="269482"/>
                  </a:lnTo>
                  <a:lnTo>
                    <a:pt x="540516" y="257325"/>
                  </a:lnTo>
                  <a:lnTo>
                    <a:pt x="451715" y="257324"/>
                  </a:lnTo>
                  <a:lnTo>
                    <a:pt x="415738" y="194513"/>
                  </a:lnTo>
                  <a:lnTo>
                    <a:pt x="451715" y="131701"/>
                  </a:lnTo>
                  <a:lnTo>
                    <a:pt x="540515" y="131701"/>
                  </a:lnTo>
                  <a:lnTo>
                    <a:pt x="533663" y="119544"/>
                  </a:lnTo>
                  <a:lnTo>
                    <a:pt x="529665" y="115492"/>
                  </a:lnTo>
                  <a:close/>
                </a:path>
                <a:path w="575945" h="624204">
                  <a:moveTo>
                    <a:pt x="329793" y="0"/>
                  </a:moveTo>
                  <a:lnTo>
                    <a:pt x="245847" y="0"/>
                  </a:lnTo>
                  <a:lnTo>
                    <a:pt x="241849" y="4052"/>
                  </a:lnTo>
                  <a:lnTo>
                    <a:pt x="201870" y="74968"/>
                  </a:lnTo>
                  <a:lnTo>
                    <a:pt x="199871" y="79020"/>
                  </a:lnTo>
                  <a:lnTo>
                    <a:pt x="199871" y="81047"/>
                  </a:lnTo>
                  <a:lnTo>
                    <a:pt x="201870" y="83073"/>
                  </a:lnTo>
                  <a:lnTo>
                    <a:pt x="239851" y="149937"/>
                  </a:lnTo>
                  <a:lnTo>
                    <a:pt x="181883" y="251246"/>
                  </a:lnTo>
                  <a:lnTo>
                    <a:pt x="179884" y="255298"/>
                  </a:lnTo>
                  <a:lnTo>
                    <a:pt x="179884" y="259350"/>
                  </a:lnTo>
                  <a:lnTo>
                    <a:pt x="183882" y="261377"/>
                  </a:lnTo>
                  <a:lnTo>
                    <a:pt x="189878" y="261377"/>
                  </a:lnTo>
                  <a:lnTo>
                    <a:pt x="191877" y="259350"/>
                  </a:lnTo>
                  <a:lnTo>
                    <a:pt x="193875" y="259350"/>
                  </a:lnTo>
                  <a:lnTo>
                    <a:pt x="251843" y="158041"/>
                  </a:lnTo>
                  <a:lnTo>
                    <a:pt x="329793" y="158042"/>
                  </a:lnTo>
                  <a:lnTo>
                    <a:pt x="333791" y="153989"/>
                  </a:lnTo>
                  <a:lnTo>
                    <a:pt x="340643" y="141832"/>
                  </a:lnTo>
                  <a:lnTo>
                    <a:pt x="251843" y="141832"/>
                  </a:lnTo>
                  <a:lnTo>
                    <a:pt x="215861" y="79020"/>
                  </a:lnTo>
                  <a:lnTo>
                    <a:pt x="251843" y="16209"/>
                  </a:lnTo>
                  <a:lnTo>
                    <a:pt x="340643" y="16209"/>
                  </a:lnTo>
                  <a:lnTo>
                    <a:pt x="333791" y="4052"/>
                  </a:lnTo>
                  <a:lnTo>
                    <a:pt x="329793" y="0"/>
                  </a:lnTo>
                  <a:close/>
                </a:path>
                <a:path w="575945" h="624204">
                  <a:moveTo>
                    <a:pt x="139624" y="131701"/>
                  </a:moveTo>
                  <a:lnTo>
                    <a:pt x="123920" y="131701"/>
                  </a:lnTo>
                  <a:lnTo>
                    <a:pt x="159897" y="194513"/>
                  </a:lnTo>
                  <a:lnTo>
                    <a:pt x="123920" y="257324"/>
                  </a:lnTo>
                  <a:lnTo>
                    <a:pt x="141666" y="257324"/>
                  </a:lnTo>
                  <a:lnTo>
                    <a:pt x="173888" y="200591"/>
                  </a:lnTo>
                  <a:lnTo>
                    <a:pt x="175887" y="196539"/>
                  </a:lnTo>
                  <a:lnTo>
                    <a:pt x="175887" y="194513"/>
                  </a:lnTo>
                  <a:lnTo>
                    <a:pt x="173888" y="192486"/>
                  </a:lnTo>
                  <a:lnTo>
                    <a:pt x="139624" y="131701"/>
                  </a:lnTo>
                  <a:close/>
                </a:path>
                <a:path w="575945" h="624204">
                  <a:moveTo>
                    <a:pt x="540515" y="131701"/>
                  </a:moveTo>
                  <a:lnTo>
                    <a:pt x="523669" y="131701"/>
                  </a:lnTo>
                  <a:lnTo>
                    <a:pt x="559646" y="194513"/>
                  </a:lnTo>
                  <a:lnTo>
                    <a:pt x="523669" y="257325"/>
                  </a:lnTo>
                  <a:lnTo>
                    <a:pt x="540516" y="257325"/>
                  </a:lnTo>
                  <a:lnTo>
                    <a:pt x="573637" y="198565"/>
                  </a:lnTo>
                  <a:lnTo>
                    <a:pt x="575636" y="194513"/>
                  </a:lnTo>
                  <a:lnTo>
                    <a:pt x="575636" y="192487"/>
                  </a:lnTo>
                  <a:lnTo>
                    <a:pt x="573637" y="190461"/>
                  </a:lnTo>
                  <a:lnTo>
                    <a:pt x="540515" y="131701"/>
                  </a:lnTo>
                  <a:close/>
                </a:path>
                <a:path w="575945" h="624204">
                  <a:moveTo>
                    <a:pt x="340643" y="16209"/>
                  </a:moveTo>
                  <a:lnTo>
                    <a:pt x="323797" y="16209"/>
                  </a:lnTo>
                  <a:lnTo>
                    <a:pt x="359774" y="79021"/>
                  </a:lnTo>
                  <a:lnTo>
                    <a:pt x="323797" y="141832"/>
                  </a:lnTo>
                  <a:lnTo>
                    <a:pt x="340643" y="141832"/>
                  </a:lnTo>
                  <a:lnTo>
                    <a:pt x="373765" y="83073"/>
                  </a:lnTo>
                  <a:lnTo>
                    <a:pt x="375764" y="79021"/>
                  </a:lnTo>
                  <a:lnTo>
                    <a:pt x="375764" y="76994"/>
                  </a:lnTo>
                  <a:lnTo>
                    <a:pt x="373765" y="74968"/>
                  </a:lnTo>
                  <a:lnTo>
                    <a:pt x="340643" y="16209"/>
                  </a:lnTo>
                  <a:close/>
                </a:path>
              </a:pathLst>
            </a:custGeom>
            <a:solidFill>
              <a:srgbClr val="0E61FD"/>
            </a:solidFill>
          </p:spPr>
          <p:txBody>
            <a:bodyPr wrap="square" lIns="0" tIns="0" rIns="0" bIns="0" rtlCol="0"/>
            <a:lstStyle/>
            <a:p>
              <a:endParaRPr sz="2184" dirty="0"/>
            </a:p>
          </p:txBody>
        </p:sp>
      </p:grpSp>
      <p:grpSp>
        <p:nvGrpSpPr>
          <p:cNvPr id="109" name="Group 108">
            <a:extLst>
              <a:ext uri="{FF2B5EF4-FFF2-40B4-BE49-F238E27FC236}">
                <a16:creationId xmlns:a16="http://schemas.microsoft.com/office/drawing/2014/main" id="{CB956723-EF66-0A46-C905-9388586E41F8}"/>
              </a:ext>
            </a:extLst>
          </p:cNvPr>
          <p:cNvGrpSpPr/>
          <p:nvPr/>
        </p:nvGrpSpPr>
        <p:grpSpPr>
          <a:xfrm>
            <a:off x="13982535" y="4350569"/>
            <a:ext cx="1038768" cy="1048010"/>
            <a:chOff x="632141" y="4587982"/>
            <a:chExt cx="519384" cy="524005"/>
          </a:xfrm>
        </p:grpSpPr>
        <p:sp>
          <p:nvSpPr>
            <p:cNvPr id="110" name="object 10">
              <a:extLst>
                <a:ext uri="{FF2B5EF4-FFF2-40B4-BE49-F238E27FC236}">
                  <a16:creationId xmlns:a16="http://schemas.microsoft.com/office/drawing/2014/main" id="{6399902F-E42B-C2F8-3B55-440778094515}"/>
                </a:ext>
              </a:extLst>
            </p:cNvPr>
            <p:cNvSpPr/>
            <p:nvPr/>
          </p:nvSpPr>
          <p:spPr>
            <a:xfrm>
              <a:off x="632141" y="4587982"/>
              <a:ext cx="519384" cy="524005"/>
            </a:xfrm>
            <a:custGeom>
              <a:avLst/>
              <a:gdLst/>
              <a:ahLst/>
              <a:cxnLst/>
              <a:rect l="l" t="t" r="r" b="b"/>
              <a:pathLst>
                <a:path w="856615" h="864235">
                  <a:moveTo>
                    <a:pt x="713276" y="0"/>
                  </a:moveTo>
                  <a:lnTo>
                    <a:pt x="142718" y="0"/>
                  </a:lnTo>
                  <a:lnTo>
                    <a:pt x="97598" y="7272"/>
                  </a:lnTo>
                  <a:lnTo>
                    <a:pt x="58420" y="27522"/>
                  </a:lnTo>
                  <a:lnTo>
                    <a:pt x="27529" y="58397"/>
                  </a:lnTo>
                  <a:lnTo>
                    <a:pt x="7273" y="97545"/>
                  </a:lnTo>
                  <a:lnTo>
                    <a:pt x="0" y="142613"/>
                  </a:lnTo>
                  <a:lnTo>
                    <a:pt x="0" y="721234"/>
                  </a:lnTo>
                  <a:lnTo>
                    <a:pt x="7273" y="766354"/>
                  </a:lnTo>
                  <a:lnTo>
                    <a:pt x="27529" y="805532"/>
                  </a:lnTo>
                  <a:lnTo>
                    <a:pt x="58420" y="836423"/>
                  </a:lnTo>
                  <a:lnTo>
                    <a:pt x="97598" y="856679"/>
                  </a:lnTo>
                  <a:lnTo>
                    <a:pt x="142718" y="863952"/>
                  </a:lnTo>
                  <a:lnTo>
                    <a:pt x="713276" y="863952"/>
                  </a:lnTo>
                  <a:lnTo>
                    <a:pt x="758396" y="856679"/>
                  </a:lnTo>
                  <a:lnTo>
                    <a:pt x="797574" y="836423"/>
                  </a:lnTo>
                  <a:lnTo>
                    <a:pt x="828465" y="805532"/>
                  </a:lnTo>
                  <a:lnTo>
                    <a:pt x="848721" y="766354"/>
                  </a:lnTo>
                  <a:lnTo>
                    <a:pt x="855994" y="721234"/>
                  </a:lnTo>
                  <a:lnTo>
                    <a:pt x="855994" y="142613"/>
                  </a:lnTo>
                  <a:lnTo>
                    <a:pt x="848721" y="97545"/>
                  </a:lnTo>
                  <a:lnTo>
                    <a:pt x="828465" y="58397"/>
                  </a:lnTo>
                  <a:lnTo>
                    <a:pt x="797574" y="27522"/>
                  </a:lnTo>
                  <a:lnTo>
                    <a:pt x="758396" y="7272"/>
                  </a:lnTo>
                  <a:lnTo>
                    <a:pt x="713276" y="0"/>
                  </a:lnTo>
                  <a:close/>
                </a:path>
              </a:pathLst>
            </a:custGeom>
            <a:solidFill>
              <a:srgbClr val="E4F6FF"/>
            </a:solidFill>
            <a:ln w="19050">
              <a:solidFill>
                <a:srgbClr val="0E61FD"/>
              </a:solidFill>
            </a:ln>
          </p:spPr>
          <p:txBody>
            <a:bodyPr wrap="square" lIns="0" tIns="0" rIns="0" bIns="0" rtlCol="0"/>
            <a:lstStyle/>
            <a:p>
              <a:endParaRPr sz="2184" dirty="0"/>
            </a:p>
          </p:txBody>
        </p:sp>
        <p:sp>
          <p:nvSpPr>
            <p:cNvPr id="111" name="object 21">
              <a:extLst>
                <a:ext uri="{FF2B5EF4-FFF2-40B4-BE49-F238E27FC236}">
                  <a16:creationId xmlns:a16="http://schemas.microsoft.com/office/drawing/2014/main" id="{755AE17F-0CAB-F3F2-F056-005676A70A29}"/>
                </a:ext>
              </a:extLst>
            </p:cNvPr>
            <p:cNvSpPr/>
            <p:nvPr/>
          </p:nvSpPr>
          <p:spPr>
            <a:xfrm>
              <a:off x="717229" y="4668030"/>
              <a:ext cx="349208" cy="378469"/>
            </a:xfrm>
            <a:custGeom>
              <a:avLst/>
              <a:gdLst/>
              <a:ahLst/>
              <a:cxnLst/>
              <a:rect l="l" t="t" r="r" b="b"/>
              <a:pathLst>
                <a:path w="575945" h="624204">
                  <a:moveTo>
                    <a:pt x="387757" y="360660"/>
                  </a:moveTo>
                  <a:lnTo>
                    <a:pt x="383759" y="360660"/>
                  </a:lnTo>
                  <a:lnTo>
                    <a:pt x="381760" y="364712"/>
                  </a:lnTo>
                  <a:lnTo>
                    <a:pt x="323798" y="466023"/>
                  </a:lnTo>
                  <a:lnTo>
                    <a:pt x="245848" y="466023"/>
                  </a:lnTo>
                  <a:lnTo>
                    <a:pt x="241850" y="470076"/>
                  </a:lnTo>
                  <a:lnTo>
                    <a:pt x="201871" y="540992"/>
                  </a:lnTo>
                  <a:lnTo>
                    <a:pt x="199872" y="545044"/>
                  </a:lnTo>
                  <a:lnTo>
                    <a:pt x="199872" y="547071"/>
                  </a:lnTo>
                  <a:lnTo>
                    <a:pt x="201871" y="549097"/>
                  </a:lnTo>
                  <a:lnTo>
                    <a:pt x="241851" y="620012"/>
                  </a:lnTo>
                  <a:lnTo>
                    <a:pt x="245848" y="624064"/>
                  </a:lnTo>
                  <a:lnTo>
                    <a:pt x="329794" y="624064"/>
                  </a:lnTo>
                  <a:lnTo>
                    <a:pt x="333792" y="620012"/>
                  </a:lnTo>
                  <a:lnTo>
                    <a:pt x="340644" y="607856"/>
                  </a:lnTo>
                  <a:lnTo>
                    <a:pt x="251844" y="607856"/>
                  </a:lnTo>
                  <a:lnTo>
                    <a:pt x="215862" y="545044"/>
                  </a:lnTo>
                  <a:lnTo>
                    <a:pt x="251844" y="482233"/>
                  </a:lnTo>
                  <a:lnTo>
                    <a:pt x="340393" y="482233"/>
                  </a:lnTo>
                  <a:lnTo>
                    <a:pt x="335790" y="474128"/>
                  </a:lnTo>
                  <a:lnTo>
                    <a:pt x="393753" y="372817"/>
                  </a:lnTo>
                  <a:lnTo>
                    <a:pt x="395751" y="368764"/>
                  </a:lnTo>
                  <a:lnTo>
                    <a:pt x="395751" y="364712"/>
                  </a:lnTo>
                  <a:lnTo>
                    <a:pt x="387757" y="360660"/>
                  </a:lnTo>
                  <a:close/>
                </a:path>
                <a:path w="575945" h="624204">
                  <a:moveTo>
                    <a:pt x="340393" y="482233"/>
                  </a:moveTo>
                  <a:lnTo>
                    <a:pt x="323798" y="482233"/>
                  </a:lnTo>
                  <a:lnTo>
                    <a:pt x="359775" y="545045"/>
                  </a:lnTo>
                  <a:lnTo>
                    <a:pt x="323798" y="607856"/>
                  </a:lnTo>
                  <a:lnTo>
                    <a:pt x="340644" y="607856"/>
                  </a:lnTo>
                  <a:lnTo>
                    <a:pt x="373766" y="549097"/>
                  </a:lnTo>
                  <a:lnTo>
                    <a:pt x="375765" y="545045"/>
                  </a:lnTo>
                  <a:lnTo>
                    <a:pt x="375765" y="543018"/>
                  </a:lnTo>
                  <a:lnTo>
                    <a:pt x="373766" y="540992"/>
                  </a:lnTo>
                  <a:lnTo>
                    <a:pt x="340393" y="482233"/>
                  </a:lnTo>
                  <a:close/>
                </a:path>
                <a:path w="575945" h="624204">
                  <a:moveTo>
                    <a:pt x="129916" y="350528"/>
                  </a:moveTo>
                  <a:lnTo>
                    <a:pt x="45970" y="350528"/>
                  </a:lnTo>
                  <a:lnTo>
                    <a:pt x="43972" y="352555"/>
                  </a:lnTo>
                  <a:lnTo>
                    <a:pt x="41973" y="352555"/>
                  </a:lnTo>
                  <a:lnTo>
                    <a:pt x="1999" y="423473"/>
                  </a:lnTo>
                  <a:lnTo>
                    <a:pt x="0" y="427526"/>
                  </a:lnTo>
                  <a:lnTo>
                    <a:pt x="0" y="429552"/>
                  </a:lnTo>
                  <a:lnTo>
                    <a:pt x="1999" y="431578"/>
                  </a:lnTo>
                  <a:lnTo>
                    <a:pt x="41973" y="502494"/>
                  </a:lnTo>
                  <a:lnTo>
                    <a:pt x="45971" y="506547"/>
                  </a:lnTo>
                  <a:lnTo>
                    <a:pt x="129917" y="506547"/>
                  </a:lnTo>
                  <a:lnTo>
                    <a:pt x="131915" y="504521"/>
                  </a:lnTo>
                  <a:lnTo>
                    <a:pt x="133914" y="504521"/>
                  </a:lnTo>
                  <a:lnTo>
                    <a:pt x="140819" y="492364"/>
                  </a:lnTo>
                  <a:lnTo>
                    <a:pt x="51967" y="492364"/>
                  </a:lnTo>
                  <a:lnTo>
                    <a:pt x="15990" y="429552"/>
                  </a:lnTo>
                  <a:lnTo>
                    <a:pt x="51966" y="366738"/>
                  </a:lnTo>
                  <a:lnTo>
                    <a:pt x="140818" y="366738"/>
                  </a:lnTo>
                  <a:lnTo>
                    <a:pt x="133914" y="354581"/>
                  </a:lnTo>
                  <a:lnTo>
                    <a:pt x="129916" y="350528"/>
                  </a:lnTo>
                  <a:close/>
                </a:path>
                <a:path w="575945" h="624204">
                  <a:moveTo>
                    <a:pt x="387756" y="243141"/>
                  </a:moveTo>
                  <a:lnTo>
                    <a:pt x="383759" y="245167"/>
                  </a:lnTo>
                  <a:lnTo>
                    <a:pt x="381760" y="247193"/>
                  </a:lnTo>
                  <a:lnTo>
                    <a:pt x="379761" y="251246"/>
                  </a:lnTo>
                  <a:lnTo>
                    <a:pt x="381760" y="255298"/>
                  </a:lnTo>
                  <a:lnTo>
                    <a:pt x="439723" y="356607"/>
                  </a:lnTo>
                  <a:lnTo>
                    <a:pt x="401748" y="423474"/>
                  </a:lnTo>
                  <a:lnTo>
                    <a:pt x="399749" y="427526"/>
                  </a:lnTo>
                  <a:lnTo>
                    <a:pt x="399749" y="429552"/>
                  </a:lnTo>
                  <a:lnTo>
                    <a:pt x="401748" y="431579"/>
                  </a:lnTo>
                  <a:lnTo>
                    <a:pt x="441722" y="502495"/>
                  </a:lnTo>
                  <a:lnTo>
                    <a:pt x="445720" y="506547"/>
                  </a:lnTo>
                  <a:lnTo>
                    <a:pt x="529666" y="506547"/>
                  </a:lnTo>
                  <a:lnTo>
                    <a:pt x="533663" y="502495"/>
                  </a:lnTo>
                  <a:lnTo>
                    <a:pt x="539374" y="492364"/>
                  </a:lnTo>
                  <a:lnTo>
                    <a:pt x="451716" y="492364"/>
                  </a:lnTo>
                  <a:lnTo>
                    <a:pt x="415739" y="429552"/>
                  </a:lnTo>
                  <a:lnTo>
                    <a:pt x="451716" y="366738"/>
                  </a:lnTo>
                  <a:lnTo>
                    <a:pt x="541658" y="366738"/>
                  </a:lnTo>
                  <a:lnTo>
                    <a:pt x="533663" y="352555"/>
                  </a:lnTo>
                  <a:lnTo>
                    <a:pt x="529666" y="348503"/>
                  </a:lnTo>
                  <a:lnTo>
                    <a:pt x="451715" y="348503"/>
                  </a:lnTo>
                  <a:lnTo>
                    <a:pt x="393752" y="247193"/>
                  </a:lnTo>
                  <a:lnTo>
                    <a:pt x="391754" y="245167"/>
                  </a:lnTo>
                  <a:lnTo>
                    <a:pt x="387756" y="243141"/>
                  </a:lnTo>
                  <a:close/>
                </a:path>
                <a:path w="575945" h="624204">
                  <a:moveTo>
                    <a:pt x="140818" y="366738"/>
                  </a:moveTo>
                  <a:lnTo>
                    <a:pt x="123920" y="366738"/>
                  </a:lnTo>
                  <a:lnTo>
                    <a:pt x="159897" y="429552"/>
                  </a:lnTo>
                  <a:lnTo>
                    <a:pt x="123921" y="492364"/>
                  </a:lnTo>
                  <a:lnTo>
                    <a:pt x="140819" y="492364"/>
                  </a:lnTo>
                  <a:lnTo>
                    <a:pt x="171890" y="437657"/>
                  </a:lnTo>
                  <a:lnTo>
                    <a:pt x="291818" y="437657"/>
                  </a:lnTo>
                  <a:lnTo>
                    <a:pt x="295816" y="433605"/>
                  </a:lnTo>
                  <a:lnTo>
                    <a:pt x="295816" y="425500"/>
                  </a:lnTo>
                  <a:lnTo>
                    <a:pt x="291818" y="421448"/>
                  </a:lnTo>
                  <a:lnTo>
                    <a:pt x="171890" y="421447"/>
                  </a:lnTo>
                  <a:lnTo>
                    <a:pt x="140818" y="366738"/>
                  </a:lnTo>
                  <a:close/>
                </a:path>
                <a:path w="575945" h="624204">
                  <a:moveTo>
                    <a:pt x="541658" y="366738"/>
                  </a:moveTo>
                  <a:lnTo>
                    <a:pt x="523669" y="366738"/>
                  </a:lnTo>
                  <a:lnTo>
                    <a:pt x="559646" y="429552"/>
                  </a:lnTo>
                  <a:lnTo>
                    <a:pt x="523670" y="492364"/>
                  </a:lnTo>
                  <a:lnTo>
                    <a:pt x="539374" y="492364"/>
                  </a:lnTo>
                  <a:lnTo>
                    <a:pt x="573637" y="431579"/>
                  </a:lnTo>
                  <a:lnTo>
                    <a:pt x="575636" y="427526"/>
                  </a:lnTo>
                  <a:lnTo>
                    <a:pt x="575636" y="425500"/>
                  </a:lnTo>
                  <a:lnTo>
                    <a:pt x="573637" y="423474"/>
                  </a:lnTo>
                  <a:lnTo>
                    <a:pt x="541658" y="366738"/>
                  </a:lnTo>
                  <a:close/>
                </a:path>
                <a:path w="575945" h="624204">
                  <a:moveTo>
                    <a:pt x="129916" y="117518"/>
                  </a:moveTo>
                  <a:lnTo>
                    <a:pt x="45970" y="117518"/>
                  </a:lnTo>
                  <a:lnTo>
                    <a:pt x="43971" y="119544"/>
                  </a:lnTo>
                  <a:lnTo>
                    <a:pt x="41972" y="119544"/>
                  </a:lnTo>
                  <a:lnTo>
                    <a:pt x="1998" y="190460"/>
                  </a:lnTo>
                  <a:lnTo>
                    <a:pt x="0" y="194512"/>
                  </a:lnTo>
                  <a:lnTo>
                    <a:pt x="0" y="196539"/>
                  </a:lnTo>
                  <a:lnTo>
                    <a:pt x="1998" y="198565"/>
                  </a:lnTo>
                  <a:lnTo>
                    <a:pt x="41973" y="269481"/>
                  </a:lnTo>
                  <a:lnTo>
                    <a:pt x="45970" y="273534"/>
                  </a:lnTo>
                  <a:lnTo>
                    <a:pt x="123920" y="273534"/>
                  </a:lnTo>
                  <a:lnTo>
                    <a:pt x="181883" y="374843"/>
                  </a:lnTo>
                  <a:lnTo>
                    <a:pt x="185881" y="378898"/>
                  </a:lnTo>
                  <a:lnTo>
                    <a:pt x="189878" y="378898"/>
                  </a:lnTo>
                  <a:lnTo>
                    <a:pt x="189878" y="376871"/>
                  </a:lnTo>
                  <a:lnTo>
                    <a:pt x="193876" y="376871"/>
                  </a:lnTo>
                  <a:lnTo>
                    <a:pt x="195874" y="372816"/>
                  </a:lnTo>
                  <a:lnTo>
                    <a:pt x="193875" y="368764"/>
                  </a:lnTo>
                  <a:lnTo>
                    <a:pt x="135912" y="267455"/>
                  </a:lnTo>
                  <a:lnTo>
                    <a:pt x="141666" y="257324"/>
                  </a:lnTo>
                  <a:lnTo>
                    <a:pt x="51966" y="257324"/>
                  </a:lnTo>
                  <a:lnTo>
                    <a:pt x="15989" y="194513"/>
                  </a:lnTo>
                  <a:lnTo>
                    <a:pt x="51966" y="131701"/>
                  </a:lnTo>
                  <a:lnTo>
                    <a:pt x="139624" y="131701"/>
                  </a:lnTo>
                  <a:lnTo>
                    <a:pt x="133914" y="121570"/>
                  </a:lnTo>
                  <a:lnTo>
                    <a:pt x="129916" y="117518"/>
                  </a:lnTo>
                  <a:close/>
                </a:path>
                <a:path w="575945" h="624204">
                  <a:moveTo>
                    <a:pt x="193876" y="376871"/>
                  </a:moveTo>
                  <a:lnTo>
                    <a:pt x="189878" y="376871"/>
                  </a:lnTo>
                  <a:lnTo>
                    <a:pt x="191877" y="378898"/>
                  </a:lnTo>
                  <a:lnTo>
                    <a:pt x="193876" y="376871"/>
                  </a:lnTo>
                  <a:close/>
                </a:path>
                <a:path w="575945" h="624204">
                  <a:moveTo>
                    <a:pt x="529665" y="115492"/>
                  </a:moveTo>
                  <a:lnTo>
                    <a:pt x="445719" y="115492"/>
                  </a:lnTo>
                  <a:lnTo>
                    <a:pt x="441722" y="119544"/>
                  </a:lnTo>
                  <a:lnTo>
                    <a:pt x="403746" y="186408"/>
                  </a:lnTo>
                  <a:lnTo>
                    <a:pt x="283823" y="186408"/>
                  </a:lnTo>
                  <a:lnTo>
                    <a:pt x="279825" y="190460"/>
                  </a:lnTo>
                  <a:lnTo>
                    <a:pt x="279825" y="198565"/>
                  </a:lnTo>
                  <a:lnTo>
                    <a:pt x="283823" y="202617"/>
                  </a:lnTo>
                  <a:lnTo>
                    <a:pt x="403746" y="202618"/>
                  </a:lnTo>
                  <a:lnTo>
                    <a:pt x="441722" y="269482"/>
                  </a:lnTo>
                  <a:lnTo>
                    <a:pt x="445719" y="273534"/>
                  </a:lnTo>
                  <a:lnTo>
                    <a:pt x="529665" y="273534"/>
                  </a:lnTo>
                  <a:lnTo>
                    <a:pt x="533663" y="269482"/>
                  </a:lnTo>
                  <a:lnTo>
                    <a:pt x="540516" y="257325"/>
                  </a:lnTo>
                  <a:lnTo>
                    <a:pt x="451715" y="257324"/>
                  </a:lnTo>
                  <a:lnTo>
                    <a:pt x="415738" y="194513"/>
                  </a:lnTo>
                  <a:lnTo>
                    <a:pt x="451715" y="131701"/>
                  </a:lnTo>
                  <a:lnTo>
                    <a:pt x="540515" y="131701"/>
                  </a:lnTo>
                  <a:lnTo>
                    <a:pt x="533663" y="119544"/>
                  </a:lnTo>
                  <a:lnTo>
                    <a:pt x="529665" y="115492"/>
                  </a:lnTo>
                  <a:close/>
                </a:path>
                <a:path w="575945" h="624204">
                  <a:moveTo>
                    <a:pt x="329793" y="0"/>
                  </a:moveTo>
                  <a:lnTo>
                    <a:pt x="245847" y="0"/>
                  </a:lnTo>
                  <a:lnTo>
                    <a:pt x="241849" y="4052"/>
                  </a:lnTo>
                  <a:lnTo>
                    <a:pt x="201870" y="74968"/>
                  </a:lnTo>
                  <a:lnTo>
                    <a:pt x="199871" y="79020"/>
                  </a:lnTo>
                  <a:lnTo>
                    <a:pt x="199871" y="81047"/>
                  </a:lnTo>
                  <a:lnTo>
                    <a:pt x="201870" y="83073"/>
                  </a:lnTo>
                  <a:lnTo>
                    <a:pt x="239851" y="149937"/>
                  </a:lnTo>
                  <a:lnTo>
                    <a:pt x="181883" y="251246"/>
                  </a:lnTo>
                  <a:lnTo>
                    <a:pt x="179884" y="255298"/>
                  </a:lnTo>
                  <a:lnTo>
                    <a:pt x="179884" y="259350"/>
                  </a:lnTo>
                  <a:lnTo>
                    <a:pt x="183882" y="261377"/>
                  </a:lnTo>
                  <a:lnTo>
                    <a:pt x="189878" y="261377"/>
                  </a:lnTo>
                  <a:lnTo>
                    <a:pt x="191877" y="259350"/>
                  </a:lnTo>
                  <a:lnTo>
                    <a:pt x="193875" y="259350"/>
                  </a:lnTo>
                  <a:lnTo>
                    <a:pt x="251843" y="158041"/>
                  </a:lnTo>
                  <a:lnTo>
                    <a:pt x="329793" y="158042"/>
                  </a:lnTo>
                  <a:lnTo>
                    <a:pt x="333791" y="153989"/>
                  </a:lnTo>
                  <a:lnTo>
                    <a:pt x="340643" y="141832"/>
                  </a:lnTo>
                  <a:lnTo>
                    <a:pt x="251843" y="141832"/>
                  </a:lnTo>
                  <a:lnTo>
                    <a:pt x="215861" y="79020"/>
                  </a:lnTo>
                  <a:lnTo>
                    <a:pt x="251843" y="16209"/>
                  </a:lnTo>
                  <a:lnTo>
                    <a:pt x="340643" y="16209"/>
                  </a:lnTo>
                  <a:lnTo>
                    <a:pt x="333791" y="4052"/>
                  </a:lnTo>
                  <a:lnTo>
                    <a:pt x="329793" y="0"/>
                  </a:lnTo>
                  <a:close/>
                </a:path>
                <a:path w="575945" h="624204">
                  <a:moveTo>
                    <a:pt x="139624" y="131701"/>
                  </a:moveTo>
                  <a:lnTo>
                    <a:pt x="123920" y="131701"/>
                  </a:lnTo>
                  <a:lnTo>
                    <a:pt x="159897" y="194513"/>
                  </a:lnTo>
                  <a:lnTo>
                    <a:pt x="123920" y="257324"/>
                  </a:lnTo>
                  <a:lnTo>
                    <a:pt x="141666" y="257324"/>
                  </a:lnTo>
                  <a:lnTo>
                    <a:pt x="173888" y="200591"/>
                  </a:lnTo>
                  <a:lnTo>
                    <a:pt x="175887" y="196539"/>
                  </a:lnTo>
                  <a:lnTo>
                    <a:pt x="175887" y="194513"/>
                  </a:lnTo>
                  <a:lnTo>
                    <a:pt x="173888" y="192486"/>
                  </a:lnTo>
                  <a:lnTo>
                    <a:pt x="139624" y="131701"/>
                  </a:lnTo>
                  <a:close/>
                </a:path>
                <a:path w="575945" h="624204">
                  <a:moveTo>
                    <a:pt x="540515" y="131701"/>
                  </a:moveTo>
                  <a:lnTo>
                    <a:pt x="523669" y="131701"/>
                  </a:lnTo>
                  <a:lnTo>
                    <a:pt x="559646" y="194513"/>
                  </a:lnTo>
                  <a:lnTo>
                    <a:pt x="523669" y="257325"/>
                  </a:lnTo>
                  <a:lnTo>
                    <a:pt x="540516" y="257325"/>
                  </a:lnTo>
                  <a:lnTo>
                    <a:pt x="573637" y="198565"/>
                  </a:lnTo>
                  <a:lnTo>
                    <a:pt x="575636" y="194513"/>
                  </a:lnTo>
                  <a:lnTo>
                    <a:pt x="575636" y="192487"/>
                  </a:lnTo>
                  <a:lnTo>
                    <a:pt x="573637" y="190461"/>
                  </a:lnTo>
                  <a:lnTo>
                    <a:pt x="540515" y="131701"/>
                  </a:lnTo>
                  <a:close/>
                </a:path>
                <a:path w="575945" h="624204">
                  <a:moveTo>
                    <a:pt x="340643" y="16209"/>
                  </a:moveTo>
                  <a:lnTo>
                    <a:pt x="323797" y="16209"/>
                  </a:lnTo>
                  <a:lnTo>
                    <a:pt x="359774" y="79021"/>
                  </a:lnTo>
                  <a:lnTo>
                    <a:pt x="323797" y="141832"/>
                  </a:lnTo>
                  <a:lnTo>
                    <a:pt x="340643" y="141832"/>
                  </a:lnTo>
                  <a:lnTo>
                    <a:pt x="373765" y="83073"/>
                  </a:lnTo>
                  <a:lnTo>
                    <a:pt x="375764" y="79021"/>
                  </a:lnTo>
                  <a:lnTo>
                    <a:pt x="375764" y="76994"/>
                  </a:lnTo>
                  <a:lnTo>
                    <a:pt x="373765" y="74968"/>
                  </a:lnTo>
                  <a:lnTo>
                    <a:pt x="340643" y="16209"/>
                  </a:lnTo>
                  <a:close/>
                </a:path>
              </a:pathLst>
            </a:custGeom>
            <a:solidFill>
              <a:srgbClr val="0E61FD"/>
            </a:solidFill>
          </p:spPr>
          <p:txBody>
            <a:bodyPr wrap="square" lIns="0" tIns="0" rIns="0" bIns="0" rtlCol="0"/>
            <a:lstStyle/>
            <a:p>
              <a:endParaRPr sz="2184" dirty="0"/>
            </a:p>
          </p:txBody>
        </p:sp>
      </p:grpSp>
      <p:grpSp>
        <p:nvGrpSpPr>
          <p:cNvPr id="112" name="Group 111">
            <a:extLst>
              <a:ext uri="{FF2B5EF4-FFF2-40B4-BE49-F238E27FC236}">
                <a16:creationId xmlns:a16="http://schemas.microsoft.com/office/drawing/2014/main" id="{4FD0B177-FF64-62C4-CFE6-EB0D3B788702}"/>
              </a:ext>
            </a:extLst>
          </p:cNvPr>
          <p:cNvGrpSpPr/>
          <p:nvPr/>
        </p:nvGrpSpPr>
        <p:grpSpPr>
          <a:xfrm>
            <a:off x="14011671" y="6554513"/>
            <a:ext cx="1038768" cy="1048010"/>
            <a:chOff x="632141" y="4587982"/>
            <a:chExt cx="519384" cy="524005"/>
          </a:xfrm>
        </p:grpSpPr>
        <p:sp>
          <p:nvSpPr>
            <p:cNvPr id="113" name="object 10">
              <a:extLst>
                <a:ext uri="{FF2B5EF4-FFF2-40B4-BE49-F238E27FC236}">
                  <a16:creationId xmlns:a16="http://schemas.microsoft.com/office/drawing/2014/main" id="{AE7818CE-DE2D-6AEB-3CC4-91F0C3C24205}"/>
                </a:ext>
              </a:extLst>
            </p:cNvPr>
            <p:cNvSpPr/>
            <p:nvPr/>
          </p:nvSpPr>
          <p:spPr>
            <a:xfrm>
              <a:off x="632141" y="4587982"/>
              <a:ext cx="519384" cy="524005"/>
            </a:xfrm>
            <a:custGeom>
              <a:avLst/>
              <a:gdLst/>
              <a:ahLst/>
              <a:cxnLst/>
              <a:rect l="l" t="t" r="r" b="b"/>
              <a:pathLst>
                <a:path w="856615" h="864235">
                  <a:moveTo>
                    <a:pt x="713276" y="0"/>
                  </a:moveTo>
                  <a:lnTo>
                    <a:pt x="142718" y="0"/>
                  </a:lnTo>
                  <a:lnTo>
                    <a:pt x="97598" y="7272"/>
                  </a:lnTo>
                  <a:lnTo>
                    <a:pt x="58420" y="27522"/>
                  </a:lnTo>
                  <a:lnTo>
                    <a:pt x="27529" y="58397"/>
                  </a:lnTo>
                  <a:lnTo>
                    <a:pt x="7273" y="97545"/>
                  </a:lnTo>
                  <a:lnTo>
                    <a:pt x="0" y="142613"/>
                  </a:lnTo>
                  <a:lnTo>
                    <a:pt x="0" y="721234"/>
                  </a:lnTo>
                  <a:lnTo>
                    <a:pt x="7273" y="766354"/>
                  </a:lnTo>
                  <a:lnTo>
                    <a:pt x="27529" y="805532"/>
                  </a:lnTo>
                  <a:lnTo>
                    <a:pt x="58420" y="836423"/>
                  </a:lnTo>
                  <a:lnTo>
                    <a:pt x="97598" y="856679"/>
                  </a:lnTo>
                  <a:lnTo>
                    <a:pt x="142718" y="863952"/>
                  </a:lnTo>
                  <a:lnTo>
                    <a:pt x="713276" y="863952"/>
                  </a:lnTo>
                  <a:lnTo>
                    <a:pt x="758396" y="856679"/>
                  </a:lnTo>
                  <a:lnTo>
                    <a:pt x="797574" y="836423"/>
                  </a:lnTo>
                  <a:lnTo>
                    <a:pt x="828465" y="805532"/>
                  </a:lnTo>
                  <a:lnTo>
                    <a:pt x="848721" y="766354"/>
                  </a:lnTo>
                  <a:lnTo>
                    <a:pt x="855994" y="721234"/>
                  </a:lnTo>
                  <a:lnTo>
                    <a:pt x="855994" y="142613"/>
                  </a:lnTo>
                  <a:lnTo>
                    <a:pt x="848721" y="97545"/>
                  </a:lnTo>
                  <a:lnTo>
                    <a:pt x="828465" y="58397"/>
                  </a:lnTo>
                  <a:lnTo>
                    <a:pt x="797574" y="27522"/>
                  </a:lnTo>
                  <a:lnTo>
                    <a:pt x="758396" y="7272"/>
                  </a:lnTo>
                  <a:lnTo>
                    <a:pt x="713276" y="0"/>
                  </a:lnTo>
                  <a:close/>
                </a:path>
              </a:pathLst>
            </a:custGeom>
            <a:solidFill>
              <a:srgbClr val="E4F6FF"/>
            </a:solidFill>
            <a:ln w="19050">
              <a:solidFill>
                <a:srgbClr val="0E61FD"/>
              </a:solidFill>
            </a:ln>
          </p:spPr>
          <p:txBody>
            <a:bodyPr wrap="square" lIns="0" tIns="0" rIns="0" bIns="0" rtlCol="0"/>
            <a:lstStyle/>
            <a:p>
              <a:endParaRPr sz="2184" dirty="0"/>
            </a:p>
          </p:txBody>
        </p:sp>
        <p:sp>
          <p:nvSpPr>
            <p:cNvPr id="114" name="object 21">
              <a:extLst>
                <a:ext uri="{FF2B5EF4-FFF2-40B4-BE49-F238E27FC236}">
                  <a16:creationId xmlns:a16="http://schemas.microsoft.com/office/drawing/2014/main" id="{AC05F558-8AEA-C624-A4E2-4CB0FA71BD9A}"/>
                </a:ext>
              </a:extLst>
            </p:cNvPr>
            <p:cNvSpPr/>
            <p:nvPr/>
          </p:nvSpPr>
          <p:spPr>
            <a:xfrm>
              <a:off x="717229" y="4668030"/>
              <a:ext cx="349208" cy="378469"/>
            </a:xfrm>
            <a:custGeom>
              <a:avLst/>
              <a:gdLst/>
              <a:ahLst/>
              <a:cxnLst/>
              <a:rect l="l" t="t" r="r" b="b"/>
              <a:pathLst>
                <a:path w="575945" h="624204">
                  <a:moveTo>
                    <a:pt x="387757" y="360660"/>
                  </a:moveTo>
                  <a:lnTo>
                    <a:pt x="383759" y="360660"/>
                  </a:lnTo>
                  <a:lnTo>
                    <a:pt x="381760" y="364712"/>
                  </a:lnTo>
                  <a:lnTo>
                    <a:pt x="323798" y="466023"/>
                  </a:lnTo>
                  <a:lnTo>
                    <a:pt x="245848" y="466023"/>
                  </a:lnTo>
                  <a:lnTo>
                    <a:pt x="241850" y="470076"/>
                  </a:lnTo>
                  <a:lnTo>
                    <a:pt x="201871" y="540992"/>
                  </a:lnTo>
                  <a:lnTo>
                    <a:pt x="199872" y="545044"/>
                  </a:lnTo>
                  <a:lnTo>
                    <a:pt x="199872" y="547071"/>
                  </a:lnTo>
                  <a:lnTo>
                    <a:pt x="201871" y="549097"/>
                  </a:lnTo>
                  <a:lnTo>
                    <a:pt x="241851" y="620012"/>
                  </a:lnTo>
                  <a:lnTo>
                    <a:pt x="245848" y="624064"/>
                  </a:lnTo>
                  <a:lnTo>
                    <a:pt x="329794" y="624064"/>
                  </a:lnTo>
                  <a:lnTo>
                    <a:pt x="333792" y="620012"/>
                  </a:lnTo>
                  <a:lnTo>
                    <a:pt x="340644" y="607856"/>
                  </a:lnTo>
                  <a:lnTo>
                    <a:pt x="251844" y="607856"/>
                  </a:lnTo>
                  <a:lnTo>
                    <a:pt x="215862" y="545044"/>
                  </a:lnTo>
                  <a:lnTo>
                    <a:pt x="251844" y="482233"/>
                  </a:lnTo>
                  <a:lnTo>
                    <a:pt x="340393" y="482233"/>
                  </a:lnTo>
                  <a:lnTo>
                    <a:pt x="335790" y="474128"/>
                  </a:lnTo>
                  <a:lnTo>
                    <a:pt x="393753" y="372817"/>
                  </a:lnTo>
                  <a:lnTo>
                    <a:pt x="395751" y="368764"/>
                  </a:lnTo>
                  <a:lnTo>
                    <a:pt x="395751" y="364712"/>
                  </a:lnTo>
                  <a:lnTo>
                    <a:pt x="387757" y="360660"/>
                  </a:lnTo>
                  <a:close/>
                </a:path>
                <a:path w="575945" h="624204">
                  <a:moveTo>
                    <a:pt x="340393" y="482233"/>
                  </a:moveTo>
                  <a:lnTo>
                    <a:pt x="323798" y="482233"/>
                  </a:lnTo>
                  <a:lnTo>
                    <a:pt x="359775" y="545045"/>
                  </a:lnTo>
                  <a:lnTo>
                    <a:pt x="323798" y="607856"/>
                  </a:lnTo>
                  <a:lnTo>
                    <a:pt x="340644" y="607856"/>
                  </a:lnTo>
                  <a:lnTo>
                    <a:pt x="373766" y="549097"/>
                  </a:lnTo>
                  <a:lnTo>
                    <a:pt x="375765" y="545045"/>
                  </a:lnTo>
                  <a:lnTo>
                    <a:pt x="375765" y="543018"/>
                  </a:lnTo>
                  <a:lnTo>
                    <a:pt x="373766" y="540992"/>
                  </a:lnTo>
                  <a:lnTo>
                    <a:pt x="340393" y="482233"/>
                  </a:lnTo>
                  <a:close/>
                </a:path>
                <a:path w="575945" h="624204">
                  <a:moveTo>
                    <a:pt x="129916" y="350528"/>
                  </a:moveTo>
                  <a:lnTo>
                    <a:pt x="45970" y="350528"/>
                  </a:lnTo>
                  <a:lnTo>
                    <a:pt x="43972" y="352555"/>
                  </a:lnTo>
                  <a:lnTo>
                    <a:pt x="41973" y="352555"/>
                  </a:lnTo>
                  <a:lnTo>
                    <a:pt x="1999" y="423473"/>
                  </a:lnTo>
                  <a:lnTo>
                    <a:pt x="0" y="427526"/>
                  </a:lnTo>
                  <a:lnTo>
                    <a:pt x="0" y="429552"/>
                  </a:lnTo>
                  <a:lnTo>
                    <a:pt x="1999" y="431578"/>
                  </a:lnTo>
                  <a:lnTo>
                    <a:pt x="41973" y="502494"/>
                  </a:lnTo>
                  <a:lnTo>
                    <a:pt x="45971" y="506547"/>
                  </a:lnTo>
                  <a:lnTo>
                    <a:pt x="129917" y="506547"/>
                  </a:lnTo>
                  <a:lnTo>
                    <a:pt x="131915" y="504521"/>
                  </a:lnTo>
                  <a:lnTo>
                    <a:pt x="133914" y="504521"/>
                  </a:lnTo>
                  <a:lnTo>
                    <a:pt x="140819" y="492364"/>
                  </a:lnTo>
                  <a:lnTo>
                    <a:pt x="51967" y="492364"/>
                  </a:lnTo>
                  <a:lnTo>
                    <a:pt x="15990" y="429552"/>
                  </a:lnTo>
                  <a:lnTo>
                    <a:pt x="51966" y="366738"/>
                  </a:lnTo>
                  <a:lnTo>
                    <a:pt x="140818" y="366738"/>
                  </a:lnTo>
                  <a:lnTo>
                    <a:pt x="133914" y="354581"/>
                  </a:lnTo>
                  <a:lnTo>
                    <a:pt x="129916" y="350528"/>
                  </a:lnTo>
                  <a:close/>
                </a:path>
                <a:path w="575945" h="624204">
                  <a:moveTo>
                    <a:pt x="387756" y="243141"/>
                  </a:moveTo>
                  <a:lnTo>
                    <a:pt x="383759" y="245167"/>
                  </a:lnTo>
                  <a:lnTo>
                    <a:pt x="381760" y="247193"/>
                  </a:lnTo>
                  <a:lnTo>
                    <a:pt x="379761" y="251246"/>
                  </a:lnTo>
                  <a:lnTo>
                    <a:pt x="381760" y="255298"/>
                  </a:lnTo>
                  <a:lnTo>
                    <a:pt x="439723" y="356607"/>
                  </a:lnTo>
                  <a:lnTo>
                    <a:pt x="401748" y="423474"/>
                  </a:lnTo>
                  <a:lnTo>
                    <a:pt x="399749" y="427526"/>
                  </a:lnTo>
                  <a:lnTo>
                    <a:pt x="399749" y="429552"/>
                  </a:lnTo>
                  <a:lnTo>
                    <a:pt x="401748" y="431579"/>
                  </a:lnTo>
                  <a:lnTo>
                    <a:pt x="441722" y="502495"/>
                  </a:lnTo>
                  <a:lnTo>
                    <a:pt x="445720" y="506547"/>
                  </a:lnTo>
                  <a:lnTo>
                    <a:pt x="529666" y="506547"/>
                  </a:lnTo>
                  <a:lnTo>
                    <a:pt x="533663" y="502495"/>
                  </a:lnTo>
                  <a:lnTo>
                    <a:pt x="539374" y="492364"/>
                  </a:lnTo>
                  <a:lnTo>
                    <a:pt x="451716" y="492364"/>
                  </a:lnTo>
                  <a:lnTo>
                    <a:pt x="415739" y="429552"/>
                  </a:lnTo>
                  <a:lnTo>
                    <a:pt x="451716" y="366738"/>
                  </a:lnTo>
                  <a:lnTo>
                    <a:pt x="541658" y="366738"/>
                  </a:lnTo>
                  <a:lnTo>
                    <a:pt x="533663" y="352555"/>
                  </a:lnTo>
                  <a:lnTo>
                    <a:pt x="529666" y="348503"/>
                  </a:lnTo>
                  <a:lnTo>
                    <a:pt x="451715" y="348503"/>
                  </a:lnTo>
                  <a:lnTo>
                    <a:pt x="393752" y="247193"/>
                  </a:lnTo>
                  <a:lnTo>
                    <a:pt x="391754" y="245167"/>
                  </a:lnTo>
                  <a:lnTo>
                    <a:pt x="387756" y="243141"/>
                  </a:lnTo>
                  <a:close/>
                </a:path>
                <a:path w="575945" h="624204">
                  <a:moveTo>
                    <a:pt x="140818" y="366738"/>
                  </a:moveTo>
                  <a:lnTo>
                    <a:pt x="123920" y="366738"/>
                  </a:lnTo>
                  <a:lnTo>
                    <a:pt x="159897" y="429552"/>
                  </a:lnTo>
                  <a:lnTo>
                    <a:pt x="123921" y="492364"/>
                  </a:lnTo>
                  <a:lnTo>
                    <a:pt x="140819" y="492364"/>
                  </a:lnTo>
                  <a:lnTo>
                    <a:pt x="171890" y="437657"/>
                  </a:lnTo>
                  <a:lnTo>
                    <a:pt x="291818" y="437657"/>
                  </a:lnTo>
                  <a:lnTo>
                    <a:pt x="295816" y="433605"/>
                  </a:lnTo>
                  <a:lnTo>
                    <a:pt x="295816" y="425500"/>
                  </a:lnTo>
                  <a:lnTo>
                    <a:pt x="291818" y="421448"/>
                  </a:lnTo>
                  <a:lnTo>
                    <a:pt x="171890" y="421447"/>
                  </a:lnTo>
                  <a:lnTo>
                    <a:pt x="140818" y="366738"/>
                  </a:lnTo>
                  <a:close/>
                </a:path>
                <a:path w="575945" h="624204">
                  <a:moveTo>
                    <a:pt x="541658" y="366738"/>
                  </a:moveTo>
                  <a:lnTo>
                    <a:pt x="523669" y="366738"/>
                  </a:lnTo>
                  <a:lnTo>
                    <a:pt x="559646" y="429552"/>
                  </a:lnTo>
                  <a:lnTo>
                    <a:pt x="523670" y="492364"/>
                  </a:lnTo>
                  <a:lnTo>
                    <a:pt x="539374" y="492364"/>
                  </a:lnTo>
                  <a:lnTo>
                    <a:pt x="573637" y="431579"/>
                  </a:lnTo>
                  <a:lnTo>
                    <a:pt x="575636" y="427526"/>
                  </a:lnTo>
                  <a:lnTo>
                    <a:pt x="575636" y="425500"/>
                  </a:lnTo>
                  <a:lnTo>
                    <a:pt x="573637" y="423474"/>
                  </a:lnTo>
                  <a:lnTo>
                    <a:pt x="541658" y="366738"/>
                  </a:lnTo>
                  <a:close/>
                </a:path>
                <a:path w="575945" h="624204">
                  <a:moveTo>
                    <a:pt x="129916" y="117518"/>
                  </a:moveTo>
                  <a:lnTo>
                    <a:pt x="45970" y="117518"/>
                  </a:lnTo>
                  <a:lnTo>
                    <a:pt x="43971" y="119544"/>
                  </a:lnTo>
                  <a:lnTo>
                    <a:pt x="41972" y="119544"/>
                  </a:lnTo>
                  <a:lnTo>
                    <a:pt x="1998" y="190460"/>
                  </a:lnTo>
                  <a:lnTo>
                    <a:pt x="0" y="194512"/>
                  </a:lnTo>
                  <a:lnTo>
                    <a:pt x="0" y="196539"/>
                  </a:lnTo>
                  <a:lnTo>
                    <a:pt x="1998" y="198565"/>
                  </a:lnTo>
                  <a:lnTo>
                    <a:pt x="41973" y="269481"/>
                  </a:lnTo>
                  <a:lnTo>
                    <a:pt x="45970" y="273534"/>
                  </a:lnTo>
                  <a:lnTo>
                    <a:pt x="123920" y="273534"/>
                  </a:lnTo>
                  <a:lnTo>
                    <a:pt x="181883" y="374843"/>
                  </a:lnTo>
                  <a:lnTo>
                    <a:pt x="185881" y="378898"/>
                  </a:lnTo>
                  <a:lnTo>
                    <a:pt x="189878" y="378898"/>
                  </a:lnTo>
                  <a:lnTo>
                    <a:pt x="189878" y="376871"/>
                  </a:lnTo>
                  <a:lnTo>
                    <a:pt x="193876" y="376871"/>
                  </a:lnTo>
                  <a:lnTo>
                    <a:pt x="195874" y="372816"/>
                  </a:lnTo>
                  <a:lnTo>
                    <a:pt x="193875" y="368764"/>
                  </a:lnTo>
                  <a:lnTo>
                    <a:pt x="135912" y="267455"/>
                  </a:lnTo>
                  <a:lnTo>
                    <a:pt x="141666" y="257324"/>
                  </a:lnTo>
                  <a:lnTo>
                    <a:pt x="51966" y="257324"/>
                  </a:lnTo>
                  <a:lnTo>
                    <a:pt x="15989" y="194513"/>
                  </a:lnTo>
                  <a:lnTo>
                    <a:pt x="51966" y="131701"/>
                  </a:lnTo>
                  <a:lnTo>
                    <a:pt x="139624" y="131701"/>
                  </a:lnTo>
                  <a:lnTo>
                    <a:pt x="133914" y="121570"/>
                  </a:lnTo>
                  <a:lnTo>
                    <a:pt x="129916" y="117518"/>
                  </a:lnTo>
                  <a:close/>
                </a:path>
                <a:path w="575945" h="624204">
                  <a:moveTo>
                    <a:pt x="193876" y="376871"/>
                  </a:moveTo>
                  <a:lnTo>
                    <a:pt x="189878" y="376871"/>
                  </a:lnTo>
                  <a:lnTo>
                    <a:pt x="191877" y="378898"/>
                  </a:lnTo>
                  <a:lnTo>
                    <a:pt x="193876" y="376871"/>
                  </a:lnTo>
                  <a:close/>
                </a:path>
                <a:path w="575945" h="624204">
                  <a:moveTo>
                    <a:pt x="529665" y="115492"/>
                  </a:moveTo>
                  <a:lnTo>
                    <a:pt x="445719" y="115492"/>
                  </a:lnTo>
                  <a:lnTo>
                    <a:pt x="441722" y="119544"/>
                  </a:lnTo>
                  <a:lnTo>
                    <a:pt x="403746" y="186408"/>
                  </a:lnTo>
                  <a:lnTo>
                    <a:pt x="283823" y="186408"/>
                  </a:lnTo>
                  <a:lnTo>
                    <a:pt x="279825" y="190460"/>
                  </a:lnTo>
                  <a:lnTo>
                    <a:pt x="279825" y="198565"/>
                  </a:lnTo>
                  <a:lnTo>
                    <a:pt x="283823" y="202617"/>
                  </a:lnTo>
                  <a:lnTo>
                    <a:pt x="403746" y="202618"/>
                  </a:lnTo>
                  <a:lnTo>
                    <a:pt x="441722" y="269482"/>
                  </a:lnTo>
                  <a:lnTo>
                    <a:pt x="445719" y="273534"/>
                  </a:lnTo>
                  <a:lnTo>
                    <a:pt x="529665" y="273534"/>
                  </a:lnTo>
                  <a:lnTo>
                    <a:pt x="533663" y="269482"/>
                  </a:lnTo>
                  <a:lnTo>
                    <a:pt x="540516" y="257325"/>
                  </a:lnTo>
                  <a:lnTo>
                    <a:pt x="451715" y="257324"/>
                  </a:lnTo>
                  <a:lnTo>
                    <a:pt x="415738" y="194513"/>
                  </a:lnTo>
                  <a:lnTo>
                    <a:pt x="451715" y="131701"/>
                  </a:lnTo>
                  <a:lnTo>
                    <a:pt x="540515" y="131701"/>
                  </a:lnTo>
                  <a:lnTo>
                    <a:pt x="533663" y="119544"/>
                  </a:lnTo>
                  <a:lnTo>
                    <a:pt x="529665" y="115492"/>
                  </a:lnTo>
                  <a:close/>
                </a:path>
                <a:path w="575945" h="624204">
                  <a:moveTo>
                    <a:pt x="329793" y="0"/>
                  </a:moveTo>
                  <a:lnTo>
                    <a:pt x="245847" y="0"/>
                  </a:lnTo>
                  <a:lnTo>
                    <a:pt x="241849" y="4052"/>
                  </a:lnTo>
                  <a:lnTo>
                    <a:pt x="201870" y="74968"/>
                  </a:lnTo>
                  <a:lnTo>
                    <a:pt x="199871" y="79020"/>
                  </a:lnTo>
                  <a:lnTo>
                    <a:pt x="199871" y="81047"/>
                  </a:lnTo>
                  <a:lnTo>
                    <a:pt x="201870" y="83073"/>
                  </a:lnTo>
                  <a:lnTo>
                    <a:pt x="239851" y="149937"/>
                  </a:lnTo>
                  <a:lnTo>
                    <a:pt x="181883" y="251246"/>
                  </a:lnTo>
                  <a:lnTo>
                    <a:pt x="179884" y="255298"/>
                  </a:lnTo>
                  <a:lnTo>
                    <a:pt x="179884" y="259350"/>
                  </a:lnTo>
                  <a:lnTo>
                    <a:pt x="183882" y="261377"/>
                  </a:lnTo>
                  <a:lnTo>
                    <a:pt x="189878" y="261377"/>
                  </a:lnTo>
                  <a:lnTo>
                    <a:pt x="191877" y="259350"/>
                  </a:lnTo>
                  <a:lnTo>
                    <a:pt x="193875" y="259350"/>
                  </a:lnTo>
                  <a:lnTo>
                    <a:pt x="251843" y="158041"/>
                  </a:lnTo>
                  <a:lnTo>
                    <a:pt x="329793" y="158042"/>
                  </a:lnTo>
                  <a:lnTo>
                    <a:pt x="333791" y="153989"/>
                  </a:lnTo>
                  <a:lnTo>
                    <a:pt x="340643" y="141832"/>
                  </a:lnTo>
                  <a:lnTo>
                    <a:pt x="251843" y="141832"/>
                  </a:lnTo>
                  <a:lnTo>
                    <a:pt x="215861" y="79020"/>
                  </a:lnTo>
                  <a:lnTo>
                    <a:pt x="251843" y="16209"/>
                  </a:lnTo>
                  <a:lnTo>
                    <a:pt x="340643" y="16209"/>
                  </a:lnTo>
                  <a:lnTo>
                    <a:pt x="333791" y="4052"/>
                  </a:lnTo>
                  <a:lnTo>
                    <a:pt x="329793" y="0"/>
                  </a:lnTo>
                  <a:close/>
                </a:path>
                <a:path w="575945" h="624204">
                  <a:moveTo>
                    <a:pt x="139624" y="131701"/>
                  </a:moveTo>
                  <a:lnTo>
                    <a:pt x="123920" y="131701"/>
                  </a:lnTo>
                  <a:lnTo>
                    <a:pt x="159897" y="194513"/>
                  </a:lnTo>
                  <a:lnTo>
                    <a:pt x="123920" y="257324"/>
                  </a:lnTo>
                  <a:lnTo>
                    <a:pt x="141666" y="257324"/>
                  </a:lnTo>
                  <a:lnTo>
                    <a:pt x="173888" y="200591"/>
                  </a:lnTo>
                  <a:lnTo>
                    <a:pt x="175887" y="196539"/>
                  </a:lnTo>
                  <a:lnTo>
                    <a:pt x="175887" y="194513"/>
                  </a:lnTo>
                  <a:lnTo>
                    <a:pt x="173888" y="192486"/>
                  </a:lnTo>
                  <a:lnTo>
                    <a:pt x="139624" y="131701"/>
                  </a:lnTo>
                  <a:close/>
                </a:path>
                <a:path w="575945" h="624204">
                  <a:moveTo>
                    <a:pt x="540515" y="131701"/>
                  </a:moveTo>
                  <a:lnTo>
                    <a:pt x="523669" y="131701"/>
                  </a:lnTo>
                  <a:lnTo>
                    <a:pt x="559646" y="194513"/>
                  </a:lnTo>
                  <a:lnTo>
                    <a:pt x="523669" y="257325"/>
                  </a:lnTo>
                  <a:lnTo>
                    <a:pt x="540516" y="257325"/>
                  </a:lnTo>
                  <a:lnTo>
                    <a:pt x="573637" y="198565"/>
                  </a:lnTo>
                  <a:lnTo>
                    <a:pt x="575636" y="194513"/>
                  </a:lnTo>
                  <a:lnTo>
                    <a:pt x="575636" y="192487"/>
                  </a:lnTo>
                  <a:lnTo>
                    <a:pt x="573637" y="190461"/>
                  </a:lnTo>
                  <a:lnTo>
                    <a:pt x="540515" y="131701"/>
                  </a:lnTo>
                  <a:close/>
                </a:path>
                <a:path w="575945" h="624204">
                  <a:moveTo>
                    <a:pt x="340643" y="16209"/>
                  </a:moveTo>
                  <a:lnTo>
                    <a:pt x="323797" y="16209"/>
                  </a:lnTo>
                  <a:lnTo>
                    <a:pt x="359774" y="79021"/>
                  </a:lnTo>
                  <a:lnTo>
                    <a:pt x="323797" y="141832"/>
                  </a:lnTo>
                  <a:lnTo>
                    <a:pt x="340643" y="141832"/>
                  </a:lnTo>
                  <a:lnTo>
                    <a:pt x="373765" y="83073"/>
                  </a:lnTo>
                  <a:lnTo>
                    <a:pt x="375764" y="79021"/>
                  </a:lnTo>
                  <a:lnTo>
                    <a:pt x="375764" y="76994"/>
                  </a:lnTo>
                  <a:lnTo>
                    <a:pt x="373765" y="74968"/>
                  </a:lnTo>
                  <a:lnTo>
                    <a:pt x="340643" y="16209"/>
                  </a:lnTo>
                  <a:close/>
                </a:path>
              </a:pathLst>
            </a:custGeom>
            <a:solidFill>
              <a:srgbClr val="0E61FD"/>
            </a:solidFill>
          </p:spPr>
          <p:txBody>
            <a:bodyPr wrap="square" lIns="0" tIns="0" rIns="0" bIns="0" rtlCol="0"/>
            <a:lstStyle/>
            <a:p>
              <a:endParaRPr sz="2184" dirty="0"/>
            </a:p>
          </p:txBody>
        </p:sp>
      </p:grpSp>
      <p:grpSp>
        <p:nvGrpSpPr>
          <p:cNvPr id="115" name="Group 114">
            <a:extLst>
              <a:ext uri="{FF2B5EF4-FFF2-40B4-BE49-F238E27FC236}">
                <a16:creationId xmlns:a16="http://schemas.microsoft.com/office/drawing/2014/main" id="{610A6E69-AB15-A2D8-7CE5-02CD3C856D7C}"/>
              </a:ext>
            </a:extLst>
          </p:cNvPr>
          <p:cNvGrpSpPr/>
          <p:nvPr/>
        </p:nvGrpSpPr>
        <p:grpSpPr>
          <a:xfrm>
            <a:off x="14023281" y="8598071"/>
            <a:ext cx="1038768" cy="1048010"/>
            <a:chOff x="632141" y="4587982"/>
            <a:chExt cx="519384" cy="524005"/>
          </a:xfrm>
        </p:grpSpPr>
        <p:sp>
          <p:nvSpPr>
            <p:cNvPr id="116" name="object 10">
              <a:extLst>
                <a:ext uri="{FF2B5EF4-FFF2-40B4-BE49-F238E27FC236}">
                  <a16:creationId xmlns:a16="http://schemas.microsoft.com/office/drawing/2014/main" id="{50B389AF-DC21-A126-C214-0ACFDDE0BA53}"/>
                </a:ext>
              </a:extLst>
            </p:cNvPr>
            <p:cNvSpPr/>
            <p:nvPr/>
          </p:nvSpPr>
          <p:spPr>
            <a:xfrm>
              <a:off x="632141" y="4587982"/>
              <a:ext cx="519384" cy="524005"/>
            </a:xfrm>
            <a:custGeom>
              <a:avLst/>
              <a:gdLst/>
              <a:ahLst/>
              <a:cxnLst/>
              <a:rect l="l" t="t" r="r" b="b"/>
              <a:pathLst>
                <a:path w="856615" h="864235">
                  <a:moveTo>
                    <a:pt x="713276" y="0"/>
                  </a:moveTo>
                  <a:lnTo>
                    <a:pt x="142718" y="0"/>
                  </a:lnTo>
                  <a:lnTo>
                    <a:pt x="97598" y="7272"/>
                  </a:lnTo>
                  <a:lnTo>
                    <a:pt x="58420" y="27522"/>
                  </a:lnTo>
                  <a:lnTo>
                    <a:pt x="27529" y="58397"/>
                  </a:lnTo>
                  <a:lnTo>
                    <a:pt x="7273" y="97545"/>
                  </a:lnTo>
                  <a:lnTo>
                    <a:pt x="0" y="142613"/>
                  </a:lnTo>
                  <a:lnTo>
                    <a:pt x="0" y="721234"/>
                  </a:lnTo>
                  <a:lnTo>
                    <a:pt x="7273" y="766354"/>
                  </a:lnTo>
                  <a:lnTo>
                    <a:pt x="27529" y="805532"/>
                  </a:lnTo>
                  <a:lnTo>
                    <a:pt x="58420" y="836423"/>
                  </a:lnTo>
                  <a:lnTo>
                    <a:pt x="97598" y="856679"/>
                  </a:lnTo>
                  <a:lnTo>
                    <a:pt x="142718" y="863952"/>
                  </a:lnTo>
                  <a:lnTo>
                    <a:pt x="713276" y="863952"/>
                  </a:lnTo>
                  <a:lnTo>
                    <a:pt x="758396" y="856679"/>
                  </a:lnTo>
                  <a:lnTo>
                    <a:pt x="797574" y="836423"/>
                  </a:lnTo>
                  <a:lnTo>
                    <a:pt x="828465" y="805532"/>
                  </a:lnTo>
                  <a:lnTo>
                    <a:pt x="848721" y="766354"/>
                  </a:lnTo>
                  <a:lnTo>
                    <a:pt x="855994" y="721234"/>
                  </a:lnTo>
                  <a:lnTo>
                    <a:pt x="855994" y="142613"/>
                  </a:lnTo>
                  <a:lnTo>
                    <a:pt x="848721" y="97545"/>
                  </a:lnTo>
                  <a:lnTo>
                    <a:pt x="828465" y="58397"/>
                  </a:lnTo>
                  <a:lnTo>
                    <a:pt x="797574" y="27522"/>
                  </a:lnTo>
                  <a:lnTo>
                    <a:pt x="758396" y="7272"/>
                  </a:lnTo>
                  <a:lnTo>
                    <a:pt x="713276" y="0"/>
                  </a:lnTo>
                  <a:close/>
                </a:path>
              </a:pathLst>
            </a:custGeom>
            <a:solidFill>
              <a:srgbClr val="E4F6FF"/>
            </a:solidFill>
            <a:ln w="19050">
              <a:solidFill>
                <a:srgbClr val="0E61FD"/>
              </a:solidFill>
            </a:ln>
          </p:spPr>
          <p:txBody>
            <a:bodyPr wrap="square" lIns="0" tIns="0" rIns="0" bIns="0" rtlCol="0"/>
            <a:lstStyle/>
            <a:p>
              <a:endParaRPr sz="2184" dirty="0"/>
            </a:p>
          </p:txBody>
        </p:sp>
        <p:sp>
          <p:nvSpPr>
            <p:cNvPr id="117" name="object 21">
              <a:extLst>
                <a:ext uri="{FF2B5EF4-FFF2-40B4-BE49-F238E27FC236}">
                  <a16:creationId xmlns:a16="http://schemas.microsoft.com/office/drawing/2014/main" id="{B19C085E-5278-3CA4-38EA-2A607E50987D}"/>
                </a:ext>
              </a:extLst>
            </p:cNvPr>
            <p:cNvSpPr/>
            <p:nvPr/>
          </p:nvSpPr>
          <p:spPr>
            <a:xfrm>
              <a:off x="717229" y="4668030"/>
              <a:ext cx="349208" cy="378469"/>
            </a:xfrm>
            <a:custGeom>
              <a:avLst/>
              <a:gdLst/>
              <a:ahLst/>
              <a:cxnLst/>
              <a:rect l="l" t="t" r="r" b="b"/>
              <a:pathLst>
                <a:path w="575945" h="624204">
                  <a:moveTo>
                    <a:pt x="387757" y="360660"/>
                  </a:moveTo>
                  <a:lnTo>
                    <a:pt x="383759" y="360660"/>
                  </a:lnTo>
                  <a:lnTo>
                    <a:pt x="381760" y="364712"/>
                  </a:lnTo>
                  <a:lnTo>
                    <a:pt x="323798" y="466023"/>
                  </a:lnTo>
                  <a:lnTo>
                    <a:pt x="245848" y="466023"/>
                  </a:lnTo>
                  <a:lnTo>
                    <a:pt x="241850" y="470076"/>
                  </a:lnTo>
                  <a:lnTo>
                    <a:pt x="201871" y="540992"/>
                  </a:lnTo>
                  <a:lnTo>
                    <a:pt x="199872" y="545044"/>
                  </a:lnTo>
                  <a:lnTo>
                    <a:pt x="199872" y="547071"/>
                  </a:lnTo>
                  <a:lnTo>
                    <a:pt x="201871" y="549097"/>
                  </a:lnTo>
                  <a:lnTo>
                    <a:pt x="241851" y="620012"/>
                  </a:lnTo>
                  <a:lnTo>
                    <a:pt x="245848" y="624064"/>
                  </a:lnTo>
                  <a:lnTo>
                    <a:pt x="329794" y="624064"/>
                  </a:lnTo>
                  <a:lnTo>
                    <a:pt x="333792" y="620012"/>
                  </a:lnTo>
                  <a:lnTo>
                    <a:pt x="340644" y="607856"/>
                  </a:lnTo>
                  <a:lnTo>
                    <a:pt x="251844" y="607856"/>
                  </a:lnTo>
                  <a:lnTo>
                    <a:pt x="215862" y="545044"/>
                  </a:lnTo>
                  <a:lnTo>
                    <a:pt x="251844" y="482233"/>
                  </a:lnTo>
                  <a:lnTo>
                    <a:pt x="340393" y="482233"/>
                  </a:lnTo>
                  <a:lnTo>
                    <a:pt x="335790" y="474128"/>
                  </a:lnTo>
                  <a:lnTo>
                    <a:pt x="393753" y="372817"/>
                  </a:lnTo>
                  <a:lnTo>
                    <a:pt x="395751" y="368764"/>
                  </a:lnTo>
                  <a:lnTo>
                    <a:pt x="395751" y="364712"/>
                  </a:lnTo>
                  <a:lnTo>
                    <a:pt x="387757" y="360660"/>
                  </a:lnTo>
                  <a:close/>
                </a:path>
                <a:path w="575945" h="624204">
                  <a:moveTo>
                    <a:pt x="340393" y="482233"/>
                  </a:moveTo>
                  <a:lnTo>
                    <a:pt x="323798" y="482233"/>
                  </a:lnTo>
                  <a:lnTo>
                    <a:pt x="359775" y="545045"/>
                  </a:lnTo>
                  <a:lnTo>
                    <a:pt x="323798" y="607856"/>
                  </a:lnTo>
                  <a:lnTo>
                    <a:pt x="340644" y="607856"/>
                  </a:lnTo>
                  <a:lnTo>
                    <a:pt x="373766" y="549097"/>
                  </a:lnTo>
                  <a:lnTo>
                    <a:pt x="375765" y="545045"/>
                  </a:lnTo>
                  <a:lnTo>
                    <a:pt x="375765" y="543018"/>
                  </a:lnTo>
                  <a:lnTo>
                    <a:pt x="373766" y="540992"/>
                  </a:lnTo>
                  <a:lnTo>
                    <a:pt x="340393" y="482233"/>
                  </a:lnTo>
                  <a:close/>
                </a:path>
                <a:path w="575945" h="624204">
                  <a:moveTo>
                    <a:pt x="129916" y="350528"/>
                  </a:moveTo>
                  <a:lnTo>
                    <a:pt x="45970" y="350528"/>
                  </a:lnTo>
                  <a:lnTo>
                    <a:pt x="43972" y="352555"/>
                  </a:lnTo>
                  <a:lnTo>
                    <a:pt x="41973" y="352555"/>
                  </a:lnTo>
                  <a:lnTo>
                    <a:pt x="1999" y="423473"/>
                  </a:lnTo>
                  <a:lnTo>
                    <a:pt x="0" y="427526"/>
                  </a:lnTo>
                  <a:lnTo>
                    <a:pt x="0" y="429552"/>
                  </a:lnTo>
                  <a:lnTo>
                    <a:pt x="1999" y="431578"/>
                  </a:lnTo>
                  <a:lnTo>
                    <a:pt x="41973" y="502494"/>
                  </a:lnTo>
                  <a:lnTo>
                    <a:pt x="45971" y="506547"/>
                  </a:lnTo>
                  <a:lnTo>
                    <a:pt x="129917" y="506547"/>
                  </a:lnTo>
                  <a:lnTo>
                    <a:pt x="131915" y="504521"/>
                  </a:lnTo>
                  <a:lnTo>
                    <a:pt x="133914" y="504521"/>
                  </a:lnTo>
                  <a:lnTo>
                    <a:pt x="140819" y="492364"/>
                  </a:lnTo>
                  <a:lnTo>
                    <a:pt x="51967" y="492364"/>
                  </a:lnTo>
                  <a:lnTo>
                    <a:pt x="15990" y="429552"/>
                  </a:lnTo>
                  <a:lnTo>
                    <a:pt x="51966" y="366738"/>
                  </a:lnTo>
                  <a:lnTo>
                    <a:pt x="140818" y="366738"/>
                  </a:lnTo>
                  <a:lnTo>
                    <a:pt x="133914" y="354581"/>
                  </a:lnTo>
                  <a:lnTo>
                    <a:pt x="129916" y="350528"/>
                  </a:lnTo>
                  <a:close/>
                </a:path>
                <a:path w="575945" h="624204">
                  <a:moveTo>
                    <a:pt x="387756" y="243141"/>
                  </a:moveTo>
                  <a:lnTo>
                    <a:pt x="383759" y="245167"/>
                  </a:lnTo>
                  <a:lnTo>
                    <a:pt x="381760" y="247193"/>
                  </a:lnTo>
                  <a:lnTo>
                    <a:pt x="379761" y="251246"/>
                  </a:lnTo>
                  <a:lnTo>
                    <a:pt x="381760" y="255298"/>
                  </a:lnTo>
                  <a:lnTo>
                    <a:pt x="439723" y="356607"/>
                  </a:lnTo>
                  <a:lnTo>
                    <a:pt x="401748" y="423474"/>
                  </a:lnTo>
                  <a:lnTo>
                    <a:pt x="399749" y="427526"/>
                  </a:lnTo>
                  <a:lnTo>
                    <a:pt x="399749" y="429552"/>
                  </a:lnTo>
                  <a:lnTo>
                    <a:pt x="401748" y="431579"/>
                  </a:lnTo>
                  <a:lnTo>
                    <a:pt x="441722" y="502495"/>
                  </a:lnTo>
                  <a:lnTo>
                    <a:pt x="445720" y="506547"/>
                  </a:lnTo>
                  <a:lnTo>
                    <a:pt x="529666" y="506547"/>
                  </a:lnTo>
                  <a:lnTo>
                    <a:pt x="533663" y="502495"/>
                  </a:lnTo>
                  <a:lnTo>
                    <a:pt x="539374" y="492364"/>
                  </a:lnTo>
                  <a:lnTo>
                    <a:pt x="451716" y="492364"/>
                  </a:lnTo>
                  <a:lnTo>
                    <a:pt x="415739" y="429552"/>
                  </a:lnTo>
                  <a:lnTo>
                    <a:pt x="451716" y="366738"/>
                  </a:lnTo>
                  <a:lnTo>
                    <a:pt x="541658" y="366738"/>
                  </a:lnTo>
                  <a:lnTo>
                    <a:pt x="533663" y="352555"/>
                  </a:lnTo>
                  <a:lnTo>
                    <a:pt x="529666" y="348503"/>
                  </a:lnTo>
                  <a:lnTo>
                    <a:pt x="451715" y="348503"/>
                  </a:lnTo>
                  <a:lnTo>
                    <a:pt x="393752" y="247193"/>
                  </a:lnTo>
                  <a:lnTo>
                    <a:pt x="391754" y="245167"/>
                  </a:lnTo>
                  <a:lnTo>
                    <a:pt x="387756" y="243141"/>
                  </a:lnTo>
                  <a:close/>
                </a:path>
                <a:path w="575945" h="624204">
                  <a:moveTo>
                    <a:pt x="140818" y="366738"/>
                  </a:moveTo>
                  <a:lnTo>
                    <a:pt x="123920" y="366738"/>
                  </a:lnTo>
                  <a:lnTo>
                    <a:pt x="159897" y="429552"/>
                  </a:lnTo>
                  <a:lnTo>
                    <a:pt x="123921" y="492364"/>
                  </a:lnTo>
                  <a:lnTo>
                    <a:pt x="140819" y="492364"/>
                  </a:lnTo>
                  <a:lnTo>
                    <a:pt x="171890" y="437657"/>
                  </a:lnTo>
                  <a:lnTo>
                    <a:pt x="291818" y="437657"/>
                  </a:lnTo>
                  <a:lnTo>
                    <a:pt x="295816" y="433605"/>
                  </a:lnTo>
                  <a:lnTo>
                    <a:pt x="295816" y="425500"/>
                  </a:lnTo>
                  <a:lnTo>
                    <a:pt x="291818" y="421448"/>
                  </a:lnTo>
                  <a:lnTo>
                    <a:pt x="171890" y="421447"/>
                  </a:lnTo>
                  <a:lnTo>
                    <a:pt x="140818" y="366738"/>
                  </a:lnTo>
                  <a:close/>
                </a:path>
                <a:path w="575945" h="624204">
                  <a:moveTo>
                    <a:pt x="541658" y="366738"/>
                  </a:moveTo>
                  <a:lnTo>
                    <a:pt x="523669" y="366738"/>
                  </a:lnTo>
                  <a:lnTo>
                    <a:pt x="559646" y="429552"/>
                  </a:lnTo>
                  <a:lnTo>
                    <a:pt x="523670" y="492364"/>
                  </a:lnTo>
                  <a:lnTo>
                    <a:pt x="539374" y="492364"/>
                  </a:lnTo>
                  <a:lnTo>
                    <a:pt x="573637" y="431579"/>
                  </a:lnTo>
                  <a:lnTo>
                    <a:pt x="575636" y="427526"/>
                  </a:lnTo>
                  <a:lnTo>
                    <a:pt x="575636" y="425500"/>
                  </a:lnTo>
                  <a:lnTo>
                    <a:pt x="573637" y="423474"/>
                  </a:lnTo>
                  <a:lnTo>
                    <a:pt x="541658" y="366738"/>
                  </a:lnTo>
                  <a:close/>
                </a:path>
                <a:path w="575945" h="624204">
                  <a:moveTo>
                    <a:pt x="129916" y="117518"/>
                  </a:moveTo>
                  <a:lnTo>
                    <a:pt x="45970" y="117518"/>
                  </a:lnTo>
                  <a:lnTo>
                    <a:pt x="43971" y="119544"/>
                  </a:lnTo>
                  <a:lnTo>
                    <a:pt x="41972" y="119544"/>
                  </a:lnTo>
                  <a:lnTo>
                    <a:pt x="1998" y="190460"/>
                  </a:lnTo>
                  <a:lnTo>
                    <a:pt x="0" y="194512"/>
                  </a:lnTo>
                  <a:lnTo>
                    <a:pt x="0" y="196539"/>
                  </a:lnTo>
                  <a:lnTo>
                    <a:pt x="1998" y="198565"/>
                  </a:lnTo>
                  <a:lnTo>
                    <a:pt x="41973" y="269481"/>
                  </a:lnTo>
                  <a:lnTo>
                    <a:pt x="45970" y="273534"/>
                  </a:lnTo>
                  <a:lnTo>
                    <a:pt x="123920" y="273534"/>
                  </a:lnTo>
                  <a:lnTo>
                    <a:pt x="181883" y="374843"/>
                  </a:lnTo>
                  <a:lnTo>
                    <a:pt x="185881" y="378898"/>
                  </a:lnTo>
                  <a:lnTo>
                    <a:pt x="189878" y="378898"/>
                  </a:lnTo>
                  <a:lnTo>
                    <a:pt x="189878" y="376871"/>
                  </a:lnTo>
                  <a:lnTo>
                    <a:pt x="193876" y="376871"/>
                  </a:lnTo>
                  <a:lnTo>
                    <a:pt x="195874" y="372816"/>
                  </a:lnTo>
                  <a:lnTo>
                    <a:pt x="193875" y="368764"/>
                  </a:lnTo>
                  <a:lnTo>
                    <a:pt x="135912" y="267455"/>
                  </a:lnTo>
                  <a:lnTo>
                    <a:pt x="141666" y="257324"/>
                  </a:lnTo>
                  <a:lnTo>
                    <a:pt x="51966" y="257324"/>
                  </a:lnTo>
                  <a:lnTo>
                    <a:pt x="15989" y="194513"/>
                  </a:lnTo>
                  <a:lnTo>
                    <a:pt x="51966" y="131701"/>
                  </a:lnTo>
                  <a:lnTo>
                    <a:pt x="139624" y="131701"/>
                  </a:lnTo>
                  <a:lnTo>
                    <a:pt x="133914" y="121570"/>
                  </a:lnTo>
                  <a:lnTo>
                    <a:pt x="129916" y="117518"/>
                  </a:lnTo>
                  <a:close/>
                </a:path>
                <a:path w="575945" h="624204">
                  <a:moveTo>
                    <a:pt x="193876" y="376871"/>
                  </a:moveTo>
                  <a:lnTo>
                    <a:pt x="189878" y="376871"/>
                  </a:lnTo>
                  <a:lnTo>
                    <a:pt x="191877" y="378898"/>
                  </a:lnTo>
                  <a:lnTo>
                    <a:pt x="193876" y="376871"/>
                  </a:lnTo>
                  <a:close/>
                </a:path>
                <a:path w="575945" h="624204">
                  <a:moveTo>
                    <a:pt x="529665" y="115492"/>
                  </a:moveTo>
                  <a:lnTo>
                    <a:pt x="445719" y="115492"/>
                  </a:lnTo>
                  <a:lnTo>
                    <a:pt x="441722" y="119544"/>
                  </a:lnTo>
                  <a:lnTo>
                    <a:pt x="403746" y="186408"/>
                  </a:lnTo>
                  <a:lnTo>
                    <a:pt x="283823" y="186408"/>
                  </a:lnTo>
                  <a:lnTo>
                    <a:pt x="279825" y="190460"/>
                  </a:lnTo>
                  <a:lnTo>
                    <a:pt x="279825" y="198565"/>
                  </a:lnTo>
                  <a:lnTo>
                    <a:pt x="283823" y="202617"/>
                  </a:lnTo>
                  <a:lnTo>
                    <a:pt x="403746" y="202618"/>
                  </a:lnTo>
                  <a:lnTo>
                    <a:pt x="441722" y="269482"/>
                  </a:lnTo>
                  <a:lnTo>
                    <a:pt x="445719" y="273534"/>
                  </a:lnTo>
                  <a:lnTo>
                    <a:pt x="529665" y="273534"/>
                  </a:lnTo>
                  <a:lnTo>
                    <a:pt x="533663" y="269482"/>
                  </a:lnTo>
                  <a:lnTo>
                    <a:pt x="540516" y="257325"/>
                  </a:lnTo>
                  <a:lnTo>
                    <a:pt x="451715" y="257324"/>
                  </a:lnTo>
                  <a:lnTo>
                    <a:pt x="415738" y="194513"/>
                  </a:lnTo>
                  <a:lnTo>
                    <a:pt x="451715" y="131701"/>
                  </a:lnTo>
                  <a:lnTo>
                    <a:pt x="540515" y="131701"/>
                  </a:lnTo>
                  <a:lnTo>
                    <a:pt x="533663" y="119544"/>
                  </a:lnTo>
                  <a:lnTo>
                    <a:pt x="529665" y="115492"/>
                  </a:lnTo>
                  <a:close/>
                </a:path>
                <a:path w="575945" h="624204">
                  <a:moveTo>
                    <a:pt x="329793" y="0"/>
                  </a:moveTo>
                  <a:lnTo>
                    <a:pt x="245847" y="0"/>
                  </a:lnTo>
                  <a:lnTo>
                    <a:pt x="241849" y="4052"/>
                  </a:lnTo>
                  <a:lnTo>
                    <a:pt x="201870" y="74968"/>
                  </a:lnTo>
                  <a:lnTo>
                    <a:pt x="199871" y="79020"/>
                  </a:lnTo>
                  <a:lnTo>
                    <a:pt x="199871" y="81047"/>
                  </a:lnTo>
                  <a:lnTo>
                    <a:pt x="201870" y="83073"/>
                  </a:lnTo>
                  <a:lnTo>
                    <a:pt x="239851" y="149937"/>
                  </a:lnTo>
                  <a:lnTo>
                    <a:pt x="181883" y="251246"/>
                  </a:lnTo>
                  <a:lnTo>
                    <a:pt x="179884" y="255298"/>
                  </a:lnTo>
                  <a:lnTo>
                    <a:pt x="179884" y="259350"/>
                  </a:lnTo>
                  <a:lnTo>
                    <a:pt x="183882" y="261377"/>
                  </a:lnTo>
                  <a:lnTo>
                    <a:pt x="189878" y="261377"/>
                  </a:lnTo>
                  <a:lnTo>
                    <a:pt x="191877" y="259350"/>
                  </a:lnTo>
                  <a:lnTo>
                    <a:pt x="193875" y="259350"/>
                  </a:lnTo>
                  <a:lnTo>
                    <a:pt x="251843" y="158041"/>
                  </a:lnTo>
                  <a:lnTo>
                    <a:pt x="329793" y="158042"/>
                  </a:lnTo>
                  <a:lnTo>
                    <a:pt x="333791" y="153989"/>
                  </a:lnTo>
                  <a:lnTo>
                    <a:pt x="340643" y="141832"/>
                  </a:lnTo>
                  <a:lnTo>
                    <a:pt x="251843" y="141832"/>
                  </a:lnTo>
                  <a:lnTo>
                    <a:pt x="215861" y="79020"/>
                  </a:lnTo>
                  <a:lnTo>
                    <a:pt x="251843" y="16209"/>
                  </a:lnTo>
                  <a:lnTo>
                    <a:pt x="340643" y="16209"/>
                  </a:lnTo>
                  <a:lnTo>
                    <a:pt x="333791" y="4052"/>
                  </a:lnTo>
                  <a:lnTo>
                    <a:pt x="329793" y="0"/>
                  </a:lnTo>
                  <a:close/>
                </a:path>
                <a:path w="575945" h="624204">
                  <a:moveTo>
                    <a:pt x="139624" y="131701"/>
                  </a:moveTo>
                  <a:lnTo>
                    <a:pt x="123920" y="131701"/>
                  </a:lnTo>
                  <a:lnTo>
                    <a:pt x="159897" y="194513"/>
                  </a:lnTo>
                  <a:lnTo>
                    <a:pt x="123920" y="257324"/>
                  </a:lnTo>
                  <a:lnTo>
                    <a:pt x="141666" y="257324"/>
                  </a:lnTo>
                  <a:lnTo>
                    <a:pt x="173888" y="200591"/>
                  </a:lnTo>
                  <a:lnTo>
                    <a:pt x="175887" y="196539"/>
                  </a:lnTo>
                  <a:lnTo>
                    <a:pt x="175887" y="194513"/>
                  </a:lnTo>
                  <a:lnTo>
                    <a:pt x="173888" y="192486"/>
                  </a:lnTo>
                  <a:lnTo>
                    <a:pt x="139624" y="131701"/>
                  </a:lnTo>
                  <a:close/>
                </a:path>
                <a:path w="575945" h="624204">
                  <a:moveTo>
                    <a:pt x="540515" y="131701"/>
                  </a:moveTo>
                  <a:lnTo>
                    <a:pt x="523669" y="131701"/>
                  </a:lnTo>
                  <a:lnTo>
                    <a:pt x="559646" y="194513"/>
                  </a:lnTo>
                  <a:lnTo>
                    <a:pt x="523669" y="257325"/>
                  </a:lnTo>
                  <a:lnTo>
                    <a:pt x="540516" y="257325"/>
                  </a:lnTo>
                  <a:lnTo>
                    <a:pt x="573637" y="198565"/>
                  </a:lnTo>
                  <a:lnTo>
                    <a:pt x="575636" y="194513"/>
                  </a:lnTo>
                  <a:lnTo>
                    <a:pt x="575636" y="192487"/>
                  </a:lnTo>
                  <a:lnTo>
                    <a:pt x="573637" y="190461"/>
                  </a:lnTo>
                  <a:lnTo>
                    <a:pt x="540515" y="131701"/>
                  </a:lnTo>
                  <a:close/>
                </a:path>
                <a:path w="575945" h="624204">
                  <a:moveTo>
                    <a:pt x="340643" y="16209"/>
                  </a:moveTo>
                  <a:lnTo>
                    <a:pt x="323797" y="16209"/>
                  </a:lnTo>
                  <a:lnTo>
                    <a:pt x="359774" y="79021"/>
                  </a:lnTo>
                  <a:lnTo>
                    <a:pt x="323797" y="141832"/>
                  </a:lnTo>
                  <a:lnTo>
                    <a:pt x="340643" y="141832"/>
                  </a:lnTo>
                  <a:lnTo>
                    <a:pt x="373765" y="83073"/>
                  </a:lnTo>
                  <a:lnTo>
                    <a:pt x="375764" y="79021"/>
                  </a:lnTo>
                  <a:lnTo>
                    <a:pt x="375764" y="76994"/>
                  </a:lnTo>
                  <a:lnTo>
                    <a:pt x="373765" y="74968"/>
                  </a:lnTo>
                  <a:lnTo>
                    <a:pt x="340643" y="16209"/>
                  </a:lnTo>
                  <a:close/>
                </a:path>
              </a:pathLst>
            </a:custGeom>
            <a:solidFill>
              <a:srgbClr val="0E61FD"/>
            </a:solidFill>
          </p:spPr>
          <p:txBody>
            <a:bodyPr wrap="square" lIns="0" tIns="0" rIns="0" bIns="0" rtlCol="0"/>
            <a:lstStyle/>
            <a:p>
              <a:endParaRPr sz="2184" dirty="0"/>
            </a:p>
          </p:txBody>
        </p:sp>
      </p:grpSp>
      <p:sp>
        <p:nvSpPr>
          <p:cNvPr id="118" name="Rectangle 117">
            <a:extLst>
              <a:ext uri="{FF2B5EF4-FFF2-40B4-BE49-F238E27FC236}">
                <a16:creationId xmlns:a16="http://schemas.microsoft.com/office/drawing/2014/main" id="{07A81052-0463-C901-FEB4-EAEAAEF2AA8A}"/>
              </a:ext>
            </a:extLst>
          </p:cNvPr>
          <p:cNvSpPr/>
          <p:nvPr/>
        </p:nvSpPr>
        <p:spPr>
          <a:xfrm>
            <a:off x="12791137" y="1813330"/>
            <a:ext cx="9322932" cy="937512"/>
          </a:xfrm>
          <a:prstGeom prst="rect">
            <a:avLst/>
          </a:prstGeom>
          <a:noFill/>
          <a:ln w="38100">
            <a:solidFill>
              <a:srgbClr val="0D5D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7200" dirty="0"/>
          </a:p>
        </p:txBody>
      </p:sp>
      <p:sp>
        <p:nvSpPr>
          <p:cNvPr id="119" name="object 16">
            <a:extLst>
              <a:ext uri="{FF2B5EF4-FFF2-40B4-BE49-F238E27FC236}">
                <a16:creationId xmlns:a16="http://schemas.microsoft.com/office/drawing/2014/main" id="{9034A360-7CDE-4376-22E3-8BDAEC098660}"/>
              </a:ext>
            </a:extLst>
          </p:cNvPr>
          <p:cNvSpPr/>
          <p:nvPr/>
        </p:nvSpPr>
        <p:spPr>
          <a:xfrm rot="5400000" flipV="1">
            <a:off x="13758103" y="3313408"/>
            <a:ext cx="1244468" cy="119336"/>
          </a:xfrm>
          <a:custGeom>
            <a:avLst/>
            <a:gdLst/>
            <a:ahLst/>
            <a:cxnLst/>
            <a:rect l="l" t="t" r="r" b="b"/>
            <a:pathLst>
              <a:path w="1508760" h="131445">
                <a:moveTo>
                  <a:pt x="1377654" y="0"/>
                </a:moveTo>
                <a:lnTo>
                  <a:pt x="1377654" y="130886"/>
                </a:lnTo>
                <a:lnTo>
                  <a:pt x="1482363" y="78531"/>
                </a:lnTo>
                <a:lnTo>
                  <a:pt x="1390742" y="78531"/>
                </a:lnTo>
                <a:lnTo>
                  <a:pt x="1390742" y="52354"/>
                </a:lnTo>
                <a:lnTo>
                  <a:pt x="1482363" y="52354"/>
                </a:lnTo>
                <a:lnTo>
                  <a:pt x="1377654" y="0"/>
                </a:lnTo>
                <a:close/>
              </a:path>
              <a:path w="1508760" h="131445">
                <a:moveTo>
                  <a:pt x="1377654" y="52354"/>
                </a:moveTo>
                <a:lnTo>
                  <a:pt x="0" y="52354"/>
                </a:lnTo>
                <a:lnTo>
                  <a:pt x="0" y="78531"/>
                </a:lnTo>
                <a:lnTo>
                  <a:pt x="1377654" y="78531"/>
                </a:lnTo>
                <a:lnTo>
                  <a:pt x="1377654" y="52354"/>
                </a:lnTo>
                <a:close/>
              </a:path>
              <a:path w="1508760" h="131445">
                <a:moveTo>
                  <a:pt x="1482363" y="52354"/>
                </a:moveTo>
                <a:lnTo>
                  <a:pt x="1390742" y="52354"/>
                </a:lnTo>
                <a:lnTo>
                  <a:pt x="1390742" y="78531"/>
                </a:lnTo>
                <a:lnTo>
                  <a:pt x="1482363" y="78531"/>
                </a:lnTo>
                <a:lnTo>
                  <a:pt x="1508540" y="65443"/>
                </a:lnTo>
                <a:lnTo>
                  <a:pt x="1482363" y="52354"/>
                </a:lnTo>
                <a:close/>
              </a:path>
            </a:pathLst>
          </a:custGeom>
          <a:solidFill>
            <a:srgbClr val="000000"/>
          </a:solidFill>
        </p:spPr>
        <p:txBody>
          <a:bodyPr wrap="square" lIns="0" tIns="0" rIns="0" bIns="0" rtlCol="0"/>
          <a:lstStyle/>
          <a:p>
            <a:endParaRPr sz="2184"/>
          </a:p>
        </p:txBody>
      </p:sp>
      <p:sp>
        <p:nvSpPr>
          <p:cNvPr id="120" name="object 16">
            <a:extLst>
              <a:ext uri="{FF2B5EF4-FFF2-40B4-BE49-F238E27FC236}">
                <a16:creationId xmlns:a16="http://schemas.microsoft.com/office/drawing/2014/main" id="{0A45F6C8-0A4A-FA20-25D8-2BD7FDF76B05}"/>
              </a:ext>
            </a:extLst>
          </p:cNvPr>
          <p:cNvSpPr/>
          <p:nvPr/>
        </p:nvSpPr>
        <p:spPr>
          <a:xfrm rot="5400000" flipV="1">
            <a:off x="17013861" y="3313408"/>
            <a:ext cx="1244468" cy="119336"/>
          </a:xfrm>
          <a:custGeom>
            <a:avLst/>
            <a:gdLst/>
            <a:ahLst/>
            <a:cxnLst/>
            <a:rect l="l" t="t" r="r" b="b"/>
            <a:pathLst>
              <a:path w="1508760" h="131445">
                <a:moveTo>
                  <a:pt x="1377654" y="0"/>
                </a:moveTo>
                <a:lnTo>
                  <a:pt x="1377654" y="130886"/>
                </a:lnTo>
                <a:lnTo>
                  <a:pt x="1482363" y="78531"/>
                </a:lnTo>
                <a:lnTo>
                  <a:pt x="1390742" y="78531"/>
                </a:lnTo>
                <a:lnTo>
                  <a:pt x="1390742" y="52354"/>
                </a:lnTo>
                <a:lnTo>
                  <a:pt x="1482363" y="52354"/>
                </a:lnTo>
                <a:lnTo>
                  <a:pt x="1377654" y="0"/>
                </a:lnTo>
                <a:close/>
              </a:path>
              <a:path w="1508760" h="131445">
                <a:moveTo>
                  <a:pt x="1377654" y="52354"/>
                </a:moveTo>
                <a:lnTo>
                  <a:pt x="0" y="52354"/>
                </a:lnTo>
                <a:lnTo>
                  <a:pt x="0" y="78531"/>
                </a:lnTo>
                <a:lnTo>
                  <a:pt x="1377654" y="78531"/>
                </a:lnTo>
                <a:lnTo>
                  <a:pt x="1377654" y="52354"/>
                </a:lnTo>
                <a:close/>
              </a:path>
              <a:path w="1508760" h="131445">
                <a:moveTo>
                  <a:pt x="1482363" y="52354"/>
                </a:moveTo>
                <a:lnTo>
                  <a:pt x="1390742" y="52354"/>
                </a:lnTo>
                <a:lnTo>
                  <a:pt x="1390742" y="78531"/>
                </a:lnTo>
                <a:lnTo>
                  <a:pt x="1482363" y="78531"/>
                </a:lnTo>
                <a:lnTo>
                  <a:pt x="1508540" y="65443"/>
                </a:lnTo>
                <a:lnTo>
                  <a:pt x="1482363" y="52354"/>
                </a:lnTo>
                <a:close/>
              </a:path>
            </a:pathLst>
          </a:custGeom>
          <a:solidFill>
            <a:srgbClr val="000000"/>
          </a:solidFill>
        </p:spPr>
        <p:txBody>
          <a:bodyPr wrap="square" lIns="0" tIns="0" rIns="0" bIns="0" rtlCol="0"/>
          <a:lstStyle/>
          <a:p>
            <a:endParaRPr sz="2184"/>
          </a:p>
        </p:txBody>
      </p:sp>
      <p:sp>
        <p:nvSpPr>
          <p:cNvPr id="121" name="object 16">
            <a:extLst>
              <a:ext uri="{FF2B5EF4-FFF2-40B4-BE49-F238E27FC236}">
                <a16:creationId xmlns:a16="http://schemas.microsoft.com/office/drawing/2014/main" id="{25ABF96B-843E-A6A2-9506-13C1E2DFBC02}"/>
              </a:ext>
            </a:extLst>
          </p:cNvPr>
          <p:cNvSpPr/>
          <p:nvPr/>
        </p:nvSpPr>
        <p:spPr>
          <a:xfrm rot="5400000" flipV="1">
            <a:off x="20066713" y="3313408"/>
            <a:ext cx="1244468" cy="119336"/>
          </a:xfrm>
          <a:custGeom>
            <a:avLst/>
            <a:gdLst/>
            <a:ahLst/>
            <a:cxnLst/>
            <a:rect l="l" t="t" r="r" b="b"/>
            <a:pathLst>
              <a:path w="1508760" h="131445">
                <a:moveTo>
                  <a:pt x="1377654" y="0"/>
                </a:moveTo>
                <a:lnTo>
                  <a:pt x="1377654" y="130886"/>
                </a:lnTo>
                <a:lnTo>
                  <a:pt x="1482363" y="78531"/>
                </a:lnTo>
                <a:lnTo>
                  <a:pt x="1390742" y="78531"/>
                </a:lnTo>
                <a:lnTo>
                  <a:pt x="1390742" y="52354"/>
                </a:lnTo>
                <a:lnTo>
                  <a:pt x="1482363" y="52354"/>
                </a:lnTo>
                <a:lnTo>
                  <a:pt x="1377654" y="0"/>
                </a:lnTo>
                <a:close/>
              </a:path>
              <a:path w="1508760" h="131445">
                <a:moveTo>
                  <a:pt x="1377654" y="52354"/>
                </a:moveTo>
                <a:lnTo>
                  <a:pt x="0" y="52354"/>
                </a:lnTo>
                <a:lnTo>
                  <a:pt x="0" y="78531"/>
                </a:lnTo>
                <a:lnTo>
                  <a:pt x="1377654" y="78531"/>
                </a:lnTo>
                <a:lnTo>
                  <a:pt x="1377654" y="52354"/>
                </a:lnTo>
                <a:close/>
              </a:path>
              <a:path w="1508760" h="131445">
                <a:moveTo>
                  <a:pt x="1482363" y="52354"/>
                </a:moveTo>
                <a:lnTo>
                  <a:pt x="1390742" y="52354"/>
                </a:lnTo>
                <a:lnTo>
                  <a:pt x="1390742" y="78531"/>
                </a:lnTo>
                <a:lnTo>
                  <a:pt x="1482363" y="78531"/>
                </a:lnTo>
                <a:lnTo>
                  <a:pt x="1508540" y="65443"/>
                </a:lnTo>
                <a:lnTo>
                  <a:pt x="1482363" y="52354"/>
                </a:lnTo>
                <a:close/>
              </a:path>
            </a:pathLst>
          </a:custGeom>
          <a:solidFill>
            <a:srgbClr val="000000"/>
          </a:solidFill>
        </p:spPr>
        <p:txBody>
          <a:bodyPr wrap="square" lIns="0" tIns="0" rIns="0" bIns="0" rtlCol="0"/>
          <a:lstStyle/>
          <a:p>
            <a:endParaRPr sz="2184"/>
          </a:p>
        </p:txBody>
      </p:sp>
      <p:sp>
        <p:nvSpPr>
          <p:cNvPr id="124" name="object 96">
            <a:extLst>
              <a:ext uri="{FF2B5EF4-FFF2-40B4-BE49-F238E27FC236}">
                <a16:creationId xmlns:a16="http://schemas.microsoft.com/office/drawing/2014/main" id="{58B2331E-4898-E1D4-5F9D-AC85ADF5FC4B}"/>
              </a:ext>
            </a:extLst>
          </p:cNvPr>
          <p:cNvSpPr txBox="1"/>
          <p:nvPr/>
        </p:nvSpPr>
        <p:spPr>
          <a:xfrm>
            <a:off x="20325600" y="10499321"/>
            <a:ext cx="2563426" cy="766752"/>
          </a:xfrm>
          <a:prstGeom prst="rect">
            <a:avLst/>
          </a:prstGeom>
        </p:spPr>
        <p:txBody>
          <a:bodyPr vert="horz" wrap="square" lIns="0" tIns="18482" rIns="0" bIns="0" rtlCol="0">
            <a:spAutoFit/>
          </a:bodyPr>
          <a:lstStyle/>
          <a:p>
            <a:pPr marL="15398" marR="6160" algn="ctr">
              <a:lnSpc>
                <a:spcPct val="112000"/>
              </a:lnSpc>
              <a:spcBef>
                <a:spcPts val="116"/>
              </a:spcBef>
            </a:pPr>
            <a:r>
              <a:rPr lang="en-US" sz="2200" spc="-42" dirty="0">
                <a:cs typeface="Arial"/>
              </a:rPr>
              <a:t>Prebuilt </a:t>
            </a:r>
          </a:p>
          <a:p>
            <a:pPr marL="15398" marR="6160" algn="ctr">
              <a:lnSpc>
                <a:spcPct val="112000"/>
              </a:lnSpc>
              <a:spcBef>
                <a:spcPts val="116"/>
              </a:spcBef>
            </a:pPr>
            <a:r>
              <a:rPr lang="en-US" sz="2200" spc="-42" dirty="0">
                <a:cs typeface="Arial"/>
              </a:rPr>
              <a:t>tools</a:t>
            </a:r>
            <a:endParaRPr sz="2200" spc="-42" dirty="0">
              <a:cs typeface="Arial"/>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12A77-E195-36BD-CB80-D346FA3BDF66}"/>
              </a:ext>
            </a:extLst>
          </p:cNvPr>
          <p:cNvSpPr>
            <a:spLocks noGrp="1"/>
          </p:cNvSpPr>
          <p:nvPr>
            <p:ph type="title"/>
          </p:nvPr>
        </p:nvSpPr>
        <p:spPr/>
        <p:txBody>
          <a:bodyPr/>
          <a:lstStyle/>
          <a:p>
            <a:r>
              <a:rPr lang="en-US" dirty="0"/>
              <a:t>Agent styles</a:t>
            </a:r>
          </a:p>
        </p:txBody>
      </p:sp>
      <p:sp>
        <p:nvSpPr>
          <p:cNvPr id="3" name="Text Placeholder 2">
            <a:extLst>
              <a:ext uri="{FF2B5EF4-FFF2-40B4-BE49-F238E27FC236}">
                <a16:creationId xmlns:a16="http://schemas.microsoft.com/office/drawing/2014/main" id="{0A891CDD-E9A4-B2BB-D978-E8398D1D7716}"/>
              </a:ext>
            </a:extLst>
          </p:cNvPr>
          <p:cNvSpPr>
            <a:spLocks noGrp="1"/>
          </p:cNvSpPr>
          <p:nvPr>
            <p:ph type="body" sz="quarter" idx="15"/>
          </p:nvPr>
        </p:nvSpPr>
        <p:spPr/>
        <p:txBody>
          <a:bodyPr/>
          <a:lstStyle/>
          <a:p>
            <a:r>
              <a:rPr lang="en-US" dirty="0">
                <a:solidFill>
                  <a:schemeClr val="accent1"/>
                </a:solidFill>
              </a:rPr>
              <a:t>Default</a:t>
            </a:r>
          </a:p>
        </p:txBody>
      </p:sp>
      <p:sp>
        <p:nvSpPr>
          <p:cNvPr id="4" name="Text Placeholder 3">
            <a:extLst>
              <a:ext uri="{FF2B5EF4-FFF2-40B4-BE49-F238E27FC236}">
                <a16:creationId xmlns:a16="http://schemas.microsoft.com/office/drawing/2014/main" id="{F369B47D-B4B9-4FDC-45B3-0221697CE4CA}"/>
              </a:ext>
            </a:extLst>
          </p:cNvPr>
          <p:cNvSpPr>
            <a:spLocks noGrp="1"/>
          </p:cNvSpPr>
          <p:nvPr>
            <p:ph type="body" sz="quarter" idx="12"/>
          </p:nvPr>
        </p:nvSpPr>
        <p:spPr/>
        <p:txBody>
          <a:bodyPr/>
          <a:lstStyle/>
          <a:p>
            <a:r>
              <a:rPr lang="en-US" sz="3200" dirty="0"/>
              <a:t>Streamlined, tool-centric, for straightforward tasks with linear logic.</a:t>
            </a:r>
          </a:p>
          <a:p>
            <a:endParaRPr lang="en-US" sz="3200" dirty="0"/>
          </a:p>
          <a:p>
            <a:r>
              <a:rPr lang="en-US" sz="3200" dirty="0"/>
              <a:t>Relies upon LLM reasoning to decide which tool to use, how to use it, and when to respond.</a:t>
            </a:r>
          </a:p>
          <a:p>
            <a:endParaRPr lang="en-US" sz="3200" dirty="0"/>
          </a:p>
          <a:p>
            <a:r>
              <a:rPr lang="en-US" sz="3200" dirty="0"/>
              <a:t>Ideal for:</a:t>
            </a:r>
          </a:p>
          <a:p>
            <a:pPr marL="571500" indent="-571500">
              <a:buFont typeface="Arial" panose="020B0604020202020204" pitchFamily="34" charset="0"/>
              <a:buChar char="•"/>
            </a:pPr>
            <a:r>
              <a:rPr lang="en-US" sz="3200" dirty="0"/>
              <a:t>Single-step or lightly sequential tasks</a:t>
            </a:r>
          </a:p>
          <a:p>
            <a:pPr marL="571500" indent="-571500">
              <a:buFont typeface="Arial" panose="020B0604020202020204" pitchFamily="34" charset="0"/>
              <a:buChar char="•"/>
            </a:pPr>
            <a:r>
              <a:rPr lang="en-US" sz="3200" dirty="0"/>
              <a:t>Flexibility and adaptability are needed</a:t>
            </a:r>
          </a:p>
          <a:p>
            <a:pPr marL="571500" indent="-571500">
              <a:buFont typeface="Arial" panose="020B0604020202020204" pitchFamily="34" charset="0"/>
              <a:buChar char="•"/>
            </a:pPr>
            <a:r>
              <a:rPr lang="en-US" sz="3200" dirty="0"/>
              <a:t>Multiple tool calls without strict sequencing</a:t>
            </a:r>
          </a:p>
          <a:p>
            <a:endParaRPr lang="en-US" dirty="0"/>
          </a:p>
        </p:txBody>
      </p:sp>
      <p:sp>
        <p:nvSpPr>
          <p:cNvPr id="5" name="Text Placeholder 4">
            <a:extLst>
              <a:ext uri="{FF2B5EF4-FFF2-40B4-BE49-F238E27FC236}">
                <a16:creationId xmlns:a16="http://schemas.microsoft.com/office/drawing/2014/main" id="{9FC4B0FE-42D1-6A6F-801F-75150540B002}"/>
              </a:ext>
            </a:extLst>
          </p:cNvPr>
          <p:cNvSpPr>
            <a:spLocks noGrp="1"/>
          </p:cNvSpPr>
          <p:nvPr>
            <p:ph type="body" sz="quarter" idx="16"/>
          </p:nvPr>
        </p:nvSpPr>
        <p:spPr/>
        <p:txBody>
          <a:bodyPr/>
          <a:lstStyle/>
          <a:p>
            <a:r>
              <a:rPr lang="en-US" dirty="0">
                <a:solidFill>
                  <a:schemeClr val="accent1"/>
                </a:solidFill>
              </a:rPr>
              <a:t>ReAct (Reasoning and Acting)</a:t>
            </a:r>
          </a:p>
        </p:txBody>
      </p:sp>
      <p:sp>
        <p:nvSpPr>
          <p:cNvPr id="6" name="Text Placeholder 5">
            <a:extLst>
              <a:ext uri="{FF2B5EF4-FFF2-40B4-BE49-F238E27FC236}">
                <a16:creationId xmlns:a16="http://schemas.microsoft.com/office/drawing/2014/main" id="{4590F98C-1210-F019-A80F-C400F5CB2900}"/>
              </a:ext>
            </a:extLst>
          </p:cNvPr>
          <p:cNvSpPr>
            <a:spLocks noGrp="1"/>
          </p:cNvSpPr>
          <p:nvPr>
            <p:ph type="body" sz="quarter" idx="13"/>
          </p:nvPr>
        </p:nvSpPr>
        <p:spPr/>
        <p:txBody>
          <a:bodyPr/>
          <a:lstStyle/>
          <a:p>
            <a:r>
              <a:rPr lang="en-US" sz="3200" dirty="0"/>
              <a:t>Iterative loop where the agent thinks, acts and observes continuously.</a:t>
            </a:r>
          </a:p>
          <a:p>
            <a:endParaRPr lang="en-US" sz="3200" dirty="0"/>
          </a:p>
          <a:p>
            <a:r>
              <a:rPr lang="en-GB" sz="3200" dirty="0"/>
              <a:t>Adjusts it plan based on what it learns along the way.</a:t>
            </a:r>
          </a:p>
          <a:p>
            <a:endParaRPr lang="en-GB" sz="3200" dirty="0"/>
          </a:p>
          <a:p>
            <a:endParaRPr lang="en-GB" sz="3200" dirty="0"/>
          </a:p>
          <a:p>
            <a:r>
              <a:rPr lang="en-US" sz="3200" dirty="0"/>
              <a:t>Ideal for:</a:t>
            </a:r>
          </a:p>
          <a:p>
            <a:pPr marL="571500" indent="-571500">
              <a:buFont typeface="Arial" panose="020B0604020202020204" pitchFamily="34" charset="0"/>
              <a:buChar char="•"/>
            </a:pPr>
            <a:r>
              <a:rPr lang="en-US" sz="3200" dirty="0"/>
              <a:t>Exploratory tasks</a:t>
            </a:r>
          </a:p>
          <a:p>
            <a:pPr marL="571500" indent="-571500">
              <a:buFont typeface="Arial" panose="020B0604020202020204" pitchFamily="34" charset="0"/>
              <a:buChar char="•"/>
            </a:pPr>
            <a:r>
              <a:rPr lang="en-US" sz="3200" dirty="0"/>
              <a:t>Problem solving</a:t>
            </a:r>
          </a:p>
          <a:p>
            <a:pPr marL="571500" indent="-571500">
              <a:buFont typeface="Arial" panose="020B0604020202020204" pitchFamily="34" charset="0"/>
              <a:buChar char="•"/>
            </a:pPr>
            <a:r>
              <a:rPr lang="en-US" sz="3200" dirty="0"/>
              <a:t>Transparent reasoning is needed</a:t>
            </a:r>
          </a:p>
          <a:p>
            <a:endParaRPr lang="en-US" dirty="0"/>
          </a:p>
          <a:p>
            <a:endParaRPr lang="en-US" dirty="0"/>
          </a:p>
        </p:txBody>
      </p:sp>
      <p:sp>
        <p:nvSpPr>
          <p:cNvPr id="7" name="Text Placeholder 6">
            <a:extLst>
              <a:ext uri="{FF2B5EF4-FFF2-40B4-BE49-F238E27FC236}">
                <a16:creationId xmlns:a16="http://schemas.microsoft.com/office/drawing/2014/main" id="{15331E7F-7600-4171-1676-0B127A23068B}"/>
              </a:ext>
            </a:extLst>
          </p:cNvPr>
          <p:cNvSpPr>
            <a:spLocks noGrp="1"/>
          </p:cNvSpPr>
          <p:nvPr>
            <p:ph type="body" sz="quarter" idx="17"/>
          </p:nvPr>
        </p:nvSpPr>
        <p:spPr/>
        <p:txBody>
          <a:bodyPr/>
          <a:lstStyle/>
          <a:p>
            <a:r>
              <a:rPr lang="en-US" dirty="0">
                <a:solidFill>
                  <a:schemeClr val="accent1"/>
                </a:solidFill>
              </a:rPr>
              <a:t>Plan-Act (Planner) </a:t>
            </a:r>
          </a:p>
        </p:txBody>
      </p:sp>
      <p:sp>
        <p:nvSpPr>
          <p:cNvPr id="8" name="Text Placeholder 7">
            <a:extLst>
              <a:ext uri="{FF2B5EF4-FFF2-40B4-BE49-F238E27FC236}">
                <a16:creationId xmlns:a16="http://schemas.microsoft.com/office/drawing/2014/main" id="{74294497-AD2A-30E9-7FE8-A0ECEAB639C6}"/>
              </a:ext>
            </a:extLst>
          </p:cNvPr>
          <p:cNvSpPr>
            <a:spLocks noGrp="1"/>
          </p:cNvSpPr>
          <p:nvPr>
            <p:ph type="body" sz="quarter" idx="14"/>
          </p:nvPr>
        </p:nvSpPr>
        <p:spPr/>
        <p:txBody>
          <a:bodyPr/>
          <a:lstStyle/>
          <a:p>
            <a:r>
              <a:rPr lang="en-US" sz="3200" dirty="0"/>
              <a:t>Emphasizes up-front planning and creates a structured plan to arrive at the goal. </a:t>
            </a:r>
          </a:p>
          <a:p>
            <a:endParaRPr lang="en-US" sz="3200" dirty="0"/>
          </a:p>
          <a:p>
            <a:r>
              <a:rPr lang="en-US" sz="3200" dirty="0"/>
              <a:t>Provides various options for controlling output.</a:t>
            </a:r>
          </a:p>
          <a:p>
            <a:endParaRPr lang="en-US" sz="3200" dirty="0"/>
          </a:p>
          <a:p>
            <a:endParaRPr lang="en-US" sz="3200" dirty="0"/>
          </a:p>
          <a:p>
            <a:r>
              <a:rPr lang="en-US" sz="3200" dirty="0"/>
              <a:t>Ideal for: </a:t>
            </a:r>
          </a:p>
          <a:p>
            <a:pPr marL="571500" indent="-571500">
              <a:buFont typeface="Arial" panose="020B0604020202020204" pitchFamily="34" charset="0"/>
              <a:buChar char="•"/>
            </a:pPr>
            <a:r>
              <a:rPr lang="en-US" sz="3200" dirty="0"/>
              <a:t>Multi-step, structured workflows</a:t>
            </a:r>
          </a:p>
          <a:p>
            <a:pPr marL="571500" indent="-571500">
              <a:buFont typeface="Arial" panose="020B0604020202020204" pitchFamily="34" charset="0"/>
              <a:buChar char="•"/>
            </a:pPr>
            <a:r>
              <a:rPr lang="en-US" sz="3200" dirty="0"/>
              <a:t>Control of agent output</a:t>
            </a:r>
          </a:p>
          <a:p>
            <a:pPr marL="571500" indent="-571500">
              <a:buFont typeface="Arial" panose="020B0604020202020204" pitchFamily="34" charset="0"/>
              <a:buChar char="•"/>
            </a:pPr>
            <a:r>
              <a:rPr lang="en-US" sz="3200" dirty="0"/>
              <a:t>Transparency and traceability </a:t>
            </a:r>
          </a:p>
        </p:txBody>
      </p:sp>
    </p:spTree>
    <p:extLst>
      <p:ext uri="{BB962C8B-B14F-4D97-AF65-F5344CB8AC3E}">
        <p14:creationId xmlns:p14="http://schemas.microsoft.com/office/powerpoint/2010/main" val="545068338"/>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A1C9B-0CD9-8081-47E8-BA61E77F1A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1B5800-B547-1A95-35B4-F2C1C0A0B824}"/>
              </a:ext>
            </a:extLst>
          </p:cNvPr>
          <p:cNvSpPr>
            <a:spLocks noGrp="1"/>
          </p:cNvSpPr>
          <p:nvPr>
            <p:ph type="title"/>
          </p:nvPr>
        </p:nvSpPr>
        <p:spPr>
          <a:xfrm>
            <a:off x="576072" y="385200"/>
            <a:ext cx="16792604" cy="1906588"/>
          </a:xfrm>
        </p:spPr>
        <p:txBody>
          <a:bodyPr/>
          <a:lstStyle/>
          <a:p>
            <a:r>
              <a:rPr lang="en-US" dirty="0"/>
              <a:t>ReAct agent example</a:t>
            </a:r>
          </a:p>
        </p:txBody>
      </p:sp>
      <p:sp>
        <p:nvSpPr>
          <p:cNvPr id="21" name="Text Placeholder 3">
            <a:extLst>
              <a:ext uri="{FF2B5EF4-FFF2-40B4-BE49-F238E27FC236}">
                <a16:creationId xmlns:a16="http://schemas.microsoft.com/office/drawing/2014/main" id="{8C865F5A-E99C-A7CD-7685-3DD7978BB157}"/>
              </a:ext>
            </a:extLst>
          </p:cNvPr>
          <p:cNvSpPr txBox="1">
            <a:spLocks/>
          </p:cNvSpPr>
          <p:nvPr/>
        </p:nvSpPr>
        <p:spPr>
          <a:xfrm>
            <a:off x="1002792" y="2550237"/>
            <a:ext cx="8979408" cy="421937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1161288" rtl="0" eaLnBrk="1" latinLnBrk="0" hangingPunct="1">
              <a:lnSpc>
                <a:spcPct val="100000"/>
              </a:lnSpc>
              <a:spcBef>
                <a:spcPts val="0"/>
              </a:spcBef>
              <a:spcAft>
                <a:spcPts val="0"/>
              </a:spcAft>
              <a:buClr>
                <a:schemeClr val="tx1"/>
              </a:buClr>
              <a:buSzTx/>
              <a:buFont typeface="IBM Plex Sans" panose="020B0604020202020204" pitchFamily="34" charset="0"/>
              <a:buNone/>
              <a:tabLst/>
              <a:defRPr sz="3600" b="0" i="0" u="none" strike="noStrike" cap="none" spc="0" baseline="0">
                <a:solidFill>
                  <a:schemeClr val="tx1"/>
                </a:solidFill>
                <a:uFillTx/>
                <a:latin typeface="IBM Plex Sans" panose="020B0403050203000203" pitchFamily="34" charset="0"/>
                <a:ea typeface="IBM Plex Sans"/>
                <a:cs typeface="IBM Plex Sans"/>
                <a:sym typeface="IBM Plex Sans"/>
              </a:defRPr>
            </a:lvl1pPr>
            <a:lvl2pPr marL="327600" marR="0" indent="-327600" algn="l" defTabSz="1161288" rtl="0" eaLnBrk="1" latinLnBrk="0" hangingPunct="1">
              <a:lnSpc>
                <a:spcPct val="100000"/>
              </a:lnSpc>
              <a:spcBef>
                <a:spcPts val="0"/>
              </a:spcBef>
              <a:spcAft>
                <a:spcPts val="0"/>
              </a:spcAft>
              <a:buClr>
                <a:schemeClr val="tx1"/>
              </a:buClr>
              <a:buSzPct val="100000"/>
              <a:buFont typeface="IBM Plex Sans" panose="020B0604020202020204" pitchFamily="34" charset="0"/>
              <a:buChar char="•"/>
              <a:tabLst/>
              <a:defRPr sz="3600" b="0" i="0" u="none" strike="noStrike" cap="none" spc="0" baseline="0">
                <a:solidFill>
                  <a:schemeClr val="tx1"/>
                </a:solidFill>
                <a:uFillTx/>
                <a:latin typeface="IBM Plex Sans" panose="020B0403050203000203" pitchFamily="34" charset="0"/>
                <a:ea typeface="IBM Plex Sans"/>
                <a:cs typeface="IBM Plex Sans"/>
                <a:sym typeface="IBM Plex Sans"/>
              </a:defRPr>
            </a:lvl2pPr>
            <a:lvl3pPr marL="658800" marR="0" indent="-327600" algn="l" defTabSz="1161288" rtl="0" eaLnBrk="1" latinLnBrk="0" hangingPunct="1">
              <a:lnSpc>
                <a:spcPct val="100000"/>
              </a:lnSpc>
              <a:spcBef>
                <a:spcPts val="0"/>
              </a:spcBef>
              <a:spcAft>
                <a:spcPts val="0"/>
              </a:spcAft>
              <a:buClr>
                <a:schemeClr val="tx1"/>
              </a:buClr>
              <a:buSzPct val="100000"/>
              <a:buFont typeface="IBM Plex Sans" panose="020B0604020202020204" pitchFamily="34" charset="0"/>
              <a:buChar char="•"/>
              <a:tabLst/>
              <a:defRPr sz="3600" b="0" i="0" u="none" strike="noStrike" cap="none" spc="0" baseline="0">
                <a:solidFill>
                  <a:schemeClr val="tx1"/>
                </a:solidFill>
                <a:uFillTx/>
                <a:latin typeface="IBM Plex Sans" panose="020B0403050203000203" pitchFamily="34" charset="0"/>
                <a:ea typeface="IBM Plex Sans"/>
                <a:cs typeface="IBM Plex Sans"/>
                <a:sym typeface="IBM Plex Sans"/>
              </a:defRPr>
            </a:lvl3pPr>
            <a:lvl4pPr marL="986400" marR="0" indent="-327600" algn="l" defTabSz="1161288" rtl="0" eaLnBrk="1" latinLnBrk="0" hangingPunct="1">
              <a:lnSpc>
                <a:spcPct val="100000"/>
              </a:lnSpc>
              <a:spcBef>
                <a:spcPts val="0"/>
              </a:spcBef>
              <a:spcAft>
                <a:spcPts val="0"/>
              </a:spcAft>
              <a:buClr>
                <a:schemeClr val="tx1"/>
              </a:buClr>
              <a:buSzPct val="100000"/>
              <a:buFont typeface="IBM Plex Sans" panose="020B0604020202020204" pitchFamily="34" charset="0"/>
              <a:buChar char="•"/>
              <a:tabLst/>
              <a:defRPr sz="3600" b="0" i="0" u="none" strike="noStrike" cap="none" spc="0" baseline="0">
                <a:solidFill>
                  <a:schemeClr val="tx1"/>
                </a:solidFill>
                <a:uFillTx/>
                <a:latin typeface="IBM Plex Sans" panose="020B0403050203000203" pitchFamily="34" charset="0"/>
                <a:ea typeface="IBM Plex Sans"/>
                <a:cs typeface="IBM Plex Sans"/>
                <a:sym typeface="IBM Plex Sans"/>
              </a:defRPr>
            </a:lvl4pPr>
            <a:lvl5pPr marL="685800" marR="0" indent="0" algn="l" defTabSz="1161288" rtl="0" eaLnBrk="1" latinLnBrk="0" hangingPunct="1">
              <a:lnSpc>
                <a:spcPct val="110000"/>
              </a:lnSpc>
              <a:spcBef>
                <a:spcPts val="0"/>
              </a:spcBef>
              <a:spcAft>
                <a:spcPts val="0"/>
              </a:spcAft>
              <a:buClrTx/>
              <a:buSzPct val="100000"/>
              <a:buFont typeface="IBM Plex Sans" panose="020B0604020202020204" pitchFamily="34" charset="0"/>
              <a:buNone/>
              <a:tabLst/>
              <a:defRPr sz="3600" b="0" i="0" u="none" strike="noStrike" cap="none" spc="0" baseline="0">
                <a:solidFill>
                  <a:schemeClr val="tx1"/>
                </a:solidFill>
                <a:uFillTx/>
                <a:latin typeface="IBM Plex Sans"/>
                <a:ea typeface="IBM Plex Sans"/>
                <a:cs typeface="IBM Plex Sans"/>
                <a:sym typeface="IBM Plex Sans"/>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IBM Plex Sans"/>
                <a:ea typeface="IBM Plex Sans"/>
                <a:cs typeface="IBM Plex Sans"/>
                <a:sym typeface="IBM Plex Sans"/>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IBM Plex Sans"/>
                <a:ea typeface="IBM Plex Sans"/>
                <a:cs typeface="IBM Plex Sans"/>
                <a:sym typeface="IBM Plex Sans"/>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IBM Plex Sans"/>
                <a:ea typeface="IBM Plex Sans"/>
                <a:cs typeface="IBM Plex Sans"/>
                <a:sym typeface="IBM Plex Sans"/>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IBM Plex Sans"/>
                <a:ea typeface="IBM Plex Sans"/>
                <a:cs typeface="IBM Plex Sans"/>
                <a:sym typeface="IBM Plex Sans"/>
              </a:defRPr>
            </a:lvl9pPr>
          </a:lstStyle>
          <a:p>
            <a:r>
              <a:rPr lang="en-GB" dirty="0">
                <a:solidFill>
                  <a:srgbClr val="161616"/>
                </a:solidFill>
                <a:latin typeface="IBM Plex Sans" panose="020B0503050203000203" pitchFamily="34" charset="0"/>
              </a:rPr>
              <a:t>This simple agent provides the current temperature for a given city.</a:t>
            </a:r>
          </a:p>
          <a:p>
            <a:endParaRPr lang="en-GB" dirty="0">
              <a:solidFill>
                <a:srgbClr val="161616"/>
              </a:solidFill>
              <a:latin typeface="IBM Plex Sans" panose="020B0503050203000203" pitchFamily="34" charset="0"/>
            </a:endParaRPr>
          </a:p>
          <a:p>
            <a:pPr marL="571500" indent="-571500">
              <a:buFont typeface="IBM Plex Sans" panose="020B0604020202020204" pitchFamily="34" charset="0"/>
              <a:buChar char="•"/>
            </a:pPr>
            <a:r>
              <a:rPr lang="en-GB" dirty="0">
                <a:solidFill>
                  <a:srgbClr val="161616"/>
                </a:solidFill>
                <a:latin typeface="IBM Plex Sans" panose="020B0503050203000203" pitchFamily="34" charset="0"/>
              </a:rPr>
              <a:t>Description: describes the agents' capabilities</a:t>
            </a:r>
          </a:p>
          <a:p>
            <a:pPr marL="571500" indent="-571500">
              <a:buFont typeface="IBM Plex Sans" panose="020B0604020202020204" pitchFamily="34" charset="0"/>
              <a:buChar char="•"/>
            </a:pPr>
            <a:r>
              <a:rPr lang="en-GB" dirty="0">
                <a:solidFill>
                  <a:srgbClr val="161616"/>
                </a:solidFill>
                <a:latin typeface="IBM Plex Sans" panose="020B0503050203000203" pitchFamily="34" charset="0"/>
              </a:rPr>
              <a:t>Instructions: helps the agent plan to achieve its goals</a:t>
            </a:r>
          </a:p>
          <a:p>
            <a:pPr marL="571500" indent="-571500">
              <a:buFont typeface="IBM Plex Sans" panose="020B0604020202020204" pitchFamily="34" charset="0"/>
              <a:buChar char="•"/>
            </a:pPr>
            <a:endParaRPr lang="en-GB" dirty="0">
              <a:solidFill>
                <a:srgbClr val="161616"/>
              </a:solidFill>
              <a:latin typeface="IBM Plex Sans" panose="020B0503050203000203" pitchFamily="34" charset="0"/>
            </a:endParaRPr>
          </a:p>
          <a:p>
            <a:endParaRPr lang="en-GB" dirty="0">
              <a:solidFill>
                <a:srgbClr val="161616"/>
              </a:solidFill>
              <a:latin typeface="IBM Plex Sans" panose="020B0503050203000203" pitchFamily="34" charset="0"/>
            </a:endParaRPr>
          </a:p>
          <a:p>
            <a:r>
              <a:rPr lang="en-GB" dirty="0">
                <a:solidFill>
                  <a:srgbClr val="161616"/>
                </a:solidFill>
                <a:latin typeface="IBM Plex Sans" panose="020B0503050203000203" pitchFamily="34" charset="0"/>
              </a:rPr>
              <a:t>The tool is created from an Open API specification. </a:t>
            </a:r>
          </a:p>
          <a:p>
            <a:endParaRPr lang="en-GB" dirty="0">
              <a:solidFill>
                <a:srgbClr val="161616"/>
              </a:solidFill>
              <a:latin typeface="IBM Plex Sans" panose="020B0503050203000203" pitchFamily="34" charset="0"/>
            </a:endParaRPr>
          </a:p>
          <a:p>
            <a:pPr marL="571500" indent="-571500">
              <a:buFont typeface="Arial" panose="020B0604020202020204" pitchFamily="34" charset="0"/>
              <a:buChar char="•"/>
            </a:pPr>
            <a:r>
              <a:rPr lang="en-GB" dirty="0">
                <a:solidFill>
                  <a:srgbClr val="161616"/>
                </a:solidFill>
                <a:latin typeface="IBM Plex Sans" panose="020B0503050203000203" pitchFamily="34" charset="0"/>
              </a:rPr>
              <a:t>Description: describes the capabilities of the tool</a:t>
            </a:r>
          </a:p>
          <a:p>
            <a:pPr marL="571500" indent="-571500">
              <a:buFont typeface="Arial" panose="020B0604020202020204" pitchFamily="34" charset="0"/>
              <a:buChar char="•"/>
            </a:pPr>
            <a:r>
              <a:rPr lang="en-GB" dirty="0">
                <a:solidFill>
                  <a:srgbClr val="161616"/>
                </a:solidFill>
                <a:latin typeface="IBM Plex Sans" panose="020B0503050203000203" pitchFamily="34" charset="0"/>
              </a:rPr>
              <a:t>Parameters: information that must be provided by the agent</a:t>
            </a:r>
          </a:p>
          <a:p>
            <a:endParaRPr lang="en-GB" dirty="0">
              <a:solidFill>
                <a:srgbClr val="161616"/>
              </a:solidFill>
              <a:latin typeface="IBM Plex Sans" panose="020B0503050203000203" pitchFamily="34" charset="0"/>
            </a:endParaRPr>
          </a:p>
          <a:p>
            <a:r>
              <a:rPr lang="en-GB" dirty="0">
                <a:solidFill>
                  <a:srgbClr val="161616"/>
                </a:solidFill>
                <a:latin typeface="IBM Plex Sans" panose="020B0503050203000203" pitchFamily="34" charset="0"/>
              </a:rPr>
              <a:t>The Open API specification used to create tool.</a:t>
            </a:r>
          </a:p>
          <a:p>
            <a:endParaRPr lang="en-GB" b="0" i="0" dirty="0">
              <a:solidFill>
                <a:srgbClr val="161616"/>
              </a:solidFill>
              <a:effectLst/>
              <a:latin typeface="IBM Plex Sans" panose="020B0503050203000203" pitchFamily="34" charset="0"/>
            </a:endParaRPr>
          </a:p>
          <a:p>
            <a:r>
              <a:rPr lang="en-US" kern="0" dirty="0"/>
              <a:t> </a:t>
            </a:r>
          </a:p>
        </p:txBody>
      </p:sp>
      <p:sp>
        <p:nvSpPr>
          <p:cNvPr id="41" name="TextBox 40">
            <a:extLst>
              <a:ext uri="{FF2B5EF4-FFF2-40B4-BE49-F238E27FC236}">
                <a16:creationId xmlns:a16="http://schemas.microsoft.com/office/drawing/2014/main" id="{68E4A33D-705B-A26C-6D32-9B7486A7E971}"/>
              </a:ext>
            </a:extLst>
          </p:cNvPr>
          <p:cNvSpPr txBox="1"/>
          <p:nvPr/>
        </p:nvSpPr>
        <p:spPr>
          <a:xfrm>
            <a:off x="15444940" y="2052226"/>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algn="l" defTabSz="2438400">
              <a:spcBef>
                <a:spcPts val="2900"/>
              </a:spcBef>
              <a:buSzPct val="100000"/>
            </a:pPr>
            <a:endParaRPr lang="en-US" kern="0" dirty="0">
              <a:solidFill>
                <a:srgbClr val="000000"/>
              </a:solidFill>
              <a:ea typeface="IBM Plex Sans"/>
              <a:cs typeface="IBM Plex Sans"/>
              <a:sym typeface="IBM Plex Sans"/>
            </a:endParaRPr>
          </a:p>
        </p:txBody>
      </p:sp>
      <p:sp>
        <p:nvSpPr>
          <p:cNvPr id="10" name="Rectangle 9">
            <a:extLst>
              <a:ext uri="{FF2B5EF4-FFF2-40B4-BE49-F238E27FC236}">
                <a16:creationId xmlns:a16="http://schemas.microsoft.com/office/drawing/2014/main" id="{5E6742C8-1E7F-4612-D47A-D13FAAECBB46}"/>
              </a:ext>
            </a:extLst>
          </p:cNvPr>
          <p:cNvSpPr/>
          <p:nvPr/>
        </p:nvSpPr>
        <p:spPr bwMode="auto">
          <a:xfrm>
            <a:off x="13594729" y="2318998"/>
            <a:ext cx="9789654" cy="3686193"/>
          </a:xfrm>
          <a:prstGeom prst="rect">
            <a:avLst/>
          </a:prstGeom>
          <a:noFill/>
          <a:ln w="3810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a:buNone/>
              <a:tabLst/>
            </a:pPr>
            <a:endParaRPr kumimoji="0" lang="en-US" sz="2800" b="0" i="0" u="none" strike="noStrike" cap="none" normalizeH="0" baseline="0">
              <a:ln>
                <a:noFill/>
              </a:ln>
              <a:solidFill>
                <a:schemeClr val="bg1"/>
              </a:solidFill>
              <a:effectLst/>
              <a:latin typeface="IBM Plex Sans"/>
            </a:endParaRPr>
          </a:p>
        </p:txBody>
      </p:sp>
      <p:sp>
        <p:nvSpPr>
          <p:cNvPr id="11" name="TextBox 10">
            <a:extLst>
              <a:ext uri="{FF2B5EF4-FFF2-40B4-BE49-F238E27FC236}">
                <a16:creationId xmlns:a16="http://schemas.microsoft.com/office/drawing/2014/main" id="{629A9049-0EF0-58FE-DECA-2C497827E777}"/>
              </a:ext>
            </a:extLst>
          </p:cNvPr>
          <p:cNvSpPr txBox="1"/>
          <p:nvPr/>
        </p:nvSpPr>
        <p:spPr>
          <a:xfrm>
            <a:off x="13594729" y="1743236"/>
            <a:ext cx="4180171" cy="54855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defTabSz="2438400">
              <a:spcBef>
                <a:spcPts val="2900"/>
              </a:spcBef>
              <a:buSzPct val="100000"/>
            </a:pPr>
            <a:r>
              <a:rPr lang="en-US" sz="3200" b="1" kern="0" dirty="0">
                <a:solidFill>
                  <a:schemeClr val="accent1"/>
                </a:solidFill>
                <a:ea typeface="IBM Plex Sans"/>
                <a:cs typeface="IBM Plex Sans"/>
                <a:sym typeface="IBM Plex Sans"/>
              </a:rPr>
              <a:t>Agent: Weatherman</a:t>
            </a:r>
          </a:p>
        </p:txBody>
      </p:sp>
      <p:sp>
        <p:nvSpPr>
          <p:cNvPr id="12" name="TextBox 11">
            <a:extLst>
              <a:ext uri="{FF2B5EF4-FFF2-40B4-BE49-F238E27FC236}">
                <a16:creationId xmlns:a16="http://schemas.microsoft.com/office/drawing/2014/main" id="{936F0A69-F0ED-9355-677D-54E8ECC67885}"/>
              </a:ext>
            </a:extLst>
          </p:cNvPr>
          <p:cNvSpPr txBox="1"/>
          <p:nvPr/>
        </p:nvSpPr>
        <p:spPr>
          <a:xfrm>
            <a:off x="14036488" y="2638212"/>
            <a:ext cx="8880662" cy="10116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r>
              <a:rPr lang="en-GB" sz="2400" dirty="0">
                <a:solidFill>
                  <a:schemeClr val="accent1"/>
                </a:solidFill>
              </a:rPr>
              <a:t>Description:</a:t>
            </a:r>
          </a:p>
          <a:p>
            <a:r>
              <a:rPr lang="en-GB" sz="2400" dirty="0">
                <a:solidFill>
                  <a:srgbClr val="080808"/>
                </a:solidFill>
              </a:rPr>
              <a:t>You provide the current temperature for well known cities.</a:t>
            </a:r>
          </a:p>
        </p:txBody>
      </p:sp>
      <p:sp>
        <p:nvSpPr>
          <p:cNvPr id="13" name="TextBox 12">
            <a:extLst>
              <a:ext uri="{FF2B5EF4-FFF2-40B4-BE49-F238E27FC236}">
                <a16:creationId xmlns:a16="http://schemas.microsoft.com/office/drawing/2014/main" id="{62818C3B-A775-A89D-9ACB-86C81E721067}"/>
              </a:ext>
            </a:extLst>
          </p:cNvPr>
          <p:cNvSpPr txBox="1"/>
          <p:nvPr/>
        </p:nvSpPr>
        <p:spPr>
          <a:xfrm>
            <a:off x="15799831" y="4205346"/>
            <a:ext cx="0" cy="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rtlCol="0">
            <a:noAutofit/>
          </a:bodyPr>
          <a:lstStyle/>
          <a:p>
            <a:pPr algn="l" defTabSz="2438400">
              <a:spcBef>
                <a:spcPts val="2900"/>
              </a:spcBef>
              <a:buSzPct val="100000"/>
            </a:pPr>
            <a:endParaRPr lang="en-US" kern="0" dirty="0">
              <a:solidFill>
                <a:srgbClr val="000000"/>
              </a:solidFill>
              <a:ea typeface="IBM Plex Sans"/>
              <a:cs typeface="IBM Plex Sans"/>
              <a:sym typeface="IBM Plex Sans"/>
            </a:endParaRPr>
          </a:p>
        </p:txBody>
      </p:sp>
      <p:sp>
        <p:nvSpPr>
          <p:cNvPr id="17" name="TextBox 16">
            <a:extLst>
              <a:ext uri="{FF2B5EF4-FFF2-40B4-BE49-F238E27FC236}">
                <a16:creationId xmlns:a16="http://schemas.microsoft.com/office/drawing/2014/main" id="{15D20F07-2680-4ED3-48F3-D23A71A9E46E}"/>
              </a:ext>
            </a:extLst>
          </p:cNvPr>
          <p:cNvSpPr txBox="1"/>
          <p:nvPr/>
        </p:nvSpPr>
        <p:spPr>
          <a:xfrm>
            <a:off x="14025036" y="3569089"/>
            <a:ext cx="8880662" cy="15270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rtlCol="0">
            <a:noAutofit/>
          </a:bodyPr>
          <a:lstStyle/>
          <a:p>
            <a:r>
              <a:rPr lang="en-US" sz="2400" dirty="0">
                <a:solidFill>
                  <a:schemeClr val="accent2"/>
                </a:solidFill>
              </a:rPr>
              <a:t>Instructions</a:t>
            </a:r>
            <a:r>
              <a:rPr lang="en-US" sz="2400" noProof="0" dirty="0">
                <a:solidFill>
                  <a:schemeClr val="accent2"/>
                </a:solidFill>
                <a:effectLst/>
              </a:rPr>
              <a:t>:</a:t>
            </a:r>
          </a:p>
          <a:p>
            <a:r>
              <a:rPr lang="en-GB" sz="2400" noProof="0" dirty="0">
                <a:solidFill>
                  <a:srgbClr val="080808"/>
                </a:solidFill>
                <a:effectLst/>
              </a:rPr>
              <a:t>Use the forecast tool to get the current temperature. Display the results as a text sentence.</a:t>
            </a:r>
            <a:br>
              <a:rPr lang="en-GB" sz="2400" noProof="0" dirty="0">
                <a:solidFill>
                  <a:srgbClr val="080808"/>
                </a:solidFill>
                <a:effectLst/>
              </a:rPr>
            </a:br>
            <a:r>
              <a:rPr lang="en-GB" sz="2400" noProof="0" dirty="0">
                <a:solidFill>
                  <a:srgbClr val="080808"/>
                </a:solidFill>
                <a:effectLst/>
              </a:rPr>
              <a:t>Try and determine the longitude and latitude yourself before calling the forecast. </a:t>
            </a:r>
            <a:br>
              <a:rPr lang="en-GB" sz="2400" noProof="0" dirty="0">
                <a:solidFill>
                  <a:srgbClr val="080808"/>
                </a:solidFill>
                <a:effectLst/>
              </a:rPr>
            </a:br>
            <a:r>
              <a:rPr lang="en-GB" sz="2400" noProof="0" dirty="0">
                <a:solidFill>
                  <a:srgbClr val="080808"/>
                </a:solidFill>
                <a:effectLst/>
              </a:rPr>
              <a:t>For example, Berlin, Germany is 52.52,13.41.</a:t>
            </a:r>
          </a:p>
          <a:p>
            <a:pPr algn="ctr"/>
            <a:endParaRPr lang="en-GB" sz="2800" dirty="0">
              <a:solidFill>
                <a:srgbClr val="080808"/>
              </a:solidFill>
            </a:endParaRPr>
          </a:p>
        </p:txBody>
      </p:sp>
      <p:sp>
        <p:nvSpPr>
          <p:cNvPr id="24" name="Rectangle 23">
            <a:extLst>
              <a:ext uri="{FF2B5EF4-FFF2-40B4-BE49-F238E27FC236}">
                <a16:creationId xmlns:a16="http://schemas.microsoft.com/office/drawing/2014/main" id="{EE91B2A3-9860-31B8-B5B8-3E587DEBE164}"/>
              </a:ext>
            </a:extLst>
          </p:cNvPr>
          <p:cNvSpPr/>
          <p:nvPr/>
        </p:nvSpPr>
        <p:spPr bwMode="auto">
          <a:xfrm>
            <a:off x="13594729" y="6799899"/>
            <a:ext cx="9778201" cy="2722505"/>
          </a:xfrm>
          <a:prstGeom prst="rect">
            <a:avLst/>
          </a:prstGeom>
          <a:noFill/>
          <a:ln w="38100">
            <a:solidFill>
              <a:schemeClr val="accent4"/>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a:buNone/>
              <a:tabLst/>
            </a:pPr>
            <a:endParaRPr kumimoji="0" lang="en-US" sz="2800" b="0" i="0" u="none" strike="noStrike" cap="none" normalizeH="0" baseline="0">
              <a:ln>
                <a:noFill/>
              </a:ln>
              <a:solidFill>
                <a:schemeClr val="bg1"/>
              </a:solidFill>
              <a:effectLst/>
              <a:latin typeface="IBM Plex Sans"/>
            </a:endParaRPr>
          </a:p>
        </p:txBody>
      </p:sp>
      <p:sp>
        <p:nvSpPr>
          <p:cNvPr id="25" name="TextBox 24">
            <a:extLst>
              <a:ext uri="{FF2B5EF4-FFF2-40B4-BE49-F238E27FC236}">
                <a16:creationId xmlns:a16="http://schemas.microsoft.com/office/drawing/2014/main" id="{B1177DDB-E149-9E14-8155-DB2A967AD7F5}"/>
              </a:ext>
            </a:extLst>
          </p:cNvPr>
          <p:cNvSpPr txBox="1"/>
          <p:nvPr/>
        </p:nvSpPr>
        <p:spPr>
          <a:xfrm>
            <a:off x="13605769" y="6206286"/>
            <a:ext cx="4362768" cy="646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defTabSz="2438400">
              <a:spcBef>
                <a:spcPts val="2900"/>
              </a:spcBef>
              <a:buSzPct val="100000"/>
            </a:pPr>
            <a:r>
              <a:rPr lang="en-US" sz="3200" b="1" kern="0" dirty="0">
                <a:solidFill>
                  <a:schemeClr val="accent4"/>
                </a:solidFill>
                <a:ea typeface="IBM Plex Sans"/>
                <a:cs typeface="IBM Plex Sans"/>
                <a:sym typeface="IBM Plex Sans"/>
              </a:rPr>
              <a:t>Tool: Forecast</a:t>
            </a:r>
          </a:p>
        </p:txBody>
      </p:sp>
      <p:sp>
        <p:nvSpPr>
          <p:cNvPr id="26" name="TextBox 25">
            <a:extLst>
              <a:ext uri="{FF2B5EF4-FFF2-40B4-BE49-F238E27FC236}">
                <a16:creationId xmlns:a16="http://schemas.microsoft.com/office/drawing/2014/main" id="{5D801857-137C-10EB-A23B-1DE02626D412}"/>
              </a:ext>
            </a:extLst>
          </p:cNvPr>
          <p:cNvSpPr txBox="1"/>
          <p:nvPr/>
        </p:nvSpPr>
        <p:spPr>
          <a:xfrm>
            <a:off x="14025036" y="7092068"/>
            <a:ext cx="8892114" cy="85988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r>
              <a:rPr lang="en-GB" sz="2400" dirty="0">
                <a:solidFill>
                  <a:schemeClr val="accent4"/>
                </a:solidFill>
                <a:effectLst/>
              </a:rPr>
              <a:t>Description:</a:t>
            </a:r>
          </a:p>
          <a:p>
            <a:r>
              <a:rPr lang="en-GB" sz="2400" dirty="0">
                <a:solidFill>
                  <a:srgbClr val="080808"/>
                </a:solidFill>
                <a:effectLst/>
              </a:rPr>
              <a:t>Retrieve current weather conditions.</a:t>
            </a:r>
          </a:p>
        </p:txBody>
      </p:sp>
      <p:sp>
        <p:nvSpPr>
          <p:cNvPr id="27" name="TextBox 26">
            <a:extLst>
              <a:ext uri="{FF2B5EF4-FFF2-40B4-BE49-F238E27FC236}">
                <a16:creationId xmlns:a16="http://schemas.microsoft.com/office/drawing/2014/main" id="{2F726145-49AB-A9B6-D924-41BB59FD872B}"/>
              </a:ext>
            </a:extLst>
          </p:cNvPr>
          <p:cNvSpPr txBox="1"/>
          <p:nvPr/>
        </p:nvSpPr>
        <p:spPr>
          <a:xfrm>
            <a:off x="14036488" y="8147977"/>
            <a:ext cx="3403844" cy="13309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r>
              <a:rPr lang="en-GB" sz="2400" dirty="0">
                <a:solidFill>
                  <a:schemeClr val="accent4"/>
                </a:solidFill>
              </a:rPr>
              <a:t>Parameters</a:t>
            </a:r>
            <a:r>
              <a:rPr lang="en-GB" sz="2400" dirty="0">
                <a:solidFill>
                  <a:schemeClr val="accent4"/>
                </a:solidFill>
                <a:effectLst/>
              </a:rPr>
              <a:t>:</a:t>
            </a:r>
          </a:p>
          <a:p>
            <a:pPr marL="457200" indent="-457200">
              <a:buFontTx/>
              <a:buChar char="-"/>
            </a:pPr>
            <a:r>
              <a:rPr lang="en-GB" sz="2400" dirty="0">
                <a:solidFill>
                  <a:srgbClr val="080808"/>
                </a:solidFill>
                <a:effectLst/>
              </a:rPr>
              <a:t>Latit</a:t>
            </a:r>
            <a:r>
              <a:rPr lang="en-GB" sz="2400" dirty="0">
                <a:solidFill>
                  <a:srgbClr val="080808"/>
                </a:solidFill>
              </a:rPr>
              <a:t>ude</a:t>
            </a:r>
          </a:p>
          <a:p>
            <a:pPr marL="457200" indent="-457200">
              <a:buFontTx/>
              <a:buChar char="-"/>
            </a:pPr>
            <a:r>
              <a:rPr lang="en-GB" sz="2400" dirty="0">
                <a:solidFill>
                  <a:srgbClr val="080808"/>
                </a:solidFill>
                <a:effectLst/>
              </a:rPr>
              <a:t>Longitude</a:t>
            </a:r>
          </a:p>
          <a:p>
            <a:endParaRPr lang="en-GB" sz="2400" dirty="0">
              <a:solidFill>
                <a:srgbClr val="080808"/>
              </a:solidFill>
              <a:effectLst/>
            </a:endParaRPr>
          </a:p>
        </p:txBody>
      </p:sp>
      <p:sp>
        <p:nvSpPr>
          <p:cNvPr id="3" name="Rectangle 2">
            <a:extLst>
              <a:ext uri="{FF2B5EF4-FFF2-40B4-BE49-F238E27FC236}">
                <a16:creationId xmlns:a16="http://schemas.microsoft.com/office/drawing/2014/main" id="{4F7357CC-B826-01EB-8813-3ECABE7EBCA6}"/>
              </a:ext>
            </a:extLst>
          </p:cNvPr>
          <p:cNvSpPr/>
          <p:nvPr/>
        </p:nvSpPr>
        <p:spPr bwMode="auto">
          <a:xfrm>
            <a:off x="13606182" y="10408185"/>
            <a:ext cx="9778201" cy="2722505"/>
          </a:xfrm>
          <a:prstGeom prst="rect">
            <a:avLst/>
          </a:prstGeom>
          <a:noFill/>
          <a:ln w="38100">
            <a:solidFill>
              <a:schemeClr val="accent5">
                <a:lumMod val="40000"/>
                <a:lumOff val="60000"/>
              </a:schemeClr>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a:buNone/>
              <a:tabLst/>
            </a:pPr>
            <a:endParaRPr kumimoji="0" lang="en-US" sz="2800" b="0" i="0" u="none" strike="noStrike" cap="none" normalizeH="0" baseline="0">
              <a:ln>
                <a:noFill/>
              </a:ln>
              <a:solidFill>
                <a:schemeClr val="bg1"/>
              </a:solidFill>
              <a:effectLst/>
              <a:latin typeface="IBM Plex Sans"/>
            </a:endParaRPr>
          </a:p>
        </p:txBody>
      </p:sp>
      <p:sp>
        <p:nvSpPr>
          <p:cNvPr id="4" name="TextBox 3">
            <a:extLst>
              <a:ext uri="{FF2B5EF4-FFF2-40B4-BE49-F238E27FC236}">
                <a16:creationId xmlns:a16="http://schemas.microsoft.com/office/drawing/2014/main" id="{E65A2E79-2F19-4936-D3DB-C2249E223D49}"/>
              </a:ext>
            </a:extLst>
          </p:cNvPr>
          <p:cNvSpPr txBox="1"/>
          <p:nvPr/>
        </p:nvSpPr>
        <p:spPr>
          <a:xfrm>
            <a:off x="13702682" y="9761854"/>
            <a:ext cx="4362768" cy="646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defTabSz="2438400">
              <a:spcBef>
                <a:spcPts val="2900"/>
              </a:spcBef>
              <a:buSzPct val="100000"/>
            </a:pPr>
            <a:r>
              <a:rPr lang="en-US" sz="3200" b="1" kern="0" dirty="0">
                <a:solidFill>
                  <a:schemeClr val="accent5">
                    <a:lumMod val="40000"/>
                    <a:lumOff val="60000"/>
                  </a:schemeClr>
                </a:solidFill>
                <a:ea typeface="IBM Plex Sans"/>
                <a:cs typeface="IBM Plex Sans"/>
                <a:sym typeface="IBM Plex Sans"/>
              </a:rPr>
              <a:t>Open API: Forecast</a:t>
            </a:r>
          </a:p>
        </p:txBody>
      </p:sp>
      <p:pic>
        <p:nvPicPr>
          <p:cNvPr id="8" name="Picture 7">
            <a:extLst>
              <a:ext uri="{FF2B5EF4-FFF2-40B4-BE49-F238E27FC236}">
                <a16:creationId xmlns:a16="http://schemas.microsoft.com/office/drawing/2014/main" id="{BF4B2825-1748-508D-A9A4-31BFFC8FE410}"/>
              </a:ext>
            </a:extLst>
          </p:cNvPr>
          <p:cNvPicPr>
            <a:picLocks noChangeAspect="1"/>
          </p:cNvPicPr>
          <p:nvPr/>
        </p:nvPicPr>
        <p:blipFill>
          <a:blip r:embed="rId3"/>
          <a:stretch>
            <a:fillRect/>
          </a:stretch>
        </p:blipFill>
        <p:spPr>
          <a:xfrm>
            <a:off x="14025036" y="10484386"/>
            <a:ext cx="8283148" cy="2646304"/>
          </a:xfrm>
          <a:prstGeom prst="rect">
            <a:avLst/>
          </a:prstGeom>
        </p:spPr>
      </p:pic>
    </p:spTree>
    <p:extLst>
      <p:ext uri="{BB962C8B-B14F-4D97-AF65-F5344CB8AC3E}">
        <p14:creationId xmlns:p14="http://schemas.microsoft.com/office/powerpoint/2010/main" val="2124619301"/>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56366-C23A-B4A8-2ACA-D1D305B3E7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4343F8-C0E5-0E26-6A8E-C1B1D51B8B22}"/>
              </a:ext>
            </a:extLst>
          </p:cNvPr>
          <p:cNvSpPr>
            <a:spLocks noGrp="1"/>
          </p:cNvSpPr>
          <p:nvPr>
            <p:ph type="title"/>
          </p:nvPr>
        </p:nvSpPr>
        <p:spPr>
          <a:xfrm>
            <a:off x="576072" y="385200"/>
            <a:ext cx="21267928" cy="1906588"/>
          </a:xfrm>
        </p:spPr>
        <p:txBody>
          <a:bodyPr/>
          <a:lstStyle/>
          <a:p>
            <a:r>
              <a:rPr lang="en-US" dirty="0" err="1"/>
              <a:t>ReAct</a:t>
            </a:r>
            <a:r>
              <a:rPr lang="en-US" dirty="0"/>
              <a:t> prompt in Orchestrate</a:t>
            </a:r>
          </a:p>
        </p:txBody>
      </p:sp>
      <p:sp>
        <p:nvSpPr>
          <p:cNvPr id="3" name="TextBox 2">
            <a:extLst>
              <a:ext uri="{FF2B5EF4-FFF2-40B4-BE49-F238E27FC236}">
                <a16:creationId xmlns:a16="http://schemas.microsoft.com/office/drawing/2014/main" id="{EF32F253-E84F-F513-4DAA-D231139A0188}"/>
              </a:ext>
            </a:extLst>
          </p:cNvPr>
          <p:cNvSpPr txBox="1"/>
          <p:nvPr/>
        </p:nvSpPr>
        <p:spPr>
          <a:xfrm>
            <a:off x="797124" y="1913860"/>
            <a:ext cx="11226068" cy="106750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r>
              <a:rPr lang="en-GB" sz="2400" b="1" dirty="0">
                <a:solidFill>
                  <a:schemeClr val="accent1"/>
                </a:solidFill>
              </a:rPr>
              <a:t>You run in a loop of Thought, Action, PAUSE, Observation</a:t>
            </a:r>
            <a:r>
              <a:rPr lang="en-GB" sz="2400" dirty="0"/>
              <a:t>. At the end of the loop you output the Answer.</a:t>
            </a:r>
          </a:p>
          <a:p>
            <a:pPr marL="342900" indent="-342900">
              <a:buFont typeface="IBM Plex Sans" panose="020B0604020202020204" pitchFamily="34" charset="0"/>
              <a:buChar char="•"/>
            </a:pPr>
            <a:r>
              <a:rPr lang="en-GB" sz="2400" b="1" dirty="0">
                <a:solidFill>
                  <a:schemeClr val="accent1"/>
                </a:solidFill>
              </a:rPr>
              <a:t>Answer the user's question as best as possible using the available tools</a:t>
            </a:r>
            <a:r>
              <a:rPr lang="en-GB" sz="2400" dirty="0"/>
              <a:t>.</a:t>
            </a:r>
          </a:p>
          <a:p>
            <a:pPr marL="342900" indent="-342900">
              <a:buFont typeface="IBM Plex Sans" panose="020B0604020202020204" pitchFamily="34" charset="0"/>
              <a:buChar char="•"/>
            </a:pPr>
            <a:r>
              <a:rPr lang="en-GB" sz="2400" dirty="0"/>
              <a:t>If parameters required to execute a tool is missing, try to infer it from conversation history else ask the user for it one by one.</a:t>
            </a:r>
          </a:p>
          <a:p>
            <a:pPr marL="342900" indent="-342900">
              <a:buFont typeface="IBM Plex Sans" panose="020B0604020202020204" pitchFamily="34" charset="0"/>
              <a:buChar char="•"/>
            </a:pPr>
            <a:r>
              <a:rPr lang="en-GB" sz="2400" dirty="0"/>
              <a:t>If the user greets you (e.g., "hi", "hello"), respond with: </a:t>
            </a:r>
            <a:r>
              <a:rPr lang="en-GB" sz="2400" i="1" dirty="0"/>
              <a:t>"Hello! I am Watsonx Orchestrate, an AI assistant, created by IBM. How can I help you today?"</a:t>
            </a:r>
            <a:r>
              <a:rPr lang="en-GB" sz="2400" dirty="0"/>
              <a:t> and nothing else.</a:t>
            </a:r>
          </a:p>
          <a:p>
            <a:endParaRPr lang="en-GB" sz="2400" dirty="0"/>
          </a:p>
          <a:p>
            <a:r>
              <a:rPr lang="en-GB" sz="2400" b="1" dirty="0">
                <a:solidFill>
                  <a:schemeClr val="accent1"/>
                </a:solidFill>
              </a:rPr>
              <a:t>You have access to the following tools to use as actions</a:t>
            </a:r>
            <a:r>
              <a:rPr lang="en-GB" sz="2400" dirty="0"/>
              <a:t>: [{'type': 'function', 'function': {'name': 'forecast', 'description': 'Weather information for given WGS84 latitude and longitude coordinates.', 'parameters': {'latitude': {'description': 'WGS84 coordinate', 'title': 'Latitude', 'type': 'number'}, 'longitude': {'description': 'WGS84 coordinate', 'title': 'Longitude', 'type': 'number'}, '</a:t>
            </a:r>
            <a:r>
              <a:rPr lang="en-GB" sz="2400" dirty="0" err="1"/>
              <a:t>current_weather</a:t>
            </a:r>
            <a:r>
              <a:rPr lang="en-GB" sz="2400" dirty="0"/>
              <a:t>': {'title': 'Current Weather', 'type': '</a:t>
            </a:r>
            <a:r>
              <a:rPr lang="en-GB" sz="2400" dirty="0" err="1"/>
              <a:t>boolean</a:t>
            </a:r>
            <a:r>
              <a:rPr lang="en-GB" sz="2400" dirty="0"/>
              <a:t>'}}}}]</a:t>
            </a:r>
          </a:p>
          <a:p>
            <a:endParaRPr lang="en-GB" sz="2400" dirty="0"/>
          </a:p>
          <a:p>
            <a:r>
              <a:rPr lang="en-GB" sz="2400" b="1" dirty="0">
                <a:solidFill>
                  <a:schemeClr val="accent1"/>
                </a:solidFill>
              </a:rPr>
              <a:t>Use the following format: </a:t>
            </a:r>
          </a:p>
          <a:p>
            <a:r>
              <a:rPr lang="en-GB" sz="2400" b="1" dirty="0">
                <a:solidFill>
                  <a:schemeClr val="accent1"/>
                </a:solidFill>
              </a:rPr>
              <a:t>Thought: your thoughts about what to do next </a:t>
            </a:r>
          </a:p>
          <a:p>
            <a:r>
              <a:rPr lang="en-GB" sz="2400" b="1" dirty="0">
                <a:solidFill>
                  <a:schemeClr val="accent1"/>
                </a:solidFill>
              </a:rPr>
              <a:t>Action: the action to take in the form of a JSON tool call with json formatted input parameters. The object must contain two fields, name (string, name of the tool to call) and arguments (object, the arguments to pass to the tool) </a:t>
            </a:r>
          </a:p>
          <a:p>
            <a:endParaRPr lang="en-GB" sz="2400" dirty="0"/>
          </a:p>
          <a:p>
            <a:r>
              <a:rPr lang="en-GB" sz="2400" dirty="0"/>
              <a:t>For example, Action: {"name": "run_code", "args":{"code": "print('Hello world!')", "language": "python"}} When generating tools calls for actions </a:t>
            </a:r>
          </a:p>
          <a:p>
            <a:endParaRPr lang="en-GB" sz="2400" dirty="0"/>
          </a:p>
          <a:p>
            <a:r>
              <a:rPr lang="en-GB" sz="2400" dirty="0"/>
              <a:t>PAUSE</a:t>
            </a:r>
          </a:p>
          <a:p>
            <a:endParaRPr lang="en-GB" sz="2400" dirty="0"/>
          </a:p>
          <a:p>
            <a:endParaRPr lang="en-GB" sz="2000" dirty="0"/>
          </a:p>
        </p:txBody>
      </p:sp>
      <p:sp>
        <p:nvSpPr>
          <p:cNvPr id="4" name="TextBox 3">
            <a:extLst>
              <a:ext uri="{FF2B5EF4-FFF2-40B4-BE49-F238E27FC236}">
                <a16:creationId xmlns:a16="http://schemas.microsoft.com/office/drawing/2014/main" id="{F4733480-A010-9317-D426-824FA6497A6C}"/>
              </a:ext>
            </a:extLst>
          </p:cNvPr>
          <p:cNvSpPr txBox="1"/>
          <p:nvPr/>
        </p:nvSpPr>
        <p:spPr>
          <a:xfrm>
            <a:off x="12585034" y="1913860"/>
            <a:ext cx="11226068" cy="106750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pPr algn="l" defTabSz="2438400">
              <a:spcBef>
                <a:spcPts val="2900"/>
              </a:spcBef>
              <a:buSzPct val="100000"/>
            </a:pPr>
            <a:endParaRPr lang="en-US" sz="2400" kern="0" dirty="0">
              <a:solidFill>
                <a:srgbClr val="000000"/>
              </a:solidFill>
              <a:ea typeface="IBM Plex Sans"/>
              <a:cs typeface="IBM Plex Sans"/>
              <a:sym typeface="IBM Plex Sans"/>
            </a:endParaRPr>
          </a:p>
        </p:txBody>
      </p:sp>
      <p:sp>
        <p:nvSpPr>
          <p:cNvPr id="5" name="TextBox 4">
            <a:extLst>
              <a:ext uri="{FF2B5EF4-FFF2-40B4-BE49-F238E27FC236}">
                <a16:creationId xmlns:a16="http://schemas.microsoft.com/office/drawing/2014/main" id="{0F51F339-972E-8A5A-7367-1588F5910792}"/>
              </a:ext>
            </a:extLst>
          </p:cNvPr>
          <p:cNvSpPr txBox="1"/>
          <p:nvPr/>
        </p:nvSpPr>
        <p:spPr>
          <a:xfrm>
            <a:off x="12414638" y="1913859"/>
            <a:ext cx="11226068" cy="106750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rtlCol="0">
            <a:noAutofit/>
          </a:bodyPr>
          <a:lstStyle/>
          <a:p>
            <a:r>
              <a:rPr lang="en-GB" sz="2400" dirty="0"/>
              <a:t>If there is no action to take, output the Answer that this question is beyond my capability. </a:t>
            </a:r>
          </a:p>
          <a:p>
            <a:r>
              <a:rPr lang="en-GB" sz="2400" dirty="0"/>
              <a:t>If an action is required, you must PAUSE and wait for the next call.</a:t>
            </a:r>
          </a:p>
          <a:p>
            <a:endParaRPr lang="en-GB" sz="2400" dirty="0"/>
          </a:p>
          <a:p>
            <a:r>
              <a:rPr lang="en-GB" sz="2400" dirty="0"/>
              <a:t>After the PAUSE, the user will respond with the result of the action. DO NOT TRY TO PLAN AHEAD. YOU MUST WAIT FOR THE USER TO RESPOND. The user response will look like this: </a:t>
            </a:r>
          </a:p>
          <a:p>
            <a:r>
              <a:rPr lang="en-GB" sz="2400" b="1" dirty="0">
                <a:solidFill>
                  <a:schemeClr val="accent1"/>
                </a:solidFill>
              </a:rPr>
              <a:t>Observation: the result from taking the action ...(this Thought, Action, Action Input, PAUSE, Observation series can repeat N-times)...</a:t>
            </a:r>
          </a:p>
          <a:p>
            <a:endParaRPr lang="en-GB" sz="2400" dirty="0"/>
          </a:p>
          <a:p>
            <a:endParaRPr lang="en-GB" sz="2400" dirty="0"/>
          </a:p>
          <a:p>
            <a:r>
              <a:rPr lang="en-GB" sz="2400" dirty="0">
                <a:solidFill>
                  <a:schemeClr val="accent1"/>
                </a:solidFill>
              </a:rPr>
              <a:t>If parameters are missing you will respond like this</a:t>
            </a:r>
            <a:r>
              <a:rPr lang="en-GB" sz="2400" dirty="0"/>
              <a:t>: </a:t>
            </a:r>
          </a:p>
          <a:p>
            <a:r>
              <a:rPr lang="en-GB" sz="2400" dirty="0"/>
              <a:t>Collect: Your question to collect missing parameters</a:t>
            </a:r>
          </a:p>
          <a:p>
            <a:endParaRPr lang="en-GB" sz="2400" dirty="0"/>
          </a:p>
          <a:p>
            <a:r>
              <a:rPr lang="en-GB" sz="2400" b="1" dirty="0">
                <a:solidFill>
                  <a:schemeClr val="accent1"/>
                </a:solidFill>
              </a:rPr>
              <a:t>Once you know the final answer, you respond like this</a:t>
            </a:r>
            <a:r>
              <a:rPr lang="en-GB" sz="2400" dirty="0"/>
              <a:t>: </a:t>
            </a:r>
          </a:p>
          <a:p>
            <a:r>
              <a:rPr lang="en-GB" sz="2400" dirty="0"/>
              <a:t>Thought: I know the final answer </a:t>
            </a:r>
          </a:p>
          <a:p>
            <a:r>
              <a:rPr lang="en-GB" sz="2400" dirty="0"/>
              <a:t>Answer: your final answer to the original input question</a:t>
            </a:r>
          </a:p>
          <a:p>
            <a:endParaRPr lang="en-GB" sz="2400" dirty="0"/>
          </a:p>
          <a:p>
            <a:r>
              <a:rPr lang="en-GB" sz="2400" b="1" dirty="0">
                <a:solidFill>
                  <a:schemeClr val="accent1"/>
                </a:solidFill>
              </a:rPr>
              <a:t>Use the forecast tool to get the current temperature. Display the results as a text sentence. Try and determine the longitude and latitude yourself before calling the forecast. For example, Berlin, Germany is 52.52,13.41</a:t>
            </a:r>
          </a:p>
          <a:p>
            <a:endParaRPr lang="en-GB" sz="2400" dirty="0"/>
          </a:p>
          <a:p>
            <a:r>
              <a:rPr lang="en-GB" sz="2400" dirty="0"/>
              <a:t>The current date is July 08, 2025.</a:t>
            </a:r>
            <a:endParaRPr lang="en-US" sz="2400" kern="0" dirty="0">
              <a:solidFill>
                <a:srgbClr val="000000"/>
              </a:solidFill>
              <a:ea typeface="IBM Plex Sans"/>
              <a:cs typeface="IBM Plex Sans"/>
              <a:sym typeface="IBM Plex Sans"/>
            </a:endParaRPr>
          </a:p>
        </p:txBody>
      </p:sp>
      <p:sp>
        <p:nvSpPr>
          <p:cNvPr id="6" name="Rectangle 5">
            <a:extLst>
              <a:ext uri="{FF2B5EF4-FFF2-40B4-BE49-F238E27FC236}">
                <a16:creationId xmlns:a16="http://schemas.microsoft.com/office/drawing/2014/main" id="{FDFDA3AA-A7BA-9BF8-BFAF-E574A3E4C9F3}"/>
              </a:ext>
            </a:extLst>
          </p:cNvPr>
          <p:cNvSpPr/>
          <p:nvPr/>
        </p:nvSpPr>
        <p:spPr bwMode="auto">
          <a:xfrm>
            <a:off x="422643" y="1913859"/>
            <a:ext cx="54488" cy="2831136"/>
          </a:xfrm>
          <a:prstGeom prst="rect">
            <a:avLst/>
          </a:prstGeom>
          <a:solidFill>
            <a:srgbClr val="0F62FE"/>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2800" b="0" i="0" u="none" strike="noStrike" cap="none" normalizeH="0" baseline="0" dirty="0" err="1">
              <a:ln>
                <a:noFill/>
              </a:ln>
              <a:solidFill>
                <a:schemeClr val="bg1"/>
              </a:solidFill>
              <a:effectLst/>
              <a:latin typeface="+mn-lt"/>
            </a:endParaRPr>
          </a:p>
        </p:txBody>
      </p:sp>
      <p:sp>
        <p:nvSpPr>
          <p:cNvPr id="7" name="Rectangle 6">
            <a:extLst>
              <a:ext uri="{FF2B5EF4-FFF2-40B4-BE49-F238E27FC236}">
                <a16:creationId xmlns:a16="http://schemas.microsoft.com/office/drawing/2014/main" id="{316BC569-E33F-765F-105A-5BB1288B8ACD}"/>
              </a:ext>
            </a:extLst>
          </p:cNvPr>
          <p:cNvSpPr/>
          <p:nvPr/>
        </p:nvSpPr>
        <p:spPr bwMode="auto">
          <a:xfrm flipH="1">
            <a:off x="418956" y="7786271"/>
            <a:ext cx="57600" cy="3064476"/>
          </a:xfrm>
          <a:prstGeom prst="rect">
            <a:avLst/>
          </a:prstGeom>
          <a:solidFill>
            <a:srgbClr val="0F62FE"/>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2800" b="0" i="0" u="none" strike="noStrike" cap="none" normalizeH="0" baseline="0" dirty="0" err="1">
              <a:ln>
                <a:noFill/>
              </a:ln>
              <a:solidFill>
                <a:schemeClr val="bg1"/>
              </a:solidFill>
              <a:effectLst/>
              <a:latin typeface="+mn-lt"/>
            </a:endParaRPr>
          </a:p>
        </p:txBody>
      </p:sp>
      <p:sp>
        <p:nvSpPr>
          <p:cNvPr id="8" name="Rectangle 7">
            <a:extLst>
              <a:ext uri="{FF2B5EF4-FFF2-40B4-BE49-F238E27FC236}">
                <a16:creationId xmlns:a16="http://schemas.microsoft.com/office/drawing/2014/main" id="{479E04D7-EA9B-12AE-ED47-8E761F58F6D6}"/>
              </a:ext>
            </a:extLst>
          </p:cNvPr>
          <p:cNvSpPr/>
          <p:nvPr/>
        </p:nvSpPr>
        <p:spPr bwMode="auto">
          <a:xfrm flipH="1">
            <a:off x="20313413" y="7068065"/>
            <a:ext cx="57600" cy="1093673"/>
          </a:xfrm>
          <a:prstGeom prst="rect">
            <a:avLst/>
          </a:prstGeom>
          <a:solidFill>
            <a:srgbClr val="0F62FE"/>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2800" b="0" i="0" u="none" strike="noStrike" cap="none" normalizeH="0" baseline="0" dirty="0" err="1">
              <a:ln>
                <a:noFill/>
              </a:ln>
              <a:solidFill>
                <a:schemeClr val="bg1"/>
              </a:solidFill>
              <a:effectLst/>
              <a:latin typeface="+mn-lt"/>
            </a:endParaRPr>
          </a:p>
        </p:txBody>
      </p:sp>
      <p:sp>
        <p:nvSpPr>
          <p:cNvPr id="9" name="Rectangle 8">
            <a:extLst>
              <a:ext uri="{FF2B5EF4-FFF2-40B4-BE49-F238E27FC236}">
                <a16:creationId xmlns:a16="http://schemas.microsoft.com/office/drawing/2014/main" id="{B7344210-3A08-DC20-B5E5-3601B438ADE9}"/>
              </a:ext>
            </a:extLst>
          </p:cNvPr>
          <p:cNvSpPr/>
          <p:nvPr/>
        </p:nvSpPr>
        <p:spPr bwMode="auto">
          <a:xfrm flipH="1" flipV="1">
            <a:off x="426405" y="5183697"/>
            <a:ext cx="57600" cy="2163872"/>
          </a:xfrm>
          <a:prstGeom prst="rect">
            <a:avLst/>
          </a:prstGeom>
          <a:solidFill>
            <a:srgbClr val="0F62FE"/>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2800" b="0" i="0" u="none" strike="noStrike" cap="none" normalizeH="0" baseline="0" dirty="0" err="1">
              <a:ln>
                <a:noFill/>
              </a:ln>
              <a:solidFill>
                <a:schemeClr val="bg1"/>
              </a:solidFill>
              <a:effectLst/>
              <a:latin typeface="+mn-lt"/>
            </a:endParaRPr>
          </a:p>
        </p:txBody>
      </p:sp>
      <p:sp>
        <p:nvSpPr>
          <p:cNvPr id="10" name="Rectangle 9">
            <a:extLst>
              <a:ext uri="{FF2B5EF4-FFF2-40B4-BE49-F238E27FC236}">
                <a16:creationId xmlns:a16="http://schemas.microsoft.com/office/drawing/2014/main" id="{F72F6170-3074-64E4-DEDA-8A6F3AA6558E}"/>
              </a:ext>
            </a:extLst>
          </p:cNvPr>
          <p:cNvSpPr/>
          <p:nvPr/>
        </p:nvSpPr>
        <p:spPr bwMode="auto">
          <a:xfrm flipH="1" flipV="1">
            <a:off x="23285617" y="4540389"/>
            <a:ext cx="57600" cy="2163872"/>
          </a:xfrm>
          <a:prstGeom prst="rect">
            <a:avLst/>
          </a:prstGeom>
          <a:solidFill>
            <a:srgbClr val="0F62FE"/>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2800" b="0" i="0" u="none" strike="noStrike" cap="none" normalizeH="0" baseline="0" dirty="0" err="1">
              <a:ln>
                <a:noFill/>
              </a:ln>
              <a:solidFill>
                <a:schemeClr val="bg1"/>
              </a:solidFill>
              <a:effectLst/>
              <a:latin typeface="+mn-lt"/>
            </a:endParaRPr>
          </a:p>
        </p:txBody>
      </p:sp>
      <p:sp>
        <p:nvSpPr>
          <p:cNvPr id="12" name="Rectangle 11">
            <a:extLst>
              <a:ext uri="{FF2B5EF4-FFF2-40B4-BE49-F238E27FC236}">
                <a16:creationId xmlns:a16="http://schemas.microsoft.com/office/drawing/2014/main" id="{551041DC-E3CA-4845-474C-4E51F66A34B9}"/>
              </a:ext>
            </a:extLst>
          </p:cNvPr>
          <p:cNvSpPr/>
          <p:nvPr/>
        </p:nvSpPr>
        <p:spPr bwMode="auto">
          <a:xfrm flipH="1" flipV="1">
            <a:off x="23798251" y="8161738"/>
            <a:ext cx="57600" cy="2163872"/>
          </a:xfrm>
          <a:prstGeom prst="rect">
            <a:avLst/>
          </a:prstGeom>
          <a:solidFill>
            <a:srgbClr val="0F62FE"/>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IBM Plex Sans Light"/>
              <a:buNone/>
              <a:tabLst/>
            </a:pPr>
            <a:endParaRPr kumimoji="0" lang="en-US" sz="2800" b="0" i="0" u="none" strike="noStrike" cap="none" normalizeH="0" baseline="0" dirty="0" err="1">
              <a:ln>
                <a:noFill/>
              </a:ln>
              <a:solidFill>
                <a:schemeClr val="bg1"/>
              </a:solidFill>
              <a:effectLst/>
              <a:latin typeface="+mn-lt"/>
            </a:endParaRPr>
          </a:p>
        </p:txBody>
      </p:sp>
      <p:sp>
        <p:nvSpPr>
          <p:cNvPr id="13" name="Oval 12">
            <a:extLst>
              <a:ext uri="{FF2B5EF4-FFF2-40B4-BE49-F238E27FC236}">
                <a16:creationId xmlns:a16="http://schemas.microsoft.com/office/drawing/2014/main" id="{AD4EE451-C1F5-4CC2-B25D-D2EE50A36309}"/>
              </a:ext>
            </a:extLst>
          </p:cNvPr>
          <p:cNvSpPr/>
          <p:nvPr/>
        </p:nvSpPr>
        <p:spPr bwMode="auto">
          <a:xfrm>
            <a:off x="128631" y="2901991"/>
            <a:ext cx="617838" cy="616400"/>
          </a:xfrm>
          <a:prstGeom prst="ellipse">
            <a:avLst/>
          </a:prstGeom>
          <a:solidFill>
            <a:srgbClr val="0F62FE"/>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2800" b="0" i="0" u="none" strike="noStrike" cap="none" normalizeH="0" baseline="0" dirty="0">
                <a:ln>
                  <a:noFill/>
                </a:ln>
                <a:solidFill>
                  <a:schemeClr val="bg1"/>
                </a:solidFill>
                <a:effectLst/>
                <a:latin typeface="+mn-lt"/>
              </a:rPr>
              <a:t>1</a:t>
            </a:r>
          </a:p>
        </p:txBody>
      </p:sp>
      <p:sp>
        <p:nvSpPr>
          <p:cNvPr id="15" name="Oval 14">
            <a:extLst>
              <a:ext uri="{FF2B5EF4-FFF2-40B4-BE49-F238E27FC236}">
                <a16:creationId xmlns:a16="http://schemas.microsoft.com/office/drawing/2014/main" id="{D0881C07-1FCB-B81F-A1CC-1C85C8B1255C}"/>
              </a:ext>
            </a:extLst>
          </p:cNvPr>
          <p:cNvSpPr/>
          <p:nvPr/>
        </p:nvSpPr>
        <p:spPr bwMode="auto">
          <a:xfrm>
            <a:off x="143340" y="5913687"/>
            <a:ext cx="617838" cy="616400"/>
          </a:xfrm>
          <a:prstGeom prst="ellipse">
            <a:avLst/>
          </a:prstGeom>
          <a:solidFill>
            <a:srgbClr val="0F62FE"/>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2800" b="0" i="0" u="none" strike="noStrike" cap="none" normalizeH="0" baseline="0" dirty="0">
                <a:ln>
                  <a:noFill/>
                </a:ln>
                <a:solidFill>
                  <a:schemeClr val="bg1"/>
                </a:solidFill>
                <a:effectLst/>
                <a:latin typeface="+mn-lt"/>
              </a:rPr>
              <a:t>2</a:t>
            </a:r>
          </a:p>
        </p:txBody>
      </p:sp>
      <p:sp>
        <p:nvSpPr>
          <p:cNvPr id="16" name="Oval 15">
            <a:extLst>
              <a:ext uri="{FF2B5EF4-FFF2-40B4-BE49-F238E27FC236}">
                <a16:creationId xmlns:a16="http://schemas.microsoft.com/office/drawing/2014/main" id="{AB085FEE-9B3E-607C-B298-DBA7CD46358D}"/>
              </a:ext>
            </a:extLst>
          </p:cNvPr>
          <p:cNvSpPr/>
          <p:nvPr/>
        </p:nvSpPr>
        <p:spPr bwMode="auto">
          <a:xfrm>
            <a:off x="128630" y="8870186"/>
            <a:ext cx="617838" cy="616400"/>
          </a:xfrm>
          <a:prstGeom prst="ellipse">
            <a:avLst/>
          </a:prstGeom>
          <a:solidFill>
            <a:srgbClr val="0F62FE"/>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2800" b="0" i="0" u="none" strike="noStrike" cap="none" normalizeH="0" baseline="0" dirty="0">
                <a:ln>
                  <a:noFill/>
                </a:ln>
                <a:solidFill>
                  <a:schemeClr val="bg1"/>
                </a:solidFill>
                <a:effectLst/>
                <a:latin typeface="+mn-lt"/>
              </a:rPr>
              <a:t>3</a:t>
            </a:r>
          </a:p>
        </p:txBody>
      </p:sp>
      <p:sp>
        <p:nvSpPr>
          <p:cNvPr id="17" name="Oval 16">
            <a:extLst>
              <a:ext uri="{FF2B5EF4-FFF2-40B4-BE49-F238E27FC236}">
                <a16:creationId xmlns:a16="http://schemas.microsoft.com/office/drawing/2014/main" id="{AC7877C8-7FBD-0EAB-9349-CB5AF5A9661E}"/>
              </a:ext>
            </a:extLst>
          </p:cNvPr>
          <p:cNvSpPr/>
          <p:nvPr/>
        </p:nvSpPr>
        <p:spPr bwMode="auto">
          <a:xfrm>
            <a:off x="23524558" y="8935474"/>
            <a:ext cx="617838" cy="616400"/>
          </a:xfrm>
          <a:prstGeom prst="ellipse">
            <a:avLst/>
          </a:prstGeom>
          <a:solidFill>
            <a:srgbClr val="0F62FE"/>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2800" b="0" i="0" u="none" strike="noStrike" cap="none" normalizeH="0" baseline="0" dirty="0">
                <a:ln>
                  <a:noFill/>
                </a:ln>
                <a:solidFill>
                  <a:schemeClr val="bg1"/>
                </a:solidFill>
                <a:effectLst/>
                <a:latin typeface="+mn-lt"/>
              </a:rPr>
              <a:t>6</a:t>
            </a:r>
          </a:p>
        </p:txBody>
      </p:sp>
      <p:sp>
        <p:nvSpPr>
          <p:cNvPr id="18" name="Oval 17">
            <a:extLst>
              <a:ext uri="{FF2B5EF4-FFF2-40B4-BE49-F238E27FC236}">
                <a16:creationId xmlns:a16="http://schemas.microsoft.com/office/drawing/2014/main" id="{AABC70BD-E456-45FF-66B8-FF4B0F464D35}"/>
              </a:ext>
            </a:extLst>
          </p:cNvPr>
          <p:cNvSpPr/>
          <p:nvPr/>
        </p:nvSpPr>
        <p:spPr bwMode="auto">
          <a:xfrm>
            <a:off x="20062094" y="7306701"/>
            <a:ext cx="617838" cy="616400"/>
          </a:xfrm>
          <a:prstGeom prst="ellipse">
            <a:avLst/>
          </a:prstGeom>
          <a:solidFill>
            <a:srgbClr val="0F62FE"/>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2800" b="0" i="0" u="none" strike="noStrike" cap="none" normalizeH="0" baseline="0" dirty="0">
                <a:ln>
                  <a:noFill/>
                </a:ln>
                <a:solidFill>
                  <a:schemeClr val="bg1"/>
                </a:solidFill>
                <a:effectLst/>
                <a:latin typeface="+mn-lt"/>
              </a:rPr>
              <a:t>5</a:t>
            </a:r>
          </a:p>
        </p:txBody>
      </p:sp>
      <p:sp>
        <p:nvSpPr>
          <p:cNvPr id="19" name="Oval 18">
            <a:extLst>
              <a:ext uri="{FF2B5EF4-FFF2-40B4-BE49-F238E27FC236}">
                <a16:creationId xmlns:a16="http://schemas.microsoft.com/office/drawing/2014/main" id="{202D48C3-BF45-155C-BF38-1E9F88261455}"/>
              </a:ext>
            </a:extLst>
          </p:cNvPr>
          <p:cNvSpPr/>
          <p:nvPr/>
        </p:nvSpPr>
        <p:spPr bwMode="auto">
          <a:xfrm>
            <a:off x="23034298" y="5308346"/>
            <a:ext cx="617838" cy="616400"/>
          </a:xfrm>
          <a:prstGeom prst="ellipse">
            <a:avLst/>
          </a:prstGeom>
          <a:solidFill>
            <a:srgbClr val="0F62FE"/>
          </a:solidFill>
          <a:ln w="19050">
            <a:solidFill>
              <a:schemeClr val="accent1"/>
            </a:solid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IBM Plex Sans Light"/>
              <a:buNone/>
              <a:tabLst/>
            </a:pPr>
            <a:r>
              <a:rPr kumimoji="0" lang="en-US" sz="2800" b="0" i="0" u="none" strike="noStrike" cap="none" normalizeH="0" baseline="0" dirty="0">
                <a:ln>
                  <a:noFill/>
                </a:ln>
                <a:solidFill>
                  <a:schemeClr val="bg1"/>
                </a:solidFill>
                <a:effectLst/>
                <a:latin typeface="+mn-lt"/>
              </a:rPr>
              <a:t>4</a:t>
            </a:r>
          </a:p>
        </p:txBody>
      </p:sp>
    </p:spTree>
    <p:extLst>
      <p:ext uri="{BB962C8B-B14F-4D97-AF65-F5344CB8AC3E}">
        <p14:creationId xmlns:p14="http://schemas.microsoft.com/office/powerpoint/2010/main" val="3013145112"/>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FA813D6-5ED6-9A38-316B-0E422FE2256A}"/>
              </a:ext>
            </a:extLst>
          </p:cNvPr>
          <p:cNvSpPr>
            <a:spLocks noGrp="1"/>
          </p:cNvSpPr>
          <p:nvPr>
            <p:ph type="body" sz="quarter" idx="16"/>
          </p:nvPr>
        </p:nvSpPr>
        <p:spPr/>
        <p:txBody>
          <a:bodyPr/>
          <a:lstStyle/>
          <a:p>
            <a:r>
              <a:rPr lang="en-US" dirty="0">
                <a:solidFill>
                  <a:schemeClr val="accent1"/>
                </a:solidFill>
              </a:rPr>
              <a:t>Planning</a:t>
            </a:r>
          </a:p>
          <a:p>
            <a:endParaRPr lang="en-US" dirty="0"/>
          </a:p>
          <a:p>
            <a:r>
              <a:rPr lang="en-US" dirty="0"/>
              <a:t>The complete execution plan to arrive at the goal is created at the start </a:t>
            </a:r>
          </a:p>
          <a:p>
            <a:r>
              <a:rPr lang="en-US" dirty="0"/>
              <a:t>of processing.</a:t>
            </a:r>
          </a:p>
        </p:txBody>
      </p:sp>
      <p:sp>
        <p:nvSpPr>
          <p:cNvPr id="5" name="Text Placeholder 4">
            <a:extLst>
              <a:ext uri="{FF2B5EF4-FFF2-40B4-BE49-F238E27FC236}">
                <a16:creationId xmlns:a16="http://schemas.microsoft.com/office/drawing/2014/main" id="{452FD26B-995C-97E5-79CE-C55473DED287}"/>
              </a:ext>
            </a:extLst>
          </p:cNvPr>
          <p:cNvSpPr>
            <a:spLocks noGrp="1"/>
          </p:cNvSpPr>
          <p:nvPr>
            <p:ph type="body" sz="quarter" idx="17"/>
          </p:nvPr>
        </p:nvSpPr>
        <p:spPr/>
        <p:txBody>
          <a:bodyPr/>
          <a:lstStyle/>
          <a:p>
            <a:r>
              <a:rPr lang="en-US" dirty="0">
                <a:solidFill>
                  <a:schemeClr val="accent1"/>
                </a:solidFill>
              </a:rPr>
              <a:t>Scope</a:t>
            </a:r>
          </a:p>
          <a:p>
            <a:endParaRPr lang="en-US" dirty="0"/>
          </a:p>
          <a:p>
            <a:r>
              <a:rPr lang="en-US" dirty="0"/>
              <a:t>The execution plan only contains tools and collaborators defined in the agent.</a:t>
            </a:r>
          </a:p>
        </p:txBody>
      </p:sp>
      <p:sp>
        <p:nvSpPr>
          <p:cNvPr id="6" name="Text Placeholder 5">
            <a:extLst>
              <a:ext uri="{FF2B5EF4-FFF2-40B4-BE49-F238E27FC236}">
                <a16:creationId xmlns:a16="http://schemas.microsoft.com/office/drawing/2014/main" id="{1855F095-493C-B2AA-49B7-76B27ED1B018}"/>
              </a:ext>
            </a:extLst>
          </p:cNvPr>
          <p:cNvSpPr>
            <a:spLocks noGrp="1"/>
          </p:cNvSpPr>
          <p:nvPr>
            <p:ph type="body" sz="quarter" idx="18"/>
          </p:nvPr>
        </p:nvSpPr>
        <p:spPr/>
        <p:txBody>
          <a:bodyPr/>
          <a:lstStyle/>
          <a:p>
            <a:r>
              <a:rPr lang="en-US" dirty="0">
                <a:solidFill>
                  <a:schemeClr val="accent1"/>
                </a:solidFill>
              </a:rPr>
              <a:t>Execution</a:t>
            </a:r>
          </a:p>
          <a:p>
            <a:endParaRPr lang="en-US" dirty="0"/>
          </a:p>
          <a:p>
            <a:r>
              <a:rPr lang="en-US" dirty="0"/>
              <a:t>The Orchestrate system will execute each task in the execution plan and store the results.</a:t>
            </a:r>
          </a:p>
        </p:txBody>
      </p:sp>
      <p:sp>
        <p:nvSpPr>
          <p:cNvPr id="7" name="Text Placeholder 6">
            <a:extLst>
              <a:ext uri="{FF2B5EF4-FFF2-40B4-BE49-F238E27FC236}">
                <a16:creationId xmlns:a16="http://schemas.microsoft.com/office/drawing/2014/main" id="{736453F0-0A6C-C895-C568-77196B99C5E1}"/>
              </a:ext>
            </a:extLst>
          </p:cNvPr>
          <p:cNvSpPr>
            <a:spLocks noGrp="1"/>
          </p:cNvSpPr>
          <p:nvPr>
            <p:ph type="body" sz="quarter" idx="19"/>
          </p:nvPr>
        </p:nvSpPr>
        <p:spPr/>
        <p:txBody>
          <a:bodyPr/>
          <a:lstStyle/>
          <a:p>
            <a:r>
              <a:rPr lang="en-US" dirty="0">
                <a:solidFill>
                  <a:schemeClr val="accent1"/>
                </a:solidFill>
              </a:rPr>
              <a:t>Data</a:t>
            </a:r>
          </a:p>
          <a:p>
            <a:endParaRPr lang="en-US" dirty="0"/>
          </a:p>
          <a:p>
            <a:r>
              <a:rPr lang="en-US" dirty="0"/>
              <a:t>The Orchestrate system uses the LLM/Agent to determine what  information to pass to a task, only the minimum is provided.</a:t>
            </a:r>
          </a:p>
          <a:p>
            <a:endParaRPr lang="en-US" dirty="0"/>
          </a:p>
        </p:txBody>
      </p:sp>
      <p:sp>
        <p:nvSpPr>
          <p:cNvPr id="2" name="Title 1">
            <a:extLst>
              <a:ext uri="{FF2B5EF4-FFF2-40B4-BE49-F238E27FC236}">
                <a16:creationId xmlns:a16="http://schemas.microsoft.com/office/drawing/2014/main" id="{50486563-2B8E-BC80-D0D7-1ED571ACCF22}"/>
              </a:ext>
            </a:extLst>
          </p:cNvPr>
          <p:cNvSpPr>
            <a:spLocks noGrp="1"/>
          </p:cNvSpPr>
          <p:nvPr>
            <p:ph type="title"/>
          </p:nvPr>
        </p:nvSpPr>
        <p:spPr>
          <a:xfrm>
            <a:off x="560016" y="764221"/>
            <a:ext cx="11044239" cy="4572128"/>
          </a:xfrm>
        </p:spPr>
        <p:txBody>
          <a:bodyPr/>
          <a:lstStyle/>
          <a:p>
            <a:r>
              <a:rPr lang="en-US" dirty="0"/>
              <a:t>Plan-Act agents</a:t>
            </a:r>
          </a:p>
        </p:txBody>
      </p:sp>
      <p:cxnSp>
        <p:nvCxnSpPr>
          <p:cNvPr id="10" name="Straight Connector 9" descr="Horizontal row divider">
            <a:extLst>
              <a:ext uri="{FF2B5EF4-FFF2-40B4-BE49-F238E27FC236}">
                <a16:creationId xmlns:a16="http://schemas.microsoft.com/office/drawing/2014/main" id="{1726E15D-8A4D-A0F0-7BE7-24B3C22A916F}"/>
              </a:ext>
              <a:ext uri="{C183D7F6-B498-43B3-948B-1728B52AA6E4}">
                <adec:decorative xmlns:adec="http://schemas.microsoft.com/office/drawing/2017/decorative" val="0"/>
              </a:ext>
            </a:extLst>
          </p:cNvPr>
          <p:cNvCxnSpPr/>
          <p:nvPr/>
        </p:nvCxnSpPr>
        <p:spPr bwMode="auto">
          <a:xfrm>
            <a:off x="12192000" y="6096000"/>
            <a:ext cx="11622024" cy="0"/>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descr="Vertical column divider">
            <a:extLst>
              <a:ext uri="{FF2B5EF4-FFF2-40B4-BE49-F238E27FC236}">
                <a16:creationId xmlns:a16="http://schemas.microsoft.com/office/drawing/2014/main" id="{AC76C247-4AC1-F1B6-9922-D8649699E530}"/>
              </a:ext>
            </a:extLst>
          </p:cNvPr>
          <p:cNvCxnSpPr>
            <a:cxnSpLocks/>
          </p:cNvCxnSpPr>
          <p:nvPr/>
        </p:nvCxnSpPr>
        <p:spPr bwMode="auto">
          <a:xfrm>
            <a:off x="12192127"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 name="Straight Connector 21" descr="Vertical column divider">
            <a:extLst>
              <a:ext uri="{FF2B5EF4-FFF2-40B4-BE49-F238E27FC236}">
                <a16:creationId xmlns:a16="http://schemas.microsoft.com/office/drawing/2014/main" id="{52413287-2DF2-D466-C99A-11B0C50BF1A4}"/>
              </a:ext>
            </a:extLst>
          </p:cNvPr>
          <p:cNvCxnSpPr>
            <a:cxnSpLocks/>
          </p:cNvCxnSpPr>
          <p:nvPr/>
        </p:nvCxnSpPr>
        <p:spPr bwMode="auto">
          <a:xfrm>
            <a:off x="18288000" y="570103"/>
            <a:ext cx="0" cy="11625072"/>
          </a:xfrm>
          <a:prstGeom prst="line">
            <a:avLst/>
          </a:prstGeom>
          <a:ln w="12700">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95677848"/>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A01A8-1FEC-D465-5F2B-F9781E9B8FC4}"/>
              </a:ext>
            </a:extLst>
          </p:cNvPr>
          <p:cNvSpPr>
            <a:spLocks noGrp="1"/>
          </p:cNvSpPr>
          <p:nvPr>
            <p:ph type="title"/>
          </p:nvPr>
        </p:nvSpPr>
        <p:spPr/>
        <p:txBody>
          <a:bodyPr/>
          <a:lstStyle/>
          <a:p>
            <a:r>
              <a:rPr lang="en-US" sz="6400" dirty="0"/>
              <a:t>Plan-Act agent output</a:t>
            </a:r>
          </a:p>
        </p:txBody>
      </p:sp>
      <p:sp>
        <p:nvSpPr>
          <p:cNvPr id="3" name="Text Placeholder 2">
            <a:extLst>
              <a:ext uri="{FF2B5EF4-FFF2-40B4-BE49-F238E27FC236}">
                <a16:creationId xmlns:a16="http://schemas.microsoft.com/office/drawing/2014/main" id="{B23D5D96-563E-3F3B-AF81-00011A12D718}"/>
              </a:ext>
            </a:extLst>
          </p:cNvPr>
          <p:cNvSpPr>
            <a:spLocks noGrp="1"/>
          </p:cNvSpPr>
          <p:nvPr>
            <p:ph type="body" sz="quarter" idx="15"/>
          </p:nvPr>
        </p:nvSpPr>
        <p:spPr/>
        <p:txBody>
          <a:bodyPr/>
          <a:lstStyle/>
          <a:p>
            <a:r>
              <a:rPr lang="en-US" dirty="0">
                <a:solidFill>
                  <a:schemeClr val="accent1"/>
                </a:solidFill>
              </a:rPr>
              <a:t>Custom join</a:t>
            </a:r>
          </a:p>
        </p:txBody>
      </p:sp>
      <p:sp>
        <p:nvSpPr>
          <p:cNvPr id="4" name="Text Placeholder 3">
            <a:extLst>
              <a:ext uri="{FF2B5EF4-FFF2-40B4-BE49-F238E27FC236}">
                <a16:creationId xmlns:a16="http://schemas.microsoft.com/office/drawing/2014/main" id="{FE6F3A71-C4D6-B43F-EE84-51B5BD51DA8F}"/>
              </a:ext>
            </a:extLst>
          </p:cNvPr>
          <p:cNvSpPr>
            <a:spLocks noGrp="1"/>
          </p:cNvSpPr>
          <p:nvPr>
            <p:ph type="body" sz="quarter" idx="12"/>
          </p:nvPr>
        </p:nvSpPr>
        <p:spPr/>
        <p:txBody>
          <a:bodyPr/>
          <a:lstStyle/>
          <a:p>
            <a:r>
              <a:rPr lang="en-US" dirty="0"/>
              <a:t>A custom join is performed using a Python tool. </a:t>
            </a:r>
          </a:p>
          <a:p>
            <a:endParaRPr lang="en-US" dirty="0"/>
          </a:p>
          <a:p>
            <a:r>
              <a:rPr lang="en-US" dirty="0"/>
              <a:t>The tool has full control of the response format and can include any logic needed to produce a response in the required format.</a:t>
            </a:r>
          </a:p>
        </p:txBody>
      </p:sp>
      <p:sp>
        <p:nvSpPr>
          <p:cNvPr id="5" name="Text Placeholder 4">
            <a:extLst>
              <a:ext uri="{FF2B5EF4-FFF2-40B4-BE49-F238E27FC236}">
                <a16:creationId xmlns:a16="http://schemas.microsoft.com/office/drawing/2014/main" id="{38843DF9-EFDD-21EA-55BA-C686AEC18401}"/>
              </a:ext>
            </a:extLst>
          </p:cNvPr>
          <p:cNvSpPr>
            <a:spLocks noGrp="1"/>
          </p:cNvSpPr>
          <p:nvPr>
            <p:ph type="body" sz="quarter" idx="16"/>
          </p:nvPr>
        </p:nvSpPr>
        <p:spPr/>
        <p:txBody>
          <a:bodyPr/>
          <a:lstStyle/>
          <a:p>
            <a:r>
              <a:rPr lang="en-US" dirty="0">
                <a:solidFill>
                  <a:schemeClr val="accent1"/>
                </a:solidFill>
              </a:rPr>
              <a:t>Structured output</a:t>
            </a:r>
          </a:p>
        </p:txBody>
      </p:sp>
      <p:sp>
        <p:nvSpPr>
          <p:cNvPr id="6" name="Text Placeholder 5">
            <a:extLst>
              <a:ext uri="{FF2B5EF4-FFF2-40B4-BE49-F238E27FC236}">
                <a16:creationId xmlns:a16="http://schemas.microsoft.com/office/drawing/2014/main" id="{AA44F8A1-B70D-F805-532D-115021106CEE}"/>
              </a:ext>
            </a:extLst>
          </p:cNvPr>
          <p:cNvSpPr>
            <a:spLocks noGrp="1"/>
          </p:cNvSpPr>
          <p:nvPr>
            <p:ph type="body" sz="quarter" idx="13"/>
          </p:nvPr>
        </p:nvSpPr>
        <p:spPr/>
        <p:txBody>
          <a:bodyPr/>
          <a:lstStyle/>
          <a:p>
            <a:r>
              <a:rPr lang="en-US" dirty="0"/>
              <a:t>The required response schema is specified in the agent definition.</a:t>
            </a:r>
          </a:p>
          <a:p>
            <a:endParaRPr lang="en-US" dirty="0"/>
          </a:p>
          <a:p>
            <a:r>
              <a:rPr lang="en-US" dirty="0"/>
              <a:t>This provides the agent with a precise description of the output needed. </a:t>
            </a:r>
          </a:p>
          <a:p>
            <a:endParaRPr lang="en-US" dirty="0"/>
          </a:p>
          <a:p>
            <a:r>
              <a:rPr lang="en-US" dirty="0"/>
              <a:t>Not as powerful as a Python tool but enables the LLM to perform better when a precise output format is required.</a:t>
            </a:r>
          </a:p>
        </p:txBody>
      </p:sp>
      <p:sp>
        <p:nvSpPr>
          <p:cNvPr id="7" name="Text Placeholder 6">
            <a:extLst>
              <a:ext uri="{FF2B5EF4-FFF2-40B4-BE49-F238E27FC236}">
                <a16:creationId xmlns:a16="http://schemas.microsoft.com/office/drawing/2014/main" id="{E1271BCD-BAFD-CA73-4E79-222F50FB1562}"/>
              </a:ext>
            </a:extLst>
          </p:cNvPr>
          <p:cNvSpPr>
            <a:spLocks noGrp="1"/>
          </p:cNvSpPr>
          <p:nvPr>
            <p:ph type="body" sz="quarter" idx="17"/>
          </p:nvPr>
        </p:nvSpPr>
        <p:spPr/>
        <p:txBody>
          <a:bodyPr/>
          <a:lstStyle/>
          <a:p>
            <a:r>
              <a:rPr lang="en-US" dirty="0">
                <a:solidFill>
                  <a:schemeClr val="accent1"/>
                </a:solidFill>
              </a:rPr>
              <a:t>LLM generated</a:t>
            </a:r>
          </a:p>
        </p:txBody>
      </p:sp>
      <p:sp>
        <p:nvSpPr>
          <p:cNvPr id="8" name="Text Placeholder 7">
            <a:extLst>
              <a:ext uri="{FF2B5EF4-FFF2-40B4-BE49-F238E27FC236}">
                <a16:creationId xmlns:a16="http://schemas.microsoft.com/office/drawing/2014/main" id="{579213BD-0D16-664A-FD8F-474B4E6E76FA}"/>
              </a:ext>
            </a:extLst>
          </p:cNvPr>
          <p:cNvSpPr>
            <a:spLocks noGrp="1"/>
          </p:cNvSpPr>
          <p:nvPr>
            <p:ph type="body" sz="quarter" idx="14"/>
          </p:nvPr>
        </p:nvSpPr>
        <p:spPr/>
        <p:txBody>
          <a:bodyPr/>
          <a:lstStyle/>
          <a:p>
            <a:r>
              <a:rPr lang="en-US" dirty="0"/>
              <a:t>Like a ReAct agent, the LLM will generate the response. </a:t>
            </a:r>
          </a:p>
          <a:p>
            <a:endParaRPr lang="en-US" dirty="0"/>
          </a:p>
          <a:p>
            <a:r>
              <a:rPr lang="en-US" dirty="0"/>
              <a:t>The LLM will determine how to format the response and may not be sufficiently accurate when a precise output format is required. </a:t>
            </a:r>
          </a:p>
        </p:txBody>
      </p:sp>
    </p:spTree>
    <p:extLst>
      <p:ext uri="{BB962C8B-B14F-4D97-AF65-F5344CB8AC3E}">
        <p14:creationId xmlns:p14="http://schemas.microsoft.com/office/powerpoint/2010/main" val="1966024690"/>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5E8D3-0AD8-2435-9745-BE091C70EB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D3201C-BB37-27F7-3E7A-04C27650EDCF}"/>
              </a:ext>
            </a:extLst>
          </p:cNvPr>
          <p:cNvSpPr>
            <a:spLocks noGrp="1"/>
          </p:cNvSpPr>
          <p:nvPr>
            <p:ph type="title"/>
          </p:nvPr>
        </p:nvSpPr>
        <p:spPr/>
        <p:txBody>
          <a:bodyPr/>
          <a:lstStyle/>
          <a:p>
            <a:r>
              <a:rPr lang="en-US" sz="6400" dirty="0"/>
              <a:t>Tools in watsonx Orchestrate</a:t>
            </a:r>
          </a:p>
        </p:txBody>
      </p:sp>
      <p:sp>
        <p:nvSpPr>
          <p:cNvPr id="3" name="Text Placeholder 2">
            <a:extLst>
              <a:ext uri="{FF2B5EF4-FFF2-40B4-BE49-F238E27FC236}">
                <a16:creationId xmlns:a16="http://schemas.microsoft.com/office/drawing/2014/main" id="{73BCAF57-8293-4F24-1313-CB963610FF7C}"/>
              </a:ext>
            </a:extLst>
          </p:cNvPr>
          <p:cNvSpPr>
            <a:spLocks noGrp="1"/>
          </p:cNvSpPr>
          <p:nvPr>
            <p:ph type="body" sz="quarter" idx="15"/>
          </p:nvPr>
        </p:nvSpPr>
        <p:spPr/>
        <p:txBody>
          <a:bodyPr/>
          <a:lstStyle/>
          <a:p>
            <a:r>
              <a:rPr lang="en-US" dirty="0">
                <a:solidFill>
                  <a:schemeClr val="accent1"/>
                </a:solidFill>
              </a:rPr>
              <a:t>Overview</a:t>
            </a:r>
          </a:p>
        </p:txBody>
      </p:sp>
      <p:sp>
        <p:nvSpPr>
          <p:cNvPr id="4" name="Text Placeholder 3">
            <a:extLst>
              <a:ext uri="{FF2B5EF4-FFF2-40B4-BE49-F238E27FC236}">
                <a16:creationId xmlns:a16="http://schemas.microsoft.com/office/drawing/2014/main" id="{B1260EBE-83ED-A2C9-3B33-79199A419000}"/>
              </a:ext>
            </a:extLst>
          </p:cNvPr>
          <p:cNvSpPr>
            <a:spLocks noGrp="1"/>
          </p:cNvSpPr>
          <p:nvPr>
            <p:ph type="body" sz="quarter" idx="12"/>
          </p:nvPr>
        </p:nvSpPr>
        <p:spPr/>
        <p:txBody>
          <a:bodyPr/>
          <a:lstStyle/>
          <a:p>
            <a:r>
              <a:rPr lang="en-US" dirty="0"/>
              <a:t>In agentic systems, a tool refers to a specialized capability or function that an agent can use to perform tasks, interact with the environment, or achieve goals. </a:t>
            </a:r>
          </a:p>
          <a:p>
            <a:endParaRPr lang="en-US" dirty="0"/>
          </a:p>
          <a:p>
            <a:r>
              <a:rPr lang="en-US" dirty="0"/>
              <a:t>Tools are typically modular and can be invoked by the agent when needed.</a:t>
            </a:r>
          </a:p>
        </p:txBody>
      </p:sp>
      <p:sp>
        <p:nvSpPr>
          <p:cNvPr id="5" name="Text Placeholder 4">
            <a:extLst>
              <a:ext uri="{FF2B5EF4-FFF2-40B4-BE49-F238E27FC236}">
                <a16:creationId xmlns:a16="http://schemas.microsoft.com/office/drawing/2014/main" id="{2CA1661C-1F4F-F532-D56F-79D20C2C96FD}"/>
              </a:ext>
            </a:extLst>
          </p:cNvPr>
          <p:cNvSpPr>
            <a:spLocks noGrp="1"/>
          </p:cNvSpPr>
          <p:nvPr>
            <p:ph type="body" sz="quarter" idx="16"/>
          </p:nvPr>
        </p:nvSpPr>
        <p:spPr/>
        <p:txBody>
          <a:bodyPr/>
          <a:lstStyle/>
          <a:p>
            <a:r>
              <a:rPr lang="en-US" dirty="0">
                <a:solidFill>
                  <a:schemeClr val="accent1"/>
                </a:solidFill>
              </a:rPr>
              <a:t>Tool types</a:t>
            </a:r>
          </a:p>
        </p:txBody>
      </p:sp>
      <p:sp>
        <p:nvSpPr>
          <p:cNvPr id="6" name="Text Placeholder 5">
            <a:extLst>
              <a:ext uri="{FF2B5EF4-FFF2-40B4-BE49-F238E27FC236}">
                <a16:creationId xmlns:a16="http://schemas.microsoft.com/office/drawing/2014/main" id="{452B24D7-33BE-63C9-D2D6-695E5D59F5F4}"/>
              </a:ext>
            </a:extLst>
          </p:cNvPr>
          <p:cNvSpPr>
            <a:spLocks noGrp="1"/>
          </p:cNvSpPr>
          <p:nvPr>
            <p:ph type="body" sz="quarter" idx="13"/>
          </p:nvPr>
        </p:nvSpPr>
        <p:spPr/>
        <p:txBody>
          <a:bodyPr/>
          <a:lstStyle/>
          <a:p>
            <a:r>
              <a:rPr lang="en-US" b="1" dirty="0"/>
              <a:t>Pre-built</a:t>
            </a:r>
            <a:r>
              <a:rPr lang="en-US" dirty="0"/>
              <a:t> tools for HR, IT, procurement, sales, and productivity. </a:t>
            </a:r>
          </a:p>
          <a:p>
            <a:endParaRPr lang="en-US" dirty="0"/>
          </a:p>
          <a:p>
            <a:r>
              <a:rPr lang="en-US" b="1" dirty="0"/>
              <a:t>Custom tools </a:t>
            </a:r>
            <a:r>
              <a:rPr lang="en-US" dirty="0"/>
              <a:t>from OpenAPI specifications or Python. </a:t>
            </a:r>
          </a:p>
          <a:p>
            <a:endParaRPr lang="en-US" dirty="0"/>
          </a:p>
          <a:p>
            <a:r>
              <a:rPr lang="en-US" dirty="0"/>
              <a:t>Created using </a:t>
            </a:r>
            <a:r>
              <a:rPr lang="en-US" b="1" dirty="0"/>
              <a:t>flows</a:t>
            </a:r>
            <a:r>
              <a:rPr lang="en-US" dirty="0"/>
              <a:t> that perform a sequence of steps.</a:t>
            </a:r>
          </a:p>
          <a:p>
            <a:endParaRPr lang="en-US" dirty="0"/>
          </a:p>
          <a:p>
            <a:r>
              <a:rPr lang="en-US" b="1" dirty="0"/>
              <a:t>MCP tools </a:t>
            </a:r>
            <a:r>
              <a:rPr lang="en-US" dirty="0"/>
              <a:t>use a standardized protocol to provide access to a wide range of systems.</a:t>
            </a:r>
          </a:p>
        </p:txBody>
      </p:sp>
      <p:sp>
        <p:nvSpPr>
          <p:cNvPr id="7" name="Text Placeholder 6">
            <a:extLst>
              <a:ext uri="{FF2B5EF4-FFF2-40B4-BE49-F238E27FC236}">
                <a16:creationId xmlns:a16="http://schemas.microsoft.com/office/drawing/2014/main" id="{56AE3CBE-D998-5225-D8AC-11BA3DF93C69}"/>
              </a:ext>
            </a:extLst>
          </p:cNvPr>
          <p:cNvSpPr>
            <a:spLocks noGrp="1"/>
          </p:cNvSpPr>
          <p:nvPr>
            <p:ph type="body" sz="quarter" idx="17"/>
          </p:nvPr>
        </p:nvSpPr>
        <p:spPr/>
        <p:txBody>
          <a:bodyPr/>
          <a:lstStyle/>
          <a:p>
            <a:r>
              <a:rPr lang="en-US" dirty="0">
                <a:solidFill>
                  <a:schemeClr val="accent1"/>
                </a:solidFill>
              </a:rPr>
              <a:t>Tool connections</a:t>
            </a:r>
          </a:p>
        </p:txBody>
      </p:sp>
      <p:sp>
        <p:nvSpPr>
          <p:cNvPr id="8" name="Text Placeholder 7">
            <a:extLst>
              <a:ext uri="{FF2B5EF4-FFF2-40B4-BE49-F238E27FC236}">
                <a16:creationId xmlns:a16="http://schemas.microsoft.com/office/drawing/2014/main" id="{B7875FB8-9FB2-2EA7-EDAC-DCBC17A99934}"/>
              </a:ext>
            </a:extLst>
          </p:cNvPr>
          <p:cNvSpPr>
            <a:spLocks noGrp="1"/>
          </p:cNvSpPr>
          <p:nvPr>
            <p:ph type="body" sz="quarter" idx="14"/>
          </p:nvPr>
        </p:nvSpPr>
        <p:spPr/>
        <p:txBody>
          <a:bodyPr/>
          <a:lstStyle/>
          <a:p>
            <a:r>
              <a:rPr lang="en-US" dirty="0"/>
              <a:t>Provide a secure connection between watsonx Orchestrate and external systems. </a:t>
            </a:r>
          </a:p>
          <a:p>
            <a:endParaRPr lang="en-US" dirty="0"/>
          </a:p>
          <a:p>
            <a:r>
              <a:rPr lang="en-US" dirty="0"/>
              <a:t>Connections:</a:t>
            </a:r>
          </a:p>
          <a:p>
            <a:pPr marL="571500" indent="-571500">
              <a:buFont typeface="Arial" panose="020B0604020202020204" pitchFamily="34" charset="0"/>
              <a:buChar char="•"/>
            </a:pPr>
            <a:r>
              <a:rPr lang="en-US" dirty="0"/>
              <a:t>API Key</a:t>
            </a:r>
          </a:p>
          <a:p>
            <a:pPr marL="571500" indent="-571500">
              <a:buFont typeface="Arial" panose="020B0604020202020204" pitchFamily="34" charset="0"/>
              <a:buChar char="•"/>
            </a:pPr>
            <a:r>
              <a:rPr lang="en-US" dirty="0"/>
              <a:t>Basic Auth</a:t>
            </a:r>
          </a:p>
          <a:p>
            <a:pPr marL="571500" indent="-571500">
              <a:buFont typeface="Arial" panose="020B0604020202020204" pitchFamily="34" charset="0"/>
              <a:buChar char="•"/>
            </a:pPr>
            <a:r>
              <a:rPr lang="en-US" dirty="0"/>
              <a:t>Key Value Pair</a:t>
            </a:r>
          </a:p>
          <a:p>
            <a:pPr marL="571500" indent="-571500">
              <a:buFont typeface="Arial" panose="020B0604020202020204" pitchFamily="34" charset="0"/>
              <a:buChar char="•"/>
            </a:pPr>
            <a:r>
              <a:rPr lang="en-US" dirty="0"/>
              <a:t>Bearer Token</a:t>
            </a:r>
          </a:p>
          <a:p>
            <a:pPr marL="571500" indent="-571500">
              <a:buFont typeface="Arial" panose="020B0604020202020204" pitchFamily="34" charset="0"/>
              <a:buChar char="•"/>
            </a:pPr>
            <a:r>
              <a:rPr lang="en-US" dirty="0"/>
              <a:t>OAuth</a:t>
            </a:r>
          </a:p>
        </p:txBody>
      </p:sp>
    </p:spTree>
    <p:extLst>
      <p:ext uri="{BB962C8B-B14F-4D97-AF65-F5344CB8AC3E}">
        <p14:creationId xmlns:p14="http://schemas.microsoft.com/office/powerpoint/2010/main" val="4287180030"/>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9D798-C6DD-4810-8247-1EE707DD26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1CFE44-CA7D-4469-A693-9413885DA069}"/>
              </a:ext>
            </a:extLst>
          </p:cNvPr>
          <p:cNvSpPr>
            <a:spLocks noGrp="1"/>
          </p:cNvSpPr>
          <p:nvPr>
            <p:ph type="title"/>
          </p:nvPr>
        </p:nvSpPr>
        <p:spPr/>
        <p:txBody>
          <a:bodyPr/>
          <a:lstStyle/>
          <a:p>
            <a:r>
              <a:rPr lang="en-US" dirty="0"/>
              <a:t>Understanding the agent runtime elements</a:t>
            </a:r>
          </a:p>
        </p:txBody>
      </p:sp>
    </p:spTree>
    <p:extLst>
      <p:ext uri="{BB962C8B-B14F-4D97-AF65-F5344CB8AC3E}">
        <p14:creationId xmlns:p14="http://schemas.microsoft.com/office/powerpoint/2010/main" val="2304059569"/>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F005E-30B1-FE95-E47D-6CE14D314C91}"/>
              </a:ext>
            </a:extLst>
          </p:cNvPr>
          <p:cNvSpPr>
            <a:spLocks noGrp="1"/>
          </p:cNvSpPr>
          <p:nvPr>
            <p:ph type="title"/>
          </p:nvPr>
        </p:nvSpPr>
        <p:spPr>
          <a:xfrm>
            <a:off x="576000" y="576072"/>
            <a:ext cx="7876022" cy="1525588"/>
          </a:xfrm>
        </p:spPr>
        <p:txBody>
          <a:bodyPr>
            <a:noAutofit/>
          </a:bodyPr>
          <a:lstStyle/>
          <a:p>
            <a:pPr>
              <a:lnSpc>
                <a:spcPct val="90000"/>
              </a:lnSpc>
            </a:pPr>
            <a:r>
              <a:rPr lang="en-US" dirty="0"/>
              <a:t>Agent runtime</a:t>
            </a:r>
          </a:p>
        </p:txBody>
      </p:sp>
      <p:sp>
        <p:nvSpPr>
          <p:cNvPr id="17" name="Text Placeholder 16">
            <a:extLst>
              <a:ext uri="{FF2B5EF4-FFF2-40B4-BE49-F238E27FC236}">
                <a16:creationId xmlns:a16="http://schemas.microsoft.com/office/drawing/2014/main" id="{9B0E05D2-4EB7-84D7-9C86-33D2CDFB4D9F}"/>
              </a:ext>
            </a:extLst>
          </p:cNvPr>
          <p:cNvSpPr>
            <a:spLocks noGrp="1"/>
          </p:cNvSpPr>
          <p:nvPr>
            <p:ph type="body" sz="quarter" idx="12"/>
          </p:nvPr>
        </p:nvSpPr>
        <p:spPr>
          <a:xfrm>
            <a:off x="576000" y="3041649"/>
            <a:ext cx="5790343" cy="9153525"/>
          </a:xfrm>
        </p:spPr>
        <p:txBody>
          <a:bodyPr>
            <a:normAutofit/>
          </a:bodyPr>
          <a:lstStyle/>
          <a:p>
            <a:r>
              <a:rPr lang="en-US" dirty="0">
                <a:latin typeface="IBM Plex Sans"/>
              </a:rPr>
              <a:t>The agent runtime receives chat requests from the API server.</a:t>
            </a:r>
          </a:p>
          <a:p>
            <a:endParaRPr lang="en-US" dirty="0">
              <a:latin typeface="IBM Plex Sans"/>
            </a:endParaRPr>
          </a:p>
          <a:p>
            <a:r>
              <a:rPr lang="en-US" dirty="0">
                <a:latin typeface="IBM Plex Sans"/>
              </a:rPr>
              <a:t>Responsibilities:</a:t>
            </a:r>
          </a:p>
          <a:p>
            <a:pPr marL="571500" indent="-571500">
              <a:buFont typeface="IBM Plex Sans" panose="020B0604020202020204" pitchFamily="34" charset="0"/>
              <a:buChar char="•"/>
            </a:pPr>
            <a:r>
              <a:rPr lang="en-US" dirty="0">
                <a:latin typeface="IBM Plex Sans"/>
              </a:rPr>
              <a:t>Agent orchestration</a:t>
            </a:r>
          </a:p>
          <a:p>
            <a:pPr marL="571500" indent="-571500">
              <a:buFont typeface="IBM Plex Sans" panose="020B0604020202020204" pitchFamily="34" charset="0"/>
              <a:buChar char="•"/>
            </a:pPr>
            <a:r>
              <a:rPr lang="en-US" dirty="0">
                <a:latin typeface="IBM Plex Sans"/>
              </a:rPr>
              <a:t>Agent state</a:t>
            </a:r>
          </a:p>
          <a:p>
            <a:pPr marL="571500" indent="-571500">
              <a:buFont typeface="IBM Plex Sans" panose="020B0604020202020204" pitchFamily="34" charset="0"/>
              <a:buChar char="•"/>
            </a:pPr>
            <a:r>
              <a:rPr lang="en-US" dirty="0">
                <a:latin typeface="IBM Plex Sans"/>
              </a:rPr>
              <a:t>Gathering trace data</a:t>
            </a:r>
          </a:p>
          <a:p>
            <a:pPr marL="571500" indent="-571500">
              <a:buFont typeface="IBM Plex Sans" panose="020B0604020202020204" pitchFamily="34" charset="0"/>
              <a:buChar char="•"/>
            </a:pPr>
            <a:r>
              <a:rPr lang="en-US" dirty="0">
                <a:latin typeface="IBM Plex Sans"/>
              </a:rPr>
              <a:t>Calling external apps</a:t>
            </a:r>
          </a:p>
          <a:p>
            <a:pPr marL="571500" indent="-571500">
              <a:buFont typeface="IBM Plex Sans" panose="020B0604020202020204" pitchFamily="34" charset="0"/>
              <a:buChar char="•"/>
            </a:pPr>
            <a:r>
              <a:rPr lang="en-US" dirty="0">
                <a:latin typeface="IBM Plex Sans"/>
              </a:rPr>
              <a:t>Calling external agents</a:t>
            </a:r>
          </a:p>
          <a:p>
            <a:pPr marL="571500" indent="-571500">
              <a:buFont typeface="IBM Plex Sans" panose="020B0604020202020204" pitchFamily="34" charset="0"/>
              <a:buChar char="•"/>
            </a:pPr>
            <a:r>
              <a:rPr lang="en-US" dirty="0">
                <a:latin typeface="IBM Plex Sans"/>
              </a:rPr>
              <a:t>Invoking LLMs</a:t>
            </a:r>
          </a:p>
        </p:txBody>
      </p:sp>
      <p:pic>
        <p:nvPicPr>
          <p:cNvPr id="4" name="Picture 3">
            <a:extLst>
              <a:ext uri="{FF2B5EF4-FFF2-40B4-BE49-F238E27FC236}">
                <a16:creationId xmlns:a16="http://schemas.microsoft.com/office/drawing/2014/main" id="{761BD965-498C-F014-6935-83664D1C0007}"/>
              </a:ext>
            </a:extLst>
          </p:cNvPr>
          <p:cNvPicPr>
            <a:picLocks noChangeAspect="1"/>
          </p:cNvPicPr>
          <p:nvPr/>
        </p:nvPicPr>
        <p:blipFill>
          <a:blip r:embed="rId3"/>
          <a:stretch>
            <a:fillRect/>
          </a:stretch>
        </p:blipFill>
        <p:spPr>
          <a:xfrm>
            <a:off x="6366343" y="1797241"/>
            <a:ext cx="17986053" cy="10121517"/>
          </a:xfrm>
          <a:prstGeom prst="rect">
            <a:avLst/>
          </a:prstGeom>
        </p:spPr>
      </p:pic>
    </p:spTree>
    <p:extLst>
      <p:ext uri="{BB962C8B-B14F-4D97-AF65-F5344CB8AC3E}">
        <p14:creationId xmlns:p14="http://schemas.microsoft.com/office/powerpoint/2010/main" val="625018600"/>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2701C-35E1-674D-4E92-3A8385DEC98E}"/>
              </a:ext>
            </a:extLst>
          </p:cNvPr>
          <p:cNvSpPr>
            <a:spLocks noGrp="1"/>
          </p:cNvSpPr>
          <p:nvPr>
            <p:ph type="title"/>
          </p:nvPr>
        </p:nvSpPr>
        <p:spPr>
          <a:xfrm>
            <a:off x="576000" y="576072"/>
            <a:ext cx="19328149" cy="1906588"/>
          </a:xfrm>
        </p:spPr>
        <p:txBody>
          <a:bodyPr/>
          <a:lstStyle/>
          <a:p>
            <a:r>
              <a:rPr lang="en-US" dirty="0"/>
              <a:t>API Server/Orchestrate Agent</a:t>
            </a:r>
          </a:p>
        </p:txBody>
      </p:sp>
      <p:sp>
        <p:nvSpPr>
          <p:cNvPr id="3" name="Text Placeholder 2">
            <a:extLst>
              <a:ext uri="{FF2B5EF4-FFF2-40B4-BE49-F238E27FC236}">
                <a16:creationId xmlns:a16="http://schemas.microsoft.com/office/drawing/2014/main" id="{0CD99EF7-86FA-A74E-CF8F-15DF284DABA4}"/>
              </a:ext>
            </a:extLst>
          </p:cNvPr>
          <p:cNvSpPr>
            <a:spLocks noGrp="1"/>
          </p:cNvSpPr>
          <p:nvPr>
            <p:ph type="body" sz="quarter" idx="11"/>
          </p:nvPr>
        </p:nvSpPr>
        <p:spPr/>
        <p:txBody>
          <a:bodyPr/>
          <a:lstStyle/>
          <a:p>
            <a:r>
              <a:rPr lang="en-US" dirty="0">
                <a:solidFill>
                  <a:schemeClr val="accent1"/>
                </a:solidFill>
              </a:rPr>
              <a:t>API Server</a:t>
            </a:r>
            <a:endParaRPr lang="en-US" dirty="0"/>
          </a:p>
          <a:p>
            <a:endParaRPr lang="en-US" dirty="0"/>
          </a:p>
          <a:p>
            <a:r>
              <a:rPr lang="en-US" dirty="0"/>
              <a:t>The API service, which hosts the HTTP endpoints, provides APIs to create, update, and delete Orchestrate’s primary entities—such as agents, tools, and external agents. </a:t>
            </a:r>
          </a:p>
          <a:p>
            <a:endParaRPr lang="en-US" dirty="0"/>
          </a:p>
          <a:p>
            <a:r>
              <a:rPr lang="en-US" dirty="0"/>
              <a:t>APIs for managing releases.</a:t>
            </a:r>
          </a:p>
          <a:p>
            <a:endParaRPr lang="en-US" dirty="0"/>
          </a:p>
          <a:p>
            <a:r>
              <a:rPr lang="en-US" dirty="0"/>
              <a:t>Provides OpenAPI endpoints for interacting with agents. </a:t>
            </a:r>
          </a:p>
          <a:p>
            <a:endParaRPr lang="en-US" dirty="0"/>
          </a:p>
        </p:txBody>
      </p:sp>
      <p:sp>
        <p:nvSpPr>
          <p:cNvPr id="4" name="Text Placeholder 3">
            <a:extLst>
              <a:ext uri="{FF2B5EF4-FFF2-40B4-BE49-F238E27FC236}">
                <a16:creationId xmlns:a16="http://schemas.microsoft.com/office/drawing/2014/main" id="{A843EF14-3B79-D48D-79CF-9D0F6FDD4C88}"/>
              </a:ext>
            </a:extLst>
          </p:cNvPr>
          <p:cNvSpPr>
            <a:spLocks noGrp="1"/>
          </p:cNvSpPr>
          <p:nvPr>
            <p:ph type="body" sz="quarter" idx="12"/>
          </p:nvPr>
        </p:nvSpPr>
        <p:spPr/>
        <p:txBody>
          <a:bodyPr/>
          <a:lstStyle/>
          <a:p>
            <a:r>
              <a:rPr lang="en-US" dirty="0">
                <a:solidFill>
                  <a:schemeClr val="accent1"/>
                </a:solidFill>
              </a:rPr>
              <a:t>Orchestrat</a:t>
            </a:r>
            <a:r>
              <a:rPr lang="en-US" dirty="0">
                <a:solidFill>
                  <a:schemeClr val="accent1">
                    <a:lumMod val="75000"/>
                  </a:schemeClr>
                </a:solidFill>
              </a:rPr>
              <a:t>e</a:t>
            </a:r>
            <a:r>
              <a:rPr lang="en-US" dirty="0">
                <a:solidFill>
                  <a:schemeClr val="accent1"/>
                </a:solidFill>
              </a:rPr>
              <a:t> Agents </a:t>
            </a:r>
          </a:p>
          <a:p>
            <a:endParaRPr lang="en-US" dirty="0">
              <a:solidFill>
                <a:schemeClr val="accent1"/>
              </a:solidFill>
            </a:endParaRPr>
          </a:p>
          <a:p>
            <a:r>
              <a:rPr lang="en-GB" dirty="0"/>
              <a:t>An Orchestrate Agent is an AI assistant that interprets a user’s query and executes the requested task by leveraging available tools and configured collaborators, which can be either native or external agents. Native agents can use one of three styles:</a:t>
            </a:r>
            <a:br>
              <a:rPr lang="en-GB" dirty="0"/>
            </a:br>
            <a:endParaRPr lang="en-GB" dirty="0"/>
          </a:p>
          <a:p>
            <a:pPr marL="571500" indent="-571500">
              <a:buFont typeface="Arial" panose="020B0604020202020204" pitchFamily="34" charset="0"/>
              <a:buChar char="•"/>
            </a:pPr>
            <a:r>
              <a:rPr lang="en-GB" b="1" dirty="0"/>
              <a:t>Default</a:t>
            </a:r>
            <a:r>
              <a:rPr lang="en-GB" dirty="0"/>
              <a:t> – Selects the appropriate tools or collaborators needed for the task.</a:t>
            </a:r>
          </a:p>
          <a:p>
            <a:pPr marL="571500" indent="-571500">
              <a:buFont typeface="Arial" panose="020B0604020202020204" pitchFamily="34" charset="0"/>
              <a:buChar char="•"/>
            </a:pPr>
            <a:r>
              <a:rPr lang="en-GB" b="1" dirty="0"/>
              <a:t>ReAct</a:t>
            </a:r>
            <a:r>
              <a:rPr lang="en-GB" dirty="0"/>
              <a:t> – Follows a “think, act, observe” loop for each step, adapting dynamically.</a:t>
            </a:r>
          </a:p>
          <a:p>
            <a:pPr marL="571500" indent="-571500">
              <a:buFont typeface="Arial" panose="020B0604020202020204" pitchFamily="34" charset="0"/>
              <a:buChar char="•"/>
            </a:pPr>
            <a:r>
              <a:rPr lang="en-GB" b="1" dirty="0"/>
              <a:t>Plan-Act</a:t>
            </a:r>
            <a:r>
              <a:rPr lang="en-GB" dirty="0"/>
              <a:t> – Creates a complete execution plan upfront based on the query, then executes each step in sequence.</a:t>
            </a:r>
          </a:p>
          <a:p>
            <a:endParaRPr lang="en-US" dirty="0"/>
          </a:p>
        </p:txBody>
      </p:sp>
      <p:pic>
        <p:nvPicPr>
          <p:cNvPr id="5" name="Picture 4">
            <a:extLst>
              <a:ext uri="{FF2B5EF4-FFF2-40B4-BE49-F238E27FC236}">
                <a16:creationId xmlns:a16="http://schemas.microsoft.com/office/drawing/2014/main" id="{C10093BE-E3EF-15E4-C7CC-4DD2E842A685}"/>
              </a:ext>
            </a:extLst>
          </p:cNvPr>
          <p:cNvPicPr>
            <a:picLocks noChangeAspect="1"/>
          </p:cNvPicPr>
          <p:nvPr/>
        </p:nvPicPr>
        <p:blipFill>
          <a:blip r:embed="rId3"/>
          <a:srcRect/>
          <a:stretch/>
        </p:blipFill>
        <p:spPr>
          <a:xfrm>
            <a:off x="18601361" y="717"/>
            <a:ext cx="5785814" cy="3260342"/>
          </a:xfrm>
          <a:prstGeom prst="rect">
            <a:avLst/>
          </a:prstGeom>
        </p:spPr>
      </p:pic>
      <p:pic>
        <p:nvPicPr>
          <p:cNvPr id="6" name="Picture 5">
            <a:extLst>
              <a:ext uri="{FF2B5EF4-FFF2-40B4-BE49-F238E27FC236}">
                <a16:creationId xmlns:a16="http://schemas.microsoft.com/office/drawing/2014/main" id="{E9D6ED95-B6B2-4111-2DA5-7D1332775AFD}"/>
              </a:ext>
            </a:extLst>
          </p:cNvPr>
          <p:cNvPicPr>
            <a:picLocks noChangeAspect="1"/>
          </p:cNvPicPr>
          <p:nvPr/>
        </p:nvPicPr>
        <p:blipFill>
          <a:blip r:embed="rId4"/>
          <a:srcRect/>
          <a:stretch/>
        </p:blipFill>
        <p:spPr>
          <a:xfrm>
            <a:off x="18601361" y="0"/>
            <a:ext cx="5785813" cy="3260342"/>
          </a:xfrm>
          <a:prstGeom prst="rect">
            <a:avLst/>
          </a:prstGeom>
        </p:spPr>
      </p:pic>
      <p:pic>
        <p:nvPicPr>
          <p:cNvPr id="8" name="Picture 7">
            <a:extLst>
              <a:ext uri="{FF2B5EF4-FFF2-40B4-BE49-F238E27FC236}">
                <a16:creationId xmlns:a16="http://schemas.microsoft.com/office/drawing/2014/main" id="{D99FFCD3-7DAC-5B1A-FD8D-3AF6B36D0293}"/>
              </a:ext>
            </a:extLst>
          </p:cNvPr>
          <p:cNvPicPr>
            <a:picLocks noChangeAspect="1"/>
          </p:cNvPicPr>
          <p:nvPr/>
        </p:nvPicPr>
        <p:blipFill>
          <a:blip r:embed="rId5"/>
          <a:srcRect/>
          <a:stretch/>
        </p:blipFill>
        <p:spPr>
          <a:xfrm>
            <a:off x="18601362" y="4312"/>
            <a:ext cx="5785813" cy="3251716"/>
          </a:xfrm>
          <a:prstGeom prst="rect">
            <a:avLst/>
          </a:prstGeom>
        </p:spPr>
      </p:pic>
    </p:spTree>
    <p:extLst>
      <p:ext uri="{BB962C8B-B14F-4D97-AF65-F5344CB8AC3E}">
        <p14:creationId xmlns:p14="http://schemas.microsoft.com/office/powerpoint/2010/main" val="3628234593"/>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E65A2-2E18-279A-AF25-482273789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843784-6860-4806-74D8-F68C11287484}"/>
              </a:ext>
            </a:extLst>
          </p:cNvPr>
          <p:cNvSpPr>
            <a:spLocks noGrp="1"/>
          </p:cNvSpPr>
          <p:nvPr>
            <p:ph type="title"/>
          </p:nvPr>
        </p:nvSpPr>
        <p:spPr>
          <a:xfrm>
            <a:off x="576000" y="576072"/>
            <a:ext cx="19328149" cy="1906588"/>
          </a:xfrm>
        </p:spPr>
        <p:txBody>
          <a:bodyPr/>
          <a:lstStyle/>
          <a:p>
            <a:r>
              <a:rPr lang="en-US" dirty="0"/>
              <a:t>Task Runtime Manager/Flow Engine</a:t>
            </a:r>
          </a:p>
        </p:txBody>
      </p:sp>
      <p:sp>
        <p:nvSpPr>
          <p:cNvPr id="3" name="Text Placeholder 2">
            <a:extLst>
              <a:ext uri="{FF2B5EF4-FFF2-40B4-BE49-F238E27FC236}">
                <a16:creationId xmlns:a16="http://schemas.microsoft.com/office/drawing/2014/main" id="{1335C1A6-B175-6C08-08FC-6B9C6D3C0E46}"/>
              </a:ext>
            </a:extLst>
          </p:cNvPr>
          <p:cNvSpPr>
            <a:spLocks noGrp="1"/>
          </p:cNvSpPr>
          <p:nvPr>
            <p:ph type="body" sz="quarter" idx="11"/>
          </p:nvPr>
        </p:nvSpPr>
        <p:spPr/>
        <p:txBody>
          <a:bodyPr/>
          <a:lstStyle/>
          <a:p>
            <a:r>
              <a:rPr lang="en-US" dirty="0">
                <a:solidFill>
                  <a:schemeClr val="accent1"/>
                </a:solidFill>
              </a:rPr>
              <a:t>Task Runtime Manager</a:t>
            </a:r>
            <a:endParaRPr lang="en-US" dirty="0"/>
          </a:p>
          <a:p>
            <a:endParaRPr lang="en-US" dirty="0"/>
          </a:p>
          <a:p>
            <a:r>
              <a:rPr lang="en-US" dirty="0"/>
              <a:t>The Task Runtime Manager is </a:t>
            </a:r>
            <a:r>
              <a:rPr lang="en-GB" dirty="0"/>
              <a:t>responsible for running tools within Orchestrate. It supports the following types of tools:</a:t>
            </a:r>
          </a:p>
          <a:p>
            <a:endParaRPr lang="en-GB" dirty="0"/>
          </a:p>
          <a:p>
            <a:pPr marL="571500" indent="-571500">
              <a:buFont typeface="Arial" panose="020B0604020202020204" pitchFamily="34" charset="0"/>
              <a:buChar char="•"/>
            </a:pPr>
            <a:r>
              <a:rPr lang="en-GB" dirty="0"/>
              <a:t>Open API </a:t>
            </a:r>
          </a:p>
          <a:p>
            <a:pPr marL="571500" indent="-571500">
              <a:buFont typeface="Arial" panose="020B0604020202020204" pitchFamily="34" charset="0"/>
              <a:buChar char="•"/>
            </a:pPr>
            <a:r>
              <a:rPr lang="en-GB" dirty="0"/>
              <a:t>Python</a:t>
            </a:r>
          </a:p>
          <a:p>
            <a:pPr marL="571500" indent="-571500">
              <a:buFont typeface="Arial" panose="020B0604020202020204" pitchFamily="34" charset="0"/>
              <a:buChar char="•"/>
            </a:pPr>
            <a:r>
              <a:rPr lang="en-GB" dirty="0"/>
              <a:t>Knowledge Base (KB)</a:t>
            </a:r>
          </a:p>
          <a:p>
            <a:pPr marL="571500" indent="-571500">
              <a:buFont typeface="Arial" panose="020B0604020202020204" pitchFamily="34" charset="0"/>
              <a:buChar char="•"/>
            </a:pPr>
            <a:r>
              <a:rPr lang="en-GB" dirty="0"/>
              <a:t>Model Context Protocol (MCP)</a:t>
            </a:r>
          </a:p>
          <a:p>
            <a:endParaRPr lang="en-GB" dirty="0"/>
          </a:p>
          <a:p>
            <a:r>
              <a:rPr lang="en-GB" dirty="0"/>
              <a:t>The Task Runtime Manager will call OpenAPI tools directly. For other types of tools, it will spin up a dedicated container to run KB, MCP and Python type tools to provide isolation. </a:t>
            </a:r>
            <a:r>
              <a:rPr lang="en-US" dirty="0"/>
              <a:t> </a:t>
            </a:r>
          </a:p>
          <a:p>
            <a:endParaRPr lang="en-US" dirty="0"/>
          </a:p>
        </p:txBody>
      </p:sp>
      <p:sp>
        <p:nvSpPr>
          <p:cNvPr id="7" name="Text Placeholder 2">
            <a:extLst>
              <a:ext uri="{FF2B5EF4-FFF2-40B4-BE49-F238E27FC236}">
                <a16:creationId xmlns:a16="http://schemas.microsoft.com/office/drawing/2014/main" id="{BC40C319-AA63-FC7A-9613-E81DFEA2787D}"/>
              </a:ext>
            </a:extLst>
          </p:cNvPr>
          <p:cNvSpPr txBox="1">
            <a:spLocks/>
          </p:cNvSpPr>
          <p:nvPr/>
        </p:nvSpPr>
        <p:spPr>
          <a:xfrm>
            <a:off x="12193587" y="3047999"/>
            <a:ext cx="10099675" cy="915352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110000"/>
              </a:lnSpc>
              <a:spcBef>
                <a:spcPts val="0"/>
              </a:spcBef>
              <a:spcAft>
                <a:spcPts val="0"/>
              </a:spcAft>
              <a:buClrTx/>
              <a:buSzTx/>
              <a:buFontTx/>
              <a:buNone/>
              <a:tabLst/>
              <a:defRPr sz="3600" b="0" i="0" u="none" strike="noStrike" cap="none" spc="0" baseline="0">
                <a:solidFill>
                  <a:schemeClr val="tx1"/>
                </a:solidFill>
                <a:uFillTx/>
                <a:latin typeface="IBM Plex Sans Light"/>
                <a:ea typeface="IBM Plex Sans Light"/>
                <a:cs typeface="IBM Plex Sans Light"/>
                <a:sym typeface="IBM Plex Sans Light"/>
              </a:defRPr>
            </a:lvl1pPr>
            <a:lvl2pPr marL="327600" marR="0" indent="-327600" algn="l" defTabSz="2438400" rtl="0" eaLnBrk="1" latinLnBrk="0" hangingPunct="1">
              <a:lnSpc>
                <a:spcPct val="100000"/>
              </a:lnSpc>
              <a:spcBef>
                <a:spcPts val="0"/>
              </a:spcBef>
              <a:spcAft>
                <a:spcPts val="0"/>
              </a:spcAft>
              <a:buClrTx/>
              <a:buSzPct val="100000"/>
              <a:buFont typeface="IBM Plex Sans Light" panose="020B0604020202020204" pitchFamily="34" charset="0"/>
              <a:buChar char="•"/>
              <a:tabLst/>
              <a:defRPr sz="3600" b="0" i="0" u="none" strike="noStrike" cap="none" spc="0" baseline="0">
                <a:solidFill>
                  <a:schemeClr val="tx1"/>
                </a:solidFill>
                <a:uFillTx/>
                <a:latin typeface="IBM Plex Sans Light"/>
                <a:ea typeface="IBM Plex Sans Light"/>
                <a:cs typeface="IBM Plex Sans Light"/>
                <a:sym typeface="IBM Plex Sans Light"/>
              </a:defRPr>
            </a:lvl2pPr>
            <a:lvl3pPr marL="658800" marR="0" indent="-327600" algn="l" defTabSz="2438400" rtl="0" eaLnBrk="1" latinLnBrk="0" hangingPunct="1">
              <a:lnSpc>
                <a:spcPct val="100000"/>
              </a:lnSpc>
              <a:spcBef>
                <a:spcPts val="0"/>
              </a:spcBef>
              <a:spcAft>
                <a:spcPts val="0"/>
              </a:spcAft>
              <a:buClrTx/>
              <a:buSzPct val="100000"/>
              <a:buFont typeface="IBM Plex Sans Light" panose="020B0604020202020204" pitchFamily="34" charset="0"/>
              <a:buChar char="•"/>
              <a:tabLst/>
              <a:defRPr sz="3600" b="0" i="0" u="none" strike="noStrike" cap="none" spc="0" baseline="0">
                <a:solidFill>
                  <a:schemeClr val="tx1"/>
                </a:solidFill>
                <a:uFillTx/>
                <a:latin typeface="IBM Plex Sans Light"/>
                <a:ea typeface="IBM Plex Sans Light"/>
                <a:cs typeface="IBM Plex Sans Light"/>
                <a:sym typeface="IBM Plex Sans Light"/>
              </a:defRPr>
            </a:lvl3pPr>
            <a:lvl4pPr marL="986400" marR="0" indent="-327600" algn="l" defTabSz="2438400" rtl="0" eaLnBrk="1" latinLnBrk="0" hangingPunct="1">
              <a:lnSpc>
                <a:spcPct val="100000"/>
              </a:lnSpc>
              <a:spcBef>
                <a:spcPts val="0"/>
              </a:spcBef>
              <a:spcAft>
                <a:spcPts val="0"/>
              </a:spcAft>
              <a:buClrTx/>
              <a:buSzPct val="100000"/>
              <a:buFont typeface="IBM Plex Sans Light" panose="020B0604020202020204" pitchFamily="34" charset="0"/>
              <a:buChar char="•"/>
              <a:tabLst/>
              <a:defRPr sz="3600" b="0" i="0" u="none" strike="noStrike" cap="none" spc="0" baseline="0">
                <a:solidFill>
                  <a:schemeClr val="tx1"/>
                </a:solidFill>
                <a:uFillTx/>
                <a:latin typeface="IBM Plex Sans Light"/>
                <a:ea typeface="IBM Plex Sans Light"/>
                <a:cs typeface="IBM Plex Sans Light"/>
                <a:sym typeface="IBM Plex Sans Light"/>
              </a:defRPr>
            </a:lvl4pPr>
            <a:lvl5pPr marL="1143000" marR="0" indent="-457200" algn="l" defTabSz="2438400" rtl="0" eaLnBrk="1" latinLnBrk="0" hangingPunct="1">
              <a:lnSpc>
                <a:spcPct val="110000"/>
              </a:lnSpc>
              <a:spcBef>
                <a:spcPts val="0"/>
              </a:spcBef>
              <a:spcAft>
                <a:spcPts val="0"/>
              </a:spcAft>
              <a:buClrTx/>
              <a:buSzPct val="100000"/>
              <a:buFont typeface="IBM Plex Sans Light" panose="020B0604020202020204" pitchFamily="34" charset="0"/>
              <a:buChar char="•"/>
              <a:tabLst/>
              <a:defRPr sz="3600" b="0" i="0" u="none" strike="noStrike" cap="none" spc="0" baseline="0">
                <a:solidFill>
                  <a:schemeClr val="tx1"/>
                </a:solidFill>
                <a:uFillTx/>
                <a:latin typeface="IBM Plex Sans Light"/>
                <a:ea typeface="IBM Plex Sans Light"/>
                <a:cs typeface="IBM Plex Sans Light"/>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IBM Plex Sans Light"/>
                <a:ea typeface="IBM Plex Sans Light"/>
                <a:cs typeface="IBM Plex Sans Light"/>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IBM Plex Sans Light"/>
                <a:ea typeface="IBM Plex Sans Light"/>
                <a:cs typeface="IBM Plex Sans Light"/>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IBM Plex Sans Light"/>
                <a:ea typeface="IBM Plex Sans Light"/>
                <a:cs typeface="IBM Plex Sans Light"/>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IBM Plex Sans Light"/>
                <a:ea typeface="IBM Plex Sans Light"/>
                <a:cs typeface="IBM Plex Sans Light"/>
                <a:sym typeface="IBM Plex Sans Light"/>
              </a:defRPr>
            </a:lvl9pPr>
          </a:lstStyle>
          <a:p>
            <a:r>
              <a:rPr lang="en-US" kern="0" dirty="0">
                <a:solidFill>
                  <a:schemeClr val="accent1"/>
                </a:solidFill>
              </a:rPr>
              <a:t>Flow Engine</a:t>
            </a:r>
            <a:endParaRPr lang="en-US" kern="0" dirty="0"/>
          </a:p>
          <a:p>
            <a:endParaRPr lang="en-US" kern="0" dirty="0"/>
          </a:p>
          <a:p>
            <a:r>
              <a:rPr lang="en-US" dirty="0"/>
              <a:t>The Flow Engine is responsible for executing asynchronous, event-driven workflows, providing precise control over how tasks are carried out by coordinating between various tools and agents.</a:t>
            </a:r>
          </a:p>
          <a:p>
            <a:endParaRPr lang="en-US" dirty="0"/>
          </a:p>
          <a:p>
            <a:r>
              <a:rPr lang="en-US" dirty="0"/>
              <a:t>Unlike autonomous agents, flows offer predictable, deterministic behavior for orchestrating complex operations.</a:t>
            </a:r>
          </a:p>
          <a:p>
            <a:endParaRPr lang="en-US" dirty="0"/>
          </a:p>
          <a:p>
            <a:r>
              <a:rPr lang="en-US" dirty="0"/>
              <a:t>Flows can run a growing palette of tasks including User Activities, Generative AI prompts, Decision Tables, Document Classifiers and Document Processors. </a:t>
            </a:r>
          </a:p>
          <a:p>
            <a:endParaRPr lang="en-US" kern="0" dirty="0"/>
          </a:p>
        </p:txBody>
      </p:sp>
      <p:pic>
        <p:nvPicPr>
          <p:cNvPr id="8" name="Picture 7">
            <a:extLst>
              <a:ext uri="{FF2B5EF4-FFF2-40B4-BE49-F238E27FC236}">
                <a16:creationId xmlns:a16="http://schemas.microsoft.com/office/drawing/2014/main" id="{A47DABD5-24E7-6632-A82B-86100E08CCC0}"/>
              </a:ext>
            </a:extLst>
          </p:cNvPr>
          <p:cNvPicPr>
            <a:picLocks noChangeAspect="1"/>
          </p:cNvPicPr>
          <p:nvPr/>
        </p:nvPicPr>
        <p:blipFill>
          <a:blip r:embed="rId3"/>
          <a:srcRect/>
          <a:stretch/>
        </p:blipFill>
        <p:spPr>
          <a:xfrm>
            <a:off x="18386567" y="14395"/>
            <a:ext cx="6021699" cy="3379921"/>
          </a:xfrm>
          <a:prstGeom prst="rect">
            <a:avLst/>
          </a:prstGeom>
        </p:spPr>
      </p:pic>
    </p:spTree>
    <p:extLst>
      <p:ext uri="{BB962C8B-B14F-4D97-AF65-F5344CB8AC3E}">
        <p14:creationId xmlns:p14="http://schemas.microsoft.com/office/powerpoint/2010/main" val="2287969747"/>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11B67-DDD0-D645-ED6F-C87E17EB8A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893C08-B286-69F1-F8DF-A69193214DA2}"/>
              </a:ext>
            </a:extLst>
          </p:cNvPr>
          <p:cNvSpPr>
            <a:spLocks noGrp="1"/>
          </p:cNvSpPr>
          <p:nvPr>
            <p:ph type="title"/>
          </p:nvPr>
        </p:nvSpPr>
        <p:spPr>
          <a:xfrm>
            <a:off x="576000" y="576072"/>
            <a:ext cx="19328149" cy="1906588"/>
          </a:xfrm>
        </p:spPr>
        <p:txBody>
          <a:bodyPr/>
          <a:lstStyle/>
          <a:p>
            <a:r>
              <a:rPr lang="en-US" dirty="0"/>
              <a:t>Agent Gateway/AI Model Gateway</a:t>
            </a:r>
          </a:p>
        </p:txBody>
      </p:sp>
      <p:sp>
        <p:nvSpPr>
          <p:cNvPr id="3" name="Text Placeholder 2">
            <a:extLst>
              <a:ext uri="{FF2B5EF4-FFF2-40B4-BE49-F238E27FC236}">
                <a16:creationId xmlns:a16="http://schemas.microsoft.com/office/drawing/2014/main" id="{898E679A-4894-E5FB-DFED-8C033D0622C1}"/>
              </a:ext>
            </a:extLst>
          </p:cNvPr>
          <p:cNvSpPr>
            <a:spLocks noGrp="1"/>
          </p:cNvSpPr>
          <p:nvPr>
            <p:ph type="body" sz="quarter" idx="11"/>
          </p:nvPr>
        </p:nvSpPr>
        <p:spPr>
          <a:xfrm>
            <a:off x="576000" y="3047999"/>
            <a:ext cx="10701600" cy="9153524"/>
          </a:xfrm>
        </p:spPr>
        <p:txBody>
          <a:bodyPr/>
          <a:lstStyle/>
          <a:p>
            <a:r>
              <a:rPr lang="en-US" dirty="0">
                <a:solidFill>
                  <a:schemeClr val="accent1"/>
                </a:solidFill>
              </a:rPr>
              <a:t>AI Model Gateway</a:t>
            </a:r>
          </a:p>
          <a:p>
            <a:endParaRPr lang="en-US" dirty="0"/>
          </a:p>
          <a:p>
            <a:r>
              <a:rPr lang="en-GB" dirty="0"/>
              <a:t>AI Model Gateway is responsible for communicating with LLMs for chat completion and embeddings from various model providers. LLM providers include watsonx.ai and external providers such as Anthropic and Open AI.</a:t>
            </a:r>
          </a:p>
          <a:p>
            <a:endParaRPr lang="en-GB" dirty="0"/>
          </a:p>
          <a:p>
            <a:r>
              <a:rPr lang="en-GB" dirty="0"/>
              <a:t>Orchestrate agents and the flow runtime use AI gateway for chat completions.</a:t>
            </a:r>
          </a:p>
          <a:p>
            <a:endParaRPr lang="en-GB" dirty="0"/>
          </a:p>
          <a:p>
            <a:r>
              <a:rPr lang="en-GB" dirty="0"/>
              <a:t>Knowledge based search uses AI Gateway for embeddings to support Retrieval Augmented Generation. </a:t>
            </a:r>
          </a:p>
          <a:p>
            <a:endParaRPr lang="en-GB" dirty="0"/>
          </a:p>
          <a:p>
            <a:endParaRPr lang="en-US" dirty="0"/>
          </a:p>
        </p:txBody>
      </p:sp>
      <p:sp>
        <p:nvSpPr>
          <p:cNvPr id="4" name="Text Placeholder 3">
            <a:extLst>
              <a:ext uri="{FF2B5EF4-FFF2-40B4-BE49-F238E27FC236}">
                <a16:creationId xmlns:a16="http://schemas.microsoft.com/office/drawing/2014/main" id="{663B43EA-38CE-0468-01F4-6B6D98417446}"/>
              </a:ext>
            </a:extLst>
          </p:cNvPr>
          <p:cNvSpPr>
            <a:spLocks noGrp="1"/>
          </p:cNvSpPr>
          <p:nvPr>
            <p:ph type="body" sz="quarter" idx="12"/>
          </p:nvPr>
        </p:nvSpPr>
        <p:spPr/>
        <p:txBody>
          <a:bodyPr/>
          <a:lstStyle/>
          <a:p>
            <a:r>
              <a:rPr lang="en-US" dirty="0">
                <a:solidFill>
                  <a:schemeClr val="accent1"/>
                </a:solidFill>
              </a:rPr>
              <a:t>Agent Gateway</a:t>
            </a:r>
            <a:endParaRPr lang="en-US" dirty="0"/>
          </a:p>
          <a:p>
            <a:endParaRPr lang="en-US" dirty="0">
              <a:solidFill>
                <a:schemeClr val="accent1"/>
              </a:solidFill>
            </a:endParaRPr>
          </a:p>
          <a:p>
            <a:r>
              <a:rPr lang="en-US" dirty="0"/>
              <a:t>The Agent Gateway is responsible for connecting with external agents from other platforms that support the A2A protocol. </a:t>
            </a:r>
          </a:p>
          <a:p>
            <a:endParaRPr lang="en-US" dirty="0"/>
          </a:p>
          <a:p>
            <a:r>
              <a:rPr lang="en-US" dirty="0"/>
              <a:t>When an external agent is registered with a native agent in WxO as a collaborator, the native agent acts as an Orchestrator and will route the user query to external agent if it determines that the task can be better handled externally. </a:t>
            </a:r>
          </a:p>
          <a:p>
            <a:endParaRPr lang="en-US" dirty="0"/>
          </a:p>
          <a:p>
            <a:r>
              <a:rPr lang="en-GB" dirty="0"/>
              <a:t>The Agent2Agent (A2A) Protocol is an open standard designed to facilitate communication and interoperability between independent, AI agent systems, introduced by Google.</a:t>
            </a:r>
            <a:endParaRPr lang="en-US" dirty="0"/>
          </a:p>
        </p:txBody>
      </p:sp>
      <p:pic>
        <p:nvPicPr>
          <p:cNvPr id="9" name="Picture 8">
            <a:extLst>
              <a:ext uri="{FF2B5EF4-FFF2-40B4-BE49-F238E27FC236}">
                <a16:creationId xmlns:a16="http://schemas.microsoft.com/office/drawing/2014/main" id="{2EDA0FAC-DE3C-4DF9-AC42-D4F4ADA4EC3C}"/>
              </a:ext>
            </a:extLst>
          </p:cNvPr>
          <p:cNvPicPr>
            <a:picLocks noChangeAspect="1"/>
          </p:cNvPicPr>
          <p:nvPr/>
        </p:nvPicPr>
        <p:blipFill>
          <a:blip r:embed="rId3"/>
          <a:srcRect/>
          <a:stretch/>
        </p:blipFill>
        <p:spPr>
          <a:xfrm>
            <a:off x="18328163" y="0"/>
            <a:ext cx="6033432" cy="3393806"/>
          </a:xfrm>
          <a:prstGeom prst="rect">
            <a:avLst/>
          </a:prstGeom>
        </p:spPr>
      </p:pic>
    </p:spTree>
    <p:extLst>
      <p:ext uri="{BB962C8B-B14F-4D97-AF65-F5344CB8AC3E}">
        <p14:creationId xmlns:p14="http://schemas.microsoft.com/office/powerpoint/2010/main" val="2574707315"/>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EB3D0-BF93-7C0A-003D-FD65612B19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ADC4FA-F8C1-D4D9-397F-BD6E979F4F54}"/>
              </a:ext>
            </a:extLst>
          </p:cNvPr>
          <p:cNvSpPr>
            <a:spLocks noGrp="1"/>
          </p:cNvSpPr>
          <p:nvPr>
            <p:ph type="title"/>
          </p:nvPr>
        </p:nvSpPr>
        <p:spPr/>
        <p:txBody>
          <a:bodyPr/>
          <a:lstStyle/>
          <a:p>
            <a:r>
              <a:rPr lang="en-US" dirty="0"/>
              <a:t>Agent development</a:t>
            </a:r>
          </a:p>
        </p:txBody>
      </p:sp>
    </p:spTree>
    <p:extLst>
      <p:ext uri="{BB962C8B-B14F-4D97-AF65-F5344CB8AC3E}">
        <p14:creationId xmlns:p14="http://schemas.microsoft.com/office/powerpoint/2010/main" val="2086525693"/>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9B199-8146-5BF5-17E1-0B92A3896C2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D245EDC-D289-6F09-8CE7-384B6C2A4B2F}"/>
              </a:ext>
            </a:extLst>
          </p:cNvPr>
          <p:cNvSpPr>
            <a:spLocks noGrp="1"/>
          </p:cNvSpPr>
          <p:nvPr>
            <p:ph type="body" sz="quarter" idx="1"/>
          </p:nvPr>
        </p:nvSpPr>
        <p:spPr>
          <a:xfrm>
            <a:off x="684658" y="2471791"/>
            <a:ext cx="9021245" cy="8672577"/>
          </a:xfrm>
        </p:spPr>
        <p:txBody>
          <a:bodyPr/>
          <a:lstStyle/>
          <a:p>
            <a:r>
              <a:rPr lang="en-US" dirty="0">
                <a:latin typeface="IBM Plex Sans" panose="020B0503050203000203" pitchFamily="34" charset="0"/>
              </a:rPr>
              <a:t>The no-code AI Agent Builder provides the following capabilities:</a:t>
            </a:r>
          </a:p>
          <a:p>
            <a:pPr marL="742802" indent="-742802">
              <a:buFont typeface="Arial" panose="020B0604020202020204" pitchFamily="34" charset="0"/>
              <a:buChar char="•"/>
            </a:pPr>
            <a:r>
              <a:rPr lang="en-US" dirty="0">
                <a:latin typeface="IBM Plex Sans" panose="020B0503050203000203" pitchFamily="34" charset="0"/>
              </a:rPr>
              <a:t>Build, deploy &amp; manage AI agents intuitively in a guided flow, no-coding required </a:t>
            </a:r>
          </a:p>
          <a:p>
            <a:pPr marL="742802" indent="-742802">
              <a:buFont typeface="Arial" panose="020B0604020202020204" pitchFamily="34" charset="0"/>
              <a:buChar char="•"/>
            </a:pPr>
            <a:r>
              <a:rPr lang="en-GB" dirty="0">
                <a:latin typeface="IBM Plex Sans" panose="020B0503050203000203" pitchFamily="34" charset="0"/>
              </a:rPr>
              <a:t>Create agents grounded in business knowledge natively</a:t>
            </a:r>
            <a:endParaRPr lang="en-US" dirty="0">
              <a:latin typeface="IBM Plex Sans" panose="020B0503050203000203" pitchFamily="34" charset="0"/>
            </a:endParaRPr>
          </a:p>
          <a:p>
            <a:pPr marL="742802" indent="-742802">
              <a:buFont typeface="Arial" panose="020B0604020202020204" pitchFamily="34" charset="0"/>
              <a:buChar char="•"/>
            </a:pPr>
            <a:r>
              <a:rPr lang="en-US" dirty="0">
                <a:latin typeface="IBM Plex Sans" panose="020B0503050203000203" pitchFamily="34" charset="0"/>
              </a:rPr>
              <a:t>Connect directly to the tools &amp; collaborator agents needed to compete workflows &amp; reach outcomes</a:t>
            </a:r>
          </a:p>
          <a:p>
            <a:pPr marL="742802" indent="-742802">
              <a:buFont typeface="Arial" panose="020B0604020202020204" pitchFamily="34" charset="0"/>
              <a:buChar char="•"/>
            </a:pPr>
            <a:r>
              <a:rPr lang="en-US" dirty="0">
                <a:latin typeface="IBM Plex Sans" panose="020B0503050203000203" pitchFamily="34" charset="0"/>
              </a:rPr>
              <a:t>Set agent behavior with instructions, rules &amp; channels for control over the end-user experience </a:t>
            </a:r>
          </a:p>
          <a:p>
            <a:pPr marL="742802" indent="-742802">
              <a:buFont typeface="Arial" panose="020B0604020202020204" pitchFamily="34" charset="0"/>
              <a:buChar char="•"/>
            </a:pPr>
            <a:r>
              <a:rPr lang="en-US" dirty="0">
                <a:latin typeface="IBM Plex Sans" panose="020B0503050203000203" pitchFamily="34" charset="0"/>
              </a:rPr>
              <a:t>Easily preview, deploy &amp; manage agents with insights into agent use &amp; edits </a:t>
            </a:r>
          </a:p>
          <a:p>
            <a:endParaRPr lang="en-US" dirty="0"/>
          </a:p>
        </p:txBody>
      </p:sp>
      <p:sp>
        <p:nvSpPr>
          <p:cNvPr id="6" name="Title 1">
            <a:extLst>
              <a:ext uri="{FF2B5EF4-FFF2-40B4-BE49-F238E27FC236}">
                <a16:creationId xmlns:a16="http://schemas.microsoft.com/office/drawing/2014/main" id="{EBA34BFA-4AD5-D69F-A5AC-003ACE77C68B}"/>
              </a:ext>
            </a:extLst>
          </p:cNvPr>
          <p:cNvSpPr txBox="1">
            <a:spLocks/>
          </p:cNvSpPr>
          <p:nvPr/>
        </p:nvSpPr>
        <p:spPr>
          <a:xfrm>
            <a:off x="576000" y="576072"/>
            <a:ext cx="19328149" cy="19065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2"/>
                </a:solidFill>
                <a:uFillTx/>
                <a:latin typeface="IBM Plex Sans Light"/>
                <a:ea typeface="IBM Plex Sans Light"/>
                <a:cs typeface="IBM Plex Sans Light"/>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9pPr>
          </a:lstStyle>
          <a:p>
            <a:r>
              <a:rPr lang="en-US" kern="0" dirty="0"/>
              <a:t>Agent Builder</a:t>
            </a:r>
          </a:p>
        </p:txBody>
      </p:sp>
      <p:sp>
        <p:nvSpPr>
          <p:cNvPr id="10" name="Rounded Rectangle 9">
            <a:extLst>
              <a:ext uri="{FF2B5EF4-FFF2-40B4-BE49-F238E27FC236}">
                <a16:creationId xmlns:a16="http://schemas.microsoft.com/office/drawing/2014/main" id="{B5E6E4C4-C9C6-A637-D1CA-EADCB8B90D10}"/>
              </a:ext>
            </a:extLst>
          </p:cNvPr>
          <p:cNvSpPr/>
          <p:nvPr/>
        </p:nvSpPr>
        <p:spPr bwMode="auto">
          <a:xfrm>
            <a:off x="11102158" y="769514"/>
            <a:ext cx="12787284" cy="12222964"/>
          </a:xfrm>
          <a:prstGeom prst="roundRect">
            <a:avLst>
              <a:gd name="adj" fmla="val 1705"/>
            </a:avLst>
          </a:prstGeom>
          <a:solidFill>
            <a:schemeClr val="accent1">
              <a:lumMod val="20000"/>
              <a:lumOff val="8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91440" tIns="91440" rIns="91440" bIns="91440" numCol="1" rtlCol="0" anchor="t" anchorCtr="0" compatLnSpc="1">
            <a:prstTxWarp prst="textNoShape">
              <a:avLst/>
            </a:prstTxWarp>
          </a:bodyPr>
          <a:lstStyle/>
          <a:p>
            <a:pPr algn="l" defTabSz="457087" fontAlgn="base" hangingPunct="1">
              <a:spcBef>
                <a:spcPct val="0"/>
              </a:spcBef>
              <a:spcAft>
                <a:spcPct val="0"/>
              </a:spcAft>
              <a:tabLst>
                <a:tab pos="280125" algn="l"/>
              </a:tabLst>
            </a:pPr>
            <a:r>
              <a:rPr lang="en-US" sz="1200" kern="1200" dirty="0">
                <a:solidFill>
                  <a:srgbClr val="0F62FE"/>
                </a:solidFill>
                <a:latin typeface="IBM Plex Sans Light"/>
              </a:rPr>
              <a:t>	</a:t>
            </a:r>
          </a:p>
          <a:p>
            <a:pPr algn="l" defTabSz="457087" fontAlgn="base" hangingPunct="1">
              <a:spcBef>
                <a:spcPct val="0"/>
              </a:spcBef>
              <a:spcAft>
                <a:spcPct val="0"/>
              </a:spcAft>
              <a:tabLst>
                <a:tab pos="280125" algn="l"/>
              </a:tabLst>
            </a:pPr>
            <a:endParaRPr lang="en-US" sz="1200" kern="1200" dirty="0">
              <a:solidFill>
                <a:srgbClr val="0F62FE"/>
              </a:solidFill>
              <a:latin typeface="IBM Plex Sans Light"/>
            </a:endParaRPr>
          </a:p>
          <a:p>
            <a:pPr algn="l" defTabSz="457087" fontAlgn="base" hangingPunct="1">
              <a:spcBef>
                <a:spcPct val="0"/>
              </a:spcBef>
              <a:spcAft>
                <a:spcPct val="0"/>
              </a:spcAft>
              <a:tabLst>
                <a:tab pos="280125" algn="l"/>
              </a:tabLst>
            </a:pPr>
            <a:endParaRPr lang="en-US" sz="1200" kern="1200" dirty="0">
              <a:solidFill>
                <a:srgbClr val="0F62FE"/>
              </a:solidFill>
              <a:latin typeface="IBM Plex Sans Light"/>
            </a:endParaRPr>
          </a:p>
        </p:txBody>
      </p:sp>
      <p:pic>
        <p:nvPicPr>
          <p:cNvPr id="11" name="Picture 10" descr="A screenshot of a computer&#10;&#10;AI-generated content may be incorrect.">
            <a:extLst>
              <a:ext uri="{FF2B5EF4-FFF2-40B4-BE49-F238E27FC236}">
                <a16:creationId xmlns:a16="http://schemas.microsoft.com/office/drawing/2014/main" id="{092880C9-29C9-D6E0-F2C0-BE057AADCEEB}"/>
              </a:ext>
            </a:extLst>
          </p:cNvPr>
          <p:cNvPicPr>
            <a:picLocks noChangeAspect="1"/>
          </p:cNvPicPr>
          <p:nvPr/>
        </p:nvPicPr>
        <p:blipFill>
          <a:blip r:embed="rId3"/>
          <a:stretch>
            <a:fillRect/>
          </a:stretch>
        </p:blipFill>
        <p:spPr>
          <a:xfrm>
            <a:off x="11496022" y="1063729"/>
            <a:ext cx="11957612" cy="3284494"/>
          </a:xfrm>
          <a:prstGeom prst="rect">
            <a:avLst/>
          </a:prstGeom>
          <a:ln w="25400">
            <a:solidFill>
              <a:schemeClr val="accent1"/>
            </a:solidFill>
          </a:ln>
        </p:spPr>
      </p:pic>
      <p:pic>
        <p:nvPicPr>
          <p:cNvPr id="12" name="Picture 11" descr="A white background with black and white clouds&#10;&#10;AI-generated content may be incorrect.">
            <a:extLst>
              <a:ext uri="{FF2B5EF4-FFF2-40B4-BE49-F238E27FC236}">
                <a16:creationId xmlns:a16="http://schemas.microsoft.com/office/drawing/2014/main" id="{5091257F-E3B8-B95D-A558-53EF679BAABC}"/>
              </a:ext>
            </a:extLst>
          </p:cNvPr>
          <p:cNvPicPr>
            <a:picLocks noChangeAspect="1"/>
          </p:cNvPicPr>
          <p:nvPr/>
        </p:nvPicPr>
        <p:blipFill>
          <a:blip r:embed="rId4"/>
          <a:stretch>
            <a:fillRect/>
          </a:stretch>
        </p:blipFill>
        <p:spPr>
          <a:xfrm>
            <a:off x="11496021" y="4730444"/>
            <a:ext cx="11957614" cy="1628940"/>
          </a:xfrm>
          <a:prstGeom prst="rect">
            <a:avLst/>
          </a:prstGeom>
          <a:ln w="25400">
            <a:solidFill>
              <a:schemeClr val="accent1"/>
            </a:solidFill>
          </a:ln>
        </p:spPr>
      </p:pic>
      <p:pic>
        <p:nvPicPr>
          <p:cNvPr id="13" name="Picture 12">
            <a:extLst>
              <a:ext uri="{FF2B5EF4-FFF2-40B4-BE49-F238E27FC236}">
                <a16:creationId xmlns:a16="http://schemas.microsoft.com/office/drawing/2014/main" id="{81FC2003-508C-720E-23E9-420A237B5696}"/>
              </a:ext>
            </a:extLst>
          </p:cNvPr>
          <p:cNvPicPr>
            <a:picLocks noChangeAspect="1"/>
          </p:cNvPicPr>
          <p:nvPr/>
        </p:nvPicPr>
        <p:blipFill>
          <a:blip r:embed="rId5"/>
          <a:stretch>
            <a:fillRect/>
          </a:stretch>
        </p:blipFill>
        <p:spPr>
          <a:xfrm>
            <a:off x="11496021" y="6785086"/>
            <a:ext cx="11957614" cy="1458244"/>
          </a:xfrm>
          <a:prstGeom prst="rect">
            <a:avLst/>
          </a:prstGeom>
          <a:ln w="25400">
            <a:solidFill>
              <a:schemeClr val="accent1"/>
            </a:solidFill>
          </a:ln>
        </p:spPr>
      </p:pic>
      <p:pic>
        <p:nvPicPr>
          <p:cNvPr id="14" name="Picture 13" descr="A close-up of a white background&#10;&#10;AI-generated content may be incorrect.">
            <a:extLst>
              <a:ext uri="{FF2B5EF4-FFF2-40B4-BE49-F238E27FC236}">
                <a16:creationId xmlns:a16="http://schemas.microsoft.com/office/drawing/2014/main" id="{E1764461-8940-41D9-9CFE-9221B9F25BA4}"/>
              </a:ext>
            </a:extLst>
          </p:cNvPr>
          <p:cNvPicPr>
            <a:picLocks noChangeAspect="1"/>
          </p:cNvPicPr>
          <p:nvPr/>
        </p:nvPicPr>
        <p:blipFill>
          <a:blip r:embed="rId6"/>
          <a:stretch>
            <a:fillRect/>
          </a:stretch>
        </p:blipFill>
        <p:spPr>
          <a:xfrm>
            <a:off x="11496022" y="8707698"/>
            <a:ext cx="11957612" cy="1621648"/>
          </a:xfrm>
          <a:prstGeom prst="rect">
            <a:avLst/>
          </a:prstGeom>
          <a:ln w="25400">
            <a:solidFill>
              <a:schemeClr val="accent1"/>
            </a:solidFill>
          </a:ln>
        </p:spPr>
      </p:pic>
      <p:pic>
        <p:nvPicPr>
          <p:cNvPr id="15" name="Picture 14">
            <a:extLst>
              <a:ext uri="{FF2B5EF4-FFF2-40B4-BE49-F238E27FC236}">
                <a16:creationId xmlns:a16="http://schemas.microsoft.com/office/drawing/2014/main" id="{BF460E2F-28B8-6DAF-BF58-03E450F3DE6C}"/>
              </a:ext>
            </a:extLst>
          </p:cNvPr>
          <p:cNvPicPr>
            <a:picLocks noChangeAspect="1"/>
          </p:cNvPicPr>
          <p:nvPr/>
        </p:nvPicPr>
        <p:blipFill>
          <a:blip r:embed="rId7"/>
          <a:stretch>
            <a:fillRect/>
          </a:stretch>
        </p:blipFill>
        <p:spPr>
          <a:xfrm>
            <a:off x="11496020" y="10869926"/>
            <a:ext cx="11957612" cy="1408704"/>
          </a:xfrm>
          <a:prstGeom prst="rect">
            <a:avLst/>
          </a:prstGeom>
          <a:ln w="25400">
            <a:solidFill>
              <a:schemeClr val="accent1"/>
            </a:solidFill>
          </a:ln>
        </p:spPr>
      </p:pic>
    </p:spTree>
    <p:extLst>
      <p:ext uri="{BB962C8B-B14F-4D97-AF65-F5344CB8AC3E}">
        <p14:creationId xmlns:p14="http://schemas.microsoft.com/office/powerpoint/2010/main" val="1475019293"/>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7B7D6-7BE8-1901-366F-37AD7724693E}"/>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C6A7A32F-DA86-B35E-F18A-9391C5164F23}"/>
              </a:ext>
            </a:extLst>
          </p:cNvPr>
          <p:cNvSpPr txBox="1">
            <a:spLocks/>
          </p:cNvSpPr>
          <p:nvPr/>
        </p:nvSpPr>
        <p:spPr>
          <a:xfrm>
            <a:off x="576000" y="576072"/>
            <a:ext cx="19328149" cy="19065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2"/>
                </a:solidFill>
                <a:uFillTx/>
                <a:latin typeface="IBM Plex Sans Light"/>
                <a:ea typeface="IBM Plex Sans Light"/>
                <a:cs typeface="IBM Plex Sans Light"/>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9pPr>
          </a:lstStyle>
          <a:p>
            <a:r>
              <a:rPr lang="en-US" kern="0" dirty="0"/>
              <a:t>Profile</a:t>
            </a:r>
          </a:p>
        </p:txBody>
      </p:sp>
      <p:grpSp>
        <p:nvGrpSpPr>
          <p:cNvPr id="5" name="Group 4">
            <a:extLst>
              <a:ext uri="{FF2B5EF4-FFF2-40B4-BE49-F238E27FC236}">
                <a16:creationId xmlns:a16="http://schemas.microsoft.com/office/drawing/2014/main" id="{4A9293B4-5E63-76BA-4115-AEB80802D771}"/>
              </a:ext>
            </a:extLst>
          </p:cNvPr>
          <p:cNvGrpSpPr/>
          <p:nvPr/>
        </p:nvGrpSpPr>
        <p:grpSpPr>
          <a:xfrm>
            <a:off x="12961988" y="2084595"/>
            <a:ext cx="10366512" cy="9909024"/>
            <a:chOff x="5551079" y="384757"/>
            <a:chExt cx="6393642" cy="6111482"/>
          </a:xfrm>
          <a:solidFill>
            <a:schemeClr val="accent1">
              <a:lumMod val="20000"/>
              <a:lumOff val="80000"/>
            </a:schemeClr>
          </a:solidFill>
        </p:grpSpPr>
        <p:sp>
          <p:nvSpPr>
            <p:cNvPr id="7" name="Rounded Rectangle 6">
              <a:extLst>
                <a:ext uri="{FF2B5EF4-FFF2-40B4-BE49-F238E27FC236}">
                  <a16:creationId xmlns:a16="http://schemas.microsoft.com/office/drawing/2014/main" id="{AD3F33CD-4CC8-A745-5002-AB033E5B4099}"/>
                </a:ext>
              </a:extLst>
            </p:cNvPr>
            <p:cNvSpPr/>
            <p:nvPr/>
          </p:nvSpPr>
          <p:spPr bwMode="auto">
            <a:xfrm>
              <a:off x="5551079" y="384757"/>
              <a:ext cx="6393642" cy="6111482"/>
            </a:xfrm>
            <a:prstGeom prst="roundRect">
              <a:avLst>
                <a:gd name="adj" fmla="val 1705"/>
              </a:avLst>
            </a:prstGeom>
            <a:grp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t" anchorCtr="0" compatLnSpc="1">
              <a:prstTxWarp prst="textNoShape">
                <a:avLst/>
              </a:prstTxWarp>
            </a:bodyPr>
            <a:lstStyle/>
            <a:p>
              <a:pPr defTabSz="914174" fontAlgn="base">
                <a:spcBef>
                  <a:spcPct val="0"/>
                </a:spcBef>
                <a:spcAft>
                  <a:spcPct val="0"/>
                </a:spcAft>
                <a:tabLst>
                  <a:tab pos="560250" algn="l"/>
                </a:tabLst>
                <a:defRPr/>
              </a:pPr>
              <a:r>
                <a:rPr lang="en-US" dirty="0">
                  <a:solidFill>
                    <a:srgbClr val="0F62FE"/>
                  </a:solidFill>
                  <a:latin typeface="IBM Plex Sans Light"/>
                </a:rPr>
                <a:t>	</a:t>
              </a:r>
            </a:p>
            <a:p>
              <a:pPr defTabSz="914174" fontAlgn="base">
                <a:spcBef>
                  <a:spcPct val="0"/>
                </a:spcBef>
                <a:spcAft>
                  <a:spcPct val="0"/>
                </a:spcAft>
                <a:tabLst>
                  <a:tab pos="560250" algn="l"/>
                </a:tabLst>
                <a:defRPr/>
              </a:pPr>
              <a:endParaRPr lang="en-US" dirty="0">
                <a:solidFill>
                  <a:sysClr val="windowText" lastClr="000000"/>
                </a:solidFill>
                <a:latin typeface="IBM Plex Sans Light"/>
              </a:endParaRPr>
            </a:p>
            <a:p>
              <a:pPr algn="l" defTabSz="1828800" fontAlgn="base" hangingPunct="1">
                <a:spcBef>
                  <a:spcPct val="0"/>
                </a:spcBef>
                <a:spcAft>
                  <a:spcPct val="0"/>
                </a:spcAft>
              </a:pPr>
              <a:endParaRPr lang="en-US" sz="2800" dirty="0">
                <a:solidFill>
                  <a:schemeClr val="bg1"/>
                </a:solidFill>
              </a:endParaRPr>
            </a:p>
          </p:txBody>
        </p:sp>
        <p:pic>
          <p:nvPicPr>
            <p:cNvPr id="8" name="Picture 7" descr="A screenshot of a computer&#10;&#10;AI-generated content may be incorrect.">
              <a:extLst>
                <a:ext uri="{FF2B5EF4-FFF2-40B4-BE49-F238E27FC236}">
                  <a16:creationId xmlns:a16="http://schemas.microsoft.com/office/drawing/2014/main" id="{88FDD723-5C49-0CF3-A41D-77BE9E843DA2}"/>
                </a:ext>
              </a:extLst>
            </p:cNvPr>
            <p:cNvPicPr>
              <a:picLocks noChangeAspect="1"/>
            </p:cNvPicPr>
            <p:nvPr/>
          </p:nvPicPr>
          <p:blipFill>
            <a:blip r:embed="rId3"/>
            <a:stretch>
              <a:fillRect/>
            </a:stretch>
          </p:blipFill>
          <p:spPr>
            <a:xfrm>
              <a:off x="5748011" y="531864"/>
              <a:ext cx="5978806" cy="1642247"/>
            </a:xfrm>
            <a:prstGeom prst="rect">
              <a:avLst/>
            </a:prstGeom>
            <a:grpFill/>
            <a:ln w="25400">
              <a:solidFill>
                <a:schemeClr val="accent1"/>
              </a:solidFill>
            </a:ln>
          </p:spPr>
        </p:pic>
        <p:pic>
          <p:nvPicPr>
            <p:cNvPr id="9" name="Picture 8" descr="A white background with black and white clouds&#10;&#10;AI-generated content may be incorrect.">
              <a:extLst>
                <a:ext uri="{FF2B5EF4-FFF2-40B4-BE49-F238E27FC236}">
                  <a16:creationId xmlns:a16="http://schemas.microsoft.com/office/drawing/2014/main" id="{84CB2BE6-1F2A-ECB1-BF3D-5A43B6C4FC39}"/>
                </a:ext>
              </a:extLst>
            </p:cNvPr>
            <p:cNvPicPr>
              <a:picLocks noChangeAspect="1"/>
            </p:cNvPicPr>
            <p:nvPr/>
          </p:nvPicPr>
          <p:blipFill>
            <a:blip r:embed="rId4"/>
            <a:stretch>
              <a:fillRect/>
            </a:stretch>
          </p:blipFill>
          <p:spPr>
            <a:xfrm>
              <a:off x="5748010" y="2365222"/>
              <a:ext cx="5978807" cy="814470"/>
            </a:xfrm>
            <a:prstGeom prst="rect">
              <a:avLst/>
            </a:prstGeom>
            <a:grpFill/>
            <a:ln w="25400">
              <a:solidFill>
                <a:schemeClr val="accent1"/>
              </a:solidFill>
            </a:ln>
          </p:spPr>
        </p:pic>
        <p:pic>
          <p:nvPicPr>
            <p:cNvPr id="16" name="Picture 15">
              <a:extLst>
                <a:ext uri="{FF2B5EF4-FFF2-40B4-BE49-F238E27FC236}">
                  <a16:creationId xmlns:a16="http://schemas.microsoft.com/office/drawing/2014/main" id="{2E82A126-A459-7440-EFE1-69F5028A028A}"/>
                </a:ext>
              </a:extLst>
            </p:cNvPr>
            <p:cNvPicPr>
              <a:picLocks noChangeAspect="1"/>
            </p:cNvPicPr>
            <p:nvPr/>
          </p:nvPicPr>
          <p:blipFill>
            <a:blip r:embed="rId5"/>
            <a:stretch>
              <a:fillRect/>
            </a:stretch>
          </p:blipFill>
          <p:spPr>
            <a:xfrm>
              <a:off x="5748010" y="3392543"/>
              <a:ext cx="5978807" cy="729122"/>
            </a:xfrm>
            <a:prstGeom prst="rect">
              <a:avLst/>
            </a:prstGeom>
            <a:grpFill/>
            <a:ln w="25400">
              <a:solidFill>
                <a:schemeClr val="accent1"/>
              </a:solidFill>
            </a:ln>
          </p:spPr>
        </p:pic>
        <p:pic>
          <p:nvPicPr>
            <p:cNvPr id="17" name="Picture 16" descr="A close-up of a white background&#10;&#10;AI-generated content may be incorrect.">
              <a:extLst>
                <a:ext uri="{FF2B5EF4-FFF2-40B4-BE49-F238E27FC236}">
                  <a16:creationId xmlns:a16="http://schemas.microsoft.com/office/drawing/2014/main" id="{ADD6181B-A215-1F08-BD10-26BEFE2163B1}"/>
                </a:ext>
              </a:extLst>
            </p:cNvPr>
            <p:cNvPicPr>
              <a:picLocks noChangeAspect="1"/>
            </p:cNvPicPr>
            <p:nvPr/>
          </p:nvPicPr>
          <p:blipFill>
            <a:blip r:embed="rId6"/>
            <a:stretch>
              <a:fillRect/>
            </a:stretch>
          </p:blipFill>
          <p:spPr>
            <a:xfrm>
              <a:off x="5748011" y="4353849"/>
              <a:ext cx="5978806" cy="810824"/>
            </a:xfrm>
            <a:prstGeom prst="rect">
              <a:avLst/>
            </a:prstGeom>
            <a:grpFill/>
            <a:ln w="25400">
              <a:solidFill>
                <a:schemeClr val="accent1"/>
              </a:solidFill>
            </a:ln>
          </p:spPr>
        </p:pic>
        <p:pic>
          <p:nvPicPr>
            <p:cNvPr id="18" name="Picture 17">
              <a:extLst>
                <a:ext uri="{FF2B5EF4-FFF2-40B4-BE49-F238E27FC236}">
                  <a16:creationId xmlns:a16="http://schemas.microsoft.com/office/drawing/2014/main" id="{0EF9C1EB-D4A6-33B8-0115-9C76A32DB04C}"/>
                </a:ext>
              </a:extLst>
            </p:cNvPr>
            <p:cNvPicPr>
              <a:picLocks noChangeAspect="1"/>
            </p:cNvPicPr>
            <p:nvPr/>
          </p:nvPicPr>
          <p:blipFill>
            <a:blip r:embed="rId7"/>
            <a:stretch>
              <a:fillRect/>
            </a:stretch>
          </p:blipFill>
          <p:spPr>
            <a:xfrm>
              <a:off x="5748010" y="5434963"/>
              <a:ext cx="5978806" cy="704352"/>
            </a:xfrm>
            <a:prstGeom prst="rect">
              <a:avLst/>
            </a:prstGeom>
            <a:grpFill/>
            <a:ln w="25400">
              <a:solidFill>
                <a:schemeClr val="accent1"/>
              </a:solidFill>
            </a:ln>
          </p:spPr>
        </p:pic>
      </p:grpSp>
      <p:sp>
        <p:nvSpPr>
          <p:cNvPr id="19" name="Rectangle 18">
            <a:extLst>
              <a:ext uri="{FF2B5EF4-FFF2-40B4-BE49-F238E27FC236}">
                <a16:creationId xmlns:a16="http://schemas.microsoft.com/office/drawing/2014/main" id="{C18543B6-9AB0-C332-AAB0-77B8B5779897}"/>
              </a:ext>
            </a:extLst>
          </p:cNvPr>
          <p:cNvSpPr/>
          <p:nvPr/>
        </p:nvSpPr>
        <p:spPr>
          <a:xfrm>
            <a:off x="13281287" y="6977538"/>
            <a:ext cx="9693906" cy="1182184"/>
          </a:xfrm>
          <a:prstGeom prst="rect">
            <a:avLst/>
          </a:prstGeom>
          <a:solidFill>
            <a:schemeClr val="bg1">
              <a:lumMod val="9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00"/>
          </a:p>
        </p:txBody>
      </p:sp>
      <p:sp>
        <p:nvSpPr>
          <p:cNvPr id="20" name="Rectangle 19">
            <a:extLst>
              <a:ext uri="{FF2B5EF4-FFF2-40B4-BE49-F238E27FC236}">
                <a16:creationId xmlns:a16="http://schemas.microsoft.com/office/drawing/2014/main" id="{81F8AC87-C9DE-5E7C-CA75-16FEA39B3A98}"/>
              </a:ext>
            </a:extLst>
          </p:cNvPr>
          <p:cNvSpPr/>
          <p:nvPr/>
        </p:nvSpPr>
        <p:spPr>
          <a:xfrm>
            <a:off x="13281287" y="8535829"/>
            <a:ext cx="9693906" cy="1307562"/>
          </a:xfrm>
          <a:prstGeom prst="rect">
            <a:avLst/>
          </a:prstGeom>
          <a:solidFill>
            <a:schemeClr val="bg1">
              <a:lumMod val="9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00"/>
          </a:p>
        </p:txBody>
      </p:sp>
      <p:sp>
        <p:nvSpPr>
          <p:cNvPr id="21" name="Rectangle 20">
            <a:extLst>
              <a:ext uri="{FF2B5EF4-FFF2-40B4-BE49-F238E27FC236}">
                <a16:creationId xmlns:a16="http://schemas.microsoft.com/office/drawing/2014/main" id="{53317CAD-64F6-2485-8A56-61194106AFA4}"/>
              </a:ext>
            </a:extLst>
          </p:cNvPr>
          <p:cNvSpPr/>
          <p:nvPr/>
        </p:nvSpPr>
        <p:spPr>
          <a:xfrm>
            <a:off x="13298291" y="10288766"/>
            <a:ext cx="9693906" cy="1104140"/>
          </a:xfrm>
          <a:prstGeom prst="rect">
            <a:avLst/>
          </a:prstGeom>
          <a:solidFill>
            <a:schemeClr val="bg1">
              <a:lumMod val="9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00"/>
          </a:p>
        </p:txBody>
      </p:sp>
      <p:sp>
        <p:nvSpPr>
          <p:cNvPr id="28" name="Arc 27">
            <a:extLst>
              <a:ext uri="{FF2B5EF4-FFF2-40B4-BE49-F238E27FC236}">
                <a16:creationId xmlns:a16="http://schemas.microsoft.com/office/drawing/2014/main" id="{2D01D8B1-6B4B-F4C6-3D94-3DE97423D0C5}"/>
              </a:ext>
            </a:extLst>
          </p:cNvPr>
          <p:cNvSpPr/>
          <p:nvPr/>
        </p:nvSpPr>
        <p:spPr bwMode="auto">
          <a:xfrm rot="5654850" flipH="1" flipV="1">
            <a:off x="9127912" y="5879242"/>
            <a:ext cx="7876323" cy="7928297"/>
          </a:xfrm>
          <a:prstGeom prst="arc">
            <a:avLst>
              <a:gd name="adj1" fmla="val 19516102"/>
              <a:gd name="adj2" fmla="val 21329426"/>
            </a:avLst>
          </a:prstGeom>
          <a:ln w="25400" cap="rnd">
            <a:solidFill>
              <a:schemeClr val="tx1">
                <a:lumMod val="50000"/>
                <a:lumOff val="50000"/>
              </a:schemeClr>
            </a:solidFill>
            <a:prstDash val="sysDot"/>
            <a:headEnd type="triangle" w="med" len="med"/>
            <a:tailEnd type="none" w="med" len="med"/>
            <a:extLst>
              <a:ext uri="{C807C97D-BFC1-408E-A445-0C87EB9F89A2}">
                <ask:lineSketchStyleProps xmlns:ask="http://schemas.microsoft.com/office/drawing/2018/sketchyshapes" sd="1219033472">
                  <a:custGeom>
                    <a:avLst/>
                    <a:gdLst>
                      <a:gd name="connsiteX0" fmla="*/ 5315293 w 10630586"/>
                      <a:gd name="connsiteY0" fmla="*/ 0 h 10630586"/>
                      <a:gd name="connsiteX1" fmla="*/ 10630586 w 10630586"/>
                      <a:gd name="connsiteY1" fmla="*/ 5315293 h 10630586"/>
                      <a:gd name="connsiteX2" fmla="*/ 9933692 w 10630586"/>
                      <a:gd name="connsiteY2" fmla="*/ 5315293 h 10630586"/>
                      <a:gd name="connsiteX3" fmla="*/ 9396257 w 10630586"/>
                      <a:gd name="connsiteY3" fmla="*/ 5315293 h 10630586"/>
                      <a:gd name="connsiteX4" fmla="*/ 8911975 w 10630586"/>
                      <a:gd name="connsiteY4" fmla="*/ 5315293 h 10630586"/>
                      <a:gd name="connsiteX5" fmla="*/ 8268234 w 10630586"/>
                      <a:gd name="connsiteY5" fmla="*/ 5315293 h 10630586"/>
                      <a:gd name="connsiteX6" fmla="*/ 7730798 w 10630586"/>
                      <a:gd name="connsiteY6" fmla="*/ 5315293 h 10630586"/>
                      <a:gd name="connsiteX7" fmla="*/ 7033904 w 10630586"/>
                      <a:gd name="connsiteY7" fmla="*/ 5315293 h 10630586"/>
                      <a:gd name="connsiteX8" fmla="*/ 6549622 w 10630586"/>
                      <a:gd name="connsiteY8" fmla="*/ 5315293 h 10630586"/>
                      <a:gd name="connsiteX9" fmla="*/ 5852728 w 10630586"/>
                      <a:gd name="connsiteY9" fmla="*/ 5315293 h 10630586"/>
                      <a:gd name="connsiteX10" fmla="*/ 5315293 w 10630586"/>
                      <a:gd name="connsiteY10" fmla="*/ 5315293 h 10630586"/>
                      <a:gd name="connsiteX11" fmla="*/ 5315293 w 10630586"/>
                      <a:gd name="connsiteY11" fmla="*/ 4724705 h 10630586"/>
                      <a:gd name="connsiteX12" fmla="*/ 5315293 w 10630586"/>
                      <a:gd name="connsiteY12" fmla="*/ 4187270 h 10630586"/>
                      <a:gd name="connsiteX13" fmla="*/ 5315293 w 10630586"/>
                      <a:gd name="connsiteY13" fmla="*/ 3543529 h 10630586"/>
                      <a:gd name="connsiteX14" fmla="*/ 5315293 w 10630586"/>
                      <a:gd name="connsiteY14" fmla="*/ 3006093 h 10630586"/>
                      <a:gd name="connsiteX15" fmla="*/ 5315293 w 10630586"/>
                      <a:gd name="connsiteY15" fmla="*/ 2309200 h 10630586"/>
                      <a:gd name="connsiteX16" fmla="*/ 5315293 w 10630586"/>
                      <a:gd name="connsiteY16" fmla="*/ 1612306 h 10630586"/>
                      <a:gd name="connsiteX17" fmla="*/ 5315293 w 10630586"/>
                      <a:gd name="connsiteY17" fmla="*/ 1021717 h 10630586"/>
                      <a:gd name="connsiteX18" fmla="*/ 5315293 w 10630586"/>
                      <a:gd name="connsiteY18" fmla="*/ 0 h 10630586"/>
                      <a:gd name="connsiteX0" fmla="*/ 5315293 w 10630586"/>
                      <a:gd name="connsiteY0" fmla="*/ 0 h 10630586"/>
                      <a:gd name="connsiteX1" fmla="*/ 10630586 w 10630586"/>
                      <a:gd name="connsiteY1" fmla="*/ 5315293 h 10630586"/>
                    </a:gdLst>
                    <a:ahLst/>
                    <a:cxnLst>
                      <a:cxn ang="0">
                        <a:pos x="connsiteX0" y="connsiteY0"/>
                      </a:cxn>
                      <a:cxn ang="0">
                        <a:pos x="connsiteX1" y="connsiteY1"/>
                      </a:cxn>
                    </a:cxnLst>
                    <a:rect l="l" t="t" r="r" b="b"/>
                    <a:pathLst>
                      <a:path w="10630586" h="10630586" stroke="0" extrusionOk="0">
                        <a:moveTo>
                          <a:pt x="5315293" y="0"/>
                        </a:moveTo>
                        <a:cubicBezTo>
                          <a:pt x="8130467" y="-74254"/>
                          <a:pt x="10070406" y="2589983"/>
                          <a:pt x="10630586" y="5315293"/>
                        </a:cubicBezTo>
                        <a:cubicBezTo>
                          <a:pt x="10442014" y="5369519"/>
                          <a:pt x="10278970" y="5289001"/>
                          <a:pt x="9933692" y="5315293"/>
                        </a:cubicBezTo>
                        <a:cubicBezTo>
                          <a:pt x="9588414" y="5341585"/>
                          <a:pt x="9595018" y="5279734"/>
                          <a:pt x="9396257" y="5315293"/>
                        </a:cubicBezTo>
                        <a:cubicBezTo>
                          <a:pt x="9197497" y="5350852"/>
                          <a:pt x="9070152" y="5311254"/>
                          <a:pt x="8911975" y="5315293"/>
                        </a:cubicBezTo>
                        <a:cubicBezTo>
                          <a:pt x="8753798" y="5319332"/>
                          <a:pt x="8411034" y="5243245"/>
                          <a:pt x="8268234" y="5315293"/>
                        </a:cubicBezTo>
                        <a:cubicBezTo>
                          <a:pt x="8125434" y="5387341"/>
                          <a:pt x="7930118" y="5296670"/>
                          <a:pt x="7730798" y="5315293"/>
                        </a:cubicBezTo>
                        <a:cubicBezTo>
                          <a:pt x="7531478" y="5333916"/>
                          <a:pt x="7254203" y="5291771"/>
                          <a:pt x="7033904" y="5315293"/>
                        </a:cubicBezTo>
                        <a:cubicBezTo>
                          <a:pt x="6813605" y="5338815"/>
                          <a:pt x="6706646" y="5297069"/>
                          <a:pt x="6549622" y="5315293"/>
                        </a:cubicBezTo>
                        <a:cubicBezTo>
                          <a:pt x="6392598" y="5333517"/>
                          <a:pt x="6197472" y="5304000"/>
                          <a:pt x="5852728" y="5315293"/>
                        </a:cubicBezTo>
                        <a:cubicBezTo>
                          <a:pt x="5507984" y="5326586"/>
                          <a:pt x="5467291" y="5314347"/>
                          <a:pt x="5315293" y="5315293"/>
                        </a:cubicBezTo>
                        <a:cubicBezTo>
                          <a:pt x="5303769" y="5107979"/>
                          <a:pt x="5362683" y="4981648"/>
                          <a:pt x="5315293" y="4724705"/>
                        </a:cubicBezTo>
                        <a:cubicBezTo>
                          <a:pt x="5267903" y="4467762"/>
                          <a:pt x="5369851" y="4354829"/>
                          <a:pt x="5315293" y="4187270"/>
                        </a:cubicBezTo>
                        <a:cubicBezTo>
                          <a:pt x="5260735" y="4019711"/>
                          <a:pt x="5327341" y="3812536"/>
                          <a:pt x="5315293" y="3543529"/>
                        </a:cubicBezTo>
                        <a:cubicBezTo>
                          <a:pt x="5303245" y="3274522"/>
                          <a:pt x="5330876" y="3261628"/>
                          <a:pt x="5315293" y="3006093"/>
                        </a:cubicBezTo>
                        <a:cubicBezTo>
                          <a:pt x="5299710" y="2750558"/>
                          <a:pt x="5318670" y="2508710"/>
                          <a:pt x="5315293" y="2309200"/>
                        </a:cubicBezTo>
                        <a:cubicBezTo>
                          <a:pt x="5311916" y="2109690"/>
                          <a:pt x="5376067" y="1763194"/>
                          <a:pt x="5315293" y="1612306"/>
                        </a:cubicBezTo>
                        <a:cubicBezTo>
                          <a:pt x="5254519" y="1461418"/>
                          <a:pt x="5353313" y="1156038"/>
                          <a:pt x="5315293" y="1021717"/>
                        </a:cubicBezTo>
                        <a:cubicBezTo>
                          <a:pt x="5277273" y="887396"/>
                          <a:pt x="5419240" y="308018"/>
                          <a:pt x="5315293" y="0"/>
                        </a:cubicBezTo>
                        <a:close/>
                      </a:path>
                      <a:path w="10630586" h="10630586" fill="none" extrusionOk="0">
                        <a:moveTo>
                          <a:pt x="5315293" y="0"/>
                        </a:moveTo>
                        <a:cubicBezTo>
                          <a:pt x="9075546" y="-167541"/>
                          <a:pt x="11126407" y="2460288"/>
                          <a:pt x="10630586" y="5315293"/>
                        </a:cubicBezTo>
                      </a:path>
                    </a:pathLst>
                  </a:custGeom>
                  <ask:type>
                    <ask:lineSketchNone/>
                  </ask:type>
                </ask:lineSketchStyleProps>
              </a:ext>
            </a:extLst>
          </a:ln>
        </p:spPr>
        <p:style>
          <a:lnRef idx="1">
            <a:schemeClr val="accent1"/>
          </a:lnRef>
          <a:fillRef idx="0">
            <a:schemeClr val="accent1"/>
          </a:fillRef>
          <a:effectRef idx="0">
            <a:schemeClr val="accent1"/>
          </a:effectRef>
          <a:fontRef idx="minor">
            <a:schemeClr val="tx1"/>
          </a:fontRef>
        </p:style>
        <p:txBody>
          <a:bodyPr rtlCol="0" anchor="ctr"/>
          <a:lstStyle/>
          <a:p>
            <a:pPr defTabSz="1828694"/>
            <a:endParaRPr lang="en-US" sz="9596">
              <a:solidFill>
                <a:srgbClr val="000000"/>
              </a:solidFill>
              <a:latin typeface="IBM Plex Sans Light"/>
              <a:sym typeface="IBM Plex Sans Light"/>
            </a:endParaRPr>
          </a:p>
        </p:txBody>
      </p:sp>
      <p:pic>
        <p:nvPicPr>
          <p:cNvPr id="29" name="Picture 28">
            <a:extLst>
              <a:ext uri="{FF2B5EF4-FFF2-40B4-BE49-F238E27FC236}">
                <a16:creationId xmlns:a16="http://schemas.microsoft.com/office/drawing/2014/main" id="{A4F4BE0D-40EF-4877-8B81-17890317A54C}"/>
              </a:ext>
            </a:extLst>
          </p:cNvPr>
          <p:cNvPicPr>
            <a:picLocks noChangeAspect="1"/>
          </p:cNvPicPr>
          <p:nvPr/>
        </p:nvPicPr>
        <p:blipFill>
          <a:blip r:embed="rId8"/>
          <a:stretch>
            <a:fillRect/>
          </a:stretch>
        </p:blipFill>
        <p:spPr>
          <a:xfrm>
            <a:off x="2121972" y="6187144"/>
            <a:ext cx="7556500" cy="6527800"/>
          </a:xfrm>
          <a:prstGeom prst="rect">
            <a:avLst/>
          </a:prstGeom>
        </p:spPr>
      </p:pic>
      <p:sp>
        <p:nvSpPr>
          <p:cNvPr id="30" name="Text Placeholder 2">
            <a:extLst>
              <a:ext uri="{FF2B5EF4-FFF2-40B4-BE49-F238E27FC236}">
                <a16:creationId xmlns:a16="http://schemas.microsoft.com/office/drawing/2014/main" id="{F5817D6E-A4E4-B040-BE9E-D2AB02D781FD}"/>
              </a:ext>
            </a:extLst>
          </p:cNvPr>
          <p:cNvSpPr>
            <a:spLocks noGrp="1"/>
          </p:cNvSpPr>
          <p:nvPr>
            <p:ph type="body" sz="quarter" idx="1"/>
          </p:nvPr>
        </p:nvSpPr>
        <p:spPr>
          <a:xfrm>
            <a:off x="1411979" y="2620785"/>
            <a:ext cx="8266493" cy="2940833"/>
          </a:xfrm>
        </p:spPr>
        <p:txBody>
          <a:bodyPr>
            <a:noAutofit/>
          </a:bodyPr>
          <a:lstStyle/>
          <a:p>
            <a:pPr marL="571500" indent="-571500">
              <a:buFont typeface="Arial" panose="020B0604020202020204" pitchFamily="34" charset="0"/>
              <a:buChar char="•"/>
            </a:pPr>
            <a:r>
              <a:rPr lang="en-US" sz="2800" dirty="0">
                <a:latin typeface="IBM Plex Sans" panose="020B0503050203000203" pitchFamily="34" charset="0"/>
                <a:ea typeface="+mn-ea"/>
                <a:cs typeface="+mn-cs"/>
              </a:rPr>
              <a:t>Choose to build agents from scratch or from a template</a:t>
            </a:r>
          </a:p>
          <a:p>
            <a:pPr marL="571500" indent="-571500">
              <a:buFont typeface="Arial" panose="020B0604020202020204" pitchFamily="34" charset="0"/>
              <a:buChar char="•"/>
            </a:pPr>
            <a:r>
              <a:rPr lang="en-GB" sz="2800" dirty="0">
                <a:latin typeface="IBM Plex Sans" panose="020B0503050203000203" pitchFamily="34" charset="0"/>
                <a:ea typeface="+mn-ea"/>
                <a:cs typeface="+mn-cs"/>
              </a:rPr>
              <a:t>Give your agent a name &amp; description to define its purpose </a:t>
            </a:r>
          </a:p>
          <a:p>
            <a:pPr marL="571500" indent="-571500">
              <a:buFont typeface="Arial" panose="020B0604020202020204" pitchFamily="34" charset="0"/>
              <a:buChar char="•"/>
            </a:pPr>
            <a:r>
              <a:rPr lang="en-GB" sz="2800" dirty="0">
                <a:latin typeface="IBM Plex Sans" panose="020B0503050203000203" pitchFamily="34" charset="0"/>
                <a:ea typeface="+mn-ea"/>
                <a:cs typeface="+mn-cs"/>
              </a:rPr>
              <a:t>Select agent style</a:t>
            </a:r>
            <a:endParaRPr lang="en-US" sz="2800" dirty="0">
              <a:latin typeface="IBM Plex Sans" panose="020B0503050203000203" pitchFamily="34" charset="0"/>
              <a:ea typeface="+mn-ea"/>
              <a:cs typeface="+mn-cs"/>
            </a:endParaRPr>
          </a:p>
        </p:txBody>
      </p:sp>
    </p:spTree>
    <p:extLst>
      <p:ext uri="{BB962C8B-B14F-4D97-AF65-F5344CB8AC3E}">
        <p14:creationId xmlns:p14="http://schemas.microsoft.com/office/powerpoint/2010/main" val="1343424564"/>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EB34C-6298-809C-34AF-934D72E820A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DFD902D5-0904-38BB-416E-C421F6F77899}"/>
              </a:ext>
            </a:extLst>
          </p:cNvPr>
          <p:cNvSpPr txBox="1">
            <a:spLocks/>
          </p:cNvSpPr>
          <p:nvPr/>
        </p:nvSpPr>
        <p:spPr>
          <a:xfrm>
            <a:off x="576000" y="576072"/>
            <a:ext cx="19328149" cy="19065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2"/>
                </a:solidFill>
                <a:uFillTx/>
                <a:latin typeface="IBM Plex Sans Light"/>
                <a:ea typeface="IBM Plex Sans Light"/>
                <a:cs typeface="IBM Plex Sans Light"/>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9pPr>
          </a:lstStyle>
          <a:p>
            <a:r>
              <a:rPr lang="en-US" kern="0" dirty="0"/>
              <a:t>Knowledge</a:t>
            </a:r>
          </a:p>
        </p:txBody>
      </p:sp>
      <p:grpSp>
        <p:nvGrpSpPr>
          <p:cNvPr id="2" name="Group 1">
            <a:extLst>
              <a:ext uri="{FF2B5EF4-FFF2-40B4-BE49-F238E27FC236}">
                <a16:creationId xmlns:a16="http://schemas.microsoft.com/office/drawing/2014/main" id="{041CA6A4-B33B-8C59-30CA-883409093B6C}"/>
              </a:ext>
            </a:extLst>
          </p:cNvPr>
          <p:cNvGrpSpPr/>
          <p:nvPr/>
        </p:nvGrpSpPr>
        <p:grpSpPr>
          <a:xfrm>
            <a:off x="13353908" y="2122695"/>
            <a:ext cx="10366512" cy="9909024"/>
            <a:chOff x="5551079" y="384757"/>
            <a:chExt cx="6393642" cy="6111482"/>
          </a:xfrm>
        </p:grpSpPr>
        <p:sp>
          <p:nvSpPr>
            <p:cNvPr id="3" name="Rounded Rectangle 2">
              <a:extLst>
                <a:ext uri="{FF2B5EF4-FFF2-40B4-BE49-F238E27FC236}">
                  <a16:creationId xmlns:a16="http://schemas.microsoft.com/office/drawing/2014/main" id="{62E4B967-132A-BD9A-FEB5-05CFEC977F6C}"/>
                </a:ext>
              </a:extLst>
            </p:cNvPr>
            <p:cNvSpPr/>
            <p:nvPr/>
          </p:nvSpPr>
          <p:spPr bwMode="auto">
            <a:xfrm>
              <a:off x="5551079" y="384757"/>
              <a:ext cx="6393642" cy="6111482"/>
            </a:xfrm>
            <a:prstGeom prst="roundRect">
              <a:avLst>
                <a:gd name="adj" fmla="val 1705"/>
              </a:avLst>
            </a:prstGeom>
            <a:solidFill>
              <a:schemeClr val="accent1">
                <a:lumMod val="20000"/>
                <a:lumOff val="8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t" anchorCtr="0" compatLnSpc="1">
              <a:prstTxWarp prst="textNoShape">
                <a:avLst/>
              </a:prstTxWarp>
            </a:bodyPr>
            <a:lstStyle/>
            <a:p>
              <a:pPr defTabSz="914174" fontAlgn="base">
                <a:spcBef>
                  <a:spcPct val="0"/>
                </a:spcBef>
                <a:spcAft>
                  <a:spcPct val="0"/>
                </a:spcAft>
                <a:tabLst>
                  <a:tab pos="560250" algn="l"/>
                </a:tabLst>
                <a:defRPr/>
              </a:pPr>
              <a:r>
                <a:rPr lang="en-US" dirty="0">
                  <a:solidFill>
                    <a:srgbClr val="0F62FE"/>
                  </a:solidFill>
                  <a:latin typeface="IBM Plex Sans Light"/>
                </a:rPr>
                <a:t>	</a:t>
              </a:r>
            </a:p>
            <a:p>
              <a:pPr defTabSz="914174" fontAlgn="base">
                <a:spcBef>
                  <a:spcPct val="0"/>
                </a:spcBef>
                <a:spcAft>
                  <a:spcPct val="0"/>
                </a:spcAft>
                <a:tabLst>
                  <a:tab pos="560250" algn="l"/>
                </a:tabLst>
                <a:defRPr/>
              </a:pPr>
              <a:endParaRPr lang="en-US" dirty="0">
                <a:solidFill>
                  <a:sysClr val="windowText" lastClr="000000"/>
                </a:solidFill>
                <a:latin typeface="IBM Plex Sans Light"/>
              </a:endParaRPr>
            </a:p>
            <a:p>
              <a:pPr algn="l" defTabSz="1828800" fontAlgn="base" hangingPunct="1">
                <a:spcBef>
                  <a:spcPct val="0"/>
                </a:spcBef>
                <a:spcAft>
                  <a:spcPct val="0"/>
                </a:spcAft>
              </a:pPr>
              <a:endParaRPr lang="en-US" sz="2800" dirty="0">
                <a:solidFill>
                  <a:schemeClr val="bg1"/>
                </a:solidFill>
              </a:endParaRPr>
            </a:p>
          </p:txBody>
        </p:sp>
        <p:pic>
          <p:nvPicPr>
            <p:cNvPr id="4" name="Picture 3" descr="A screenshot of a computer&#10;&#10;AI-generated content may be incorrect.">
              <a:extLst>
                <a:ext uri="{FF2B5EF4-FFF2-40B4-BE49-F238E27FC236}">
                  <a16:creationId xmlns:a16="http://schemas.microsoft.com/office/drawing/2014/main" id="{6A8BA77B-0840-5C2C-2C74-9BC80C7AC67E}"/>
                </a:ext>
              </a:extLst>
            </p:cNvPr>
            <p:cNvPicPr>
              <a:picLocks noChangeAspect="1"/>
            </p:cNvPicPr>
            <p:nvPr/>
          </p:nvPicPr>
          <p:blipFill>
            <a:blip r:embed="rId3"/>
            <a:stretch>
              <a:fillRect/>
            </a:stretch>
          </p:blipFill>
          <p:spPr>
            <a:xfrm>
              <a:off x="5748011" y="531864"/>
              <a:ext cx="5978806" cy="1642247"/>
            </a:xfrm>
            <a:prstGeom prst="rect">
              <a:avLst/>
            </a:prstGeom>
            <a:ln w="25400">
              <a:solidFill>
                <a:schemeClr val="accent1"/>
              </a:solidFill>
            </a:ln>
          </p:spPr>
        </p:pic>
        <p:pic>
          <p:nvPicPr>
            <p:cNvPr id="10" name="Picture 9" descr="A white background with black and white clouds&#10;&#10;AI-generated content may be incorrect.">
              <a:extLst>
                <a:ext uri="{FF2B5EF4-FFF2-40B4-BE49-F238E27FC236}">
                  <a16:creationId xmlns:a16="http://schemas.microsoft.com/office/drawing/2014/main" id="{28E9633F-4CC7-B1BC-BB8B-B4E6CFE81922}"/>
                </a:ext>
              </a:extLst>
            </p:cNvPr>
            <p:cNvPicPr>
              <a:picLocks noChangeAspect="1"/>
            </p:cNvPicPr>
            <p:nvPr/>
          </p:nvPicPr>
          <p:blipFill>
            <a:blip r:embed="rId4"/>
            <a:stretch>
              <a:fillRect/>
            </a:stretch>
          </p:blipFill>
          <p:spPr>
            <a:xfrm>
              <a:off x="5748010" y="2365222"/>
              <a:ext cx="5978807" cy="814470"/>
            </a:xfrm>
            <a:prstGeom prst="rect">
              <a:avLst/>
            </a:prstGeom>
            <a:ln w="25400">
              <a:solidFill>
                <a:schemeClr val="accent1"/>
              </a:solidFill>
            </a:ln>
          </p:spPr>
        </p:pic>
        <p:pic>
          <p:nvPicPr>
            <p:cNvPr id="11" name="Picture 10">
              <a:extLst>
                <a:ext uri="{FF2B5EF4-FFF2-40B4-BE49-F238E27FC236}">
                  <a16:creationId xmlns:a16="http://schemas.microsoft.com/office/drawing/2014/main" id="{ED515FC9-64F1-6681-A8CF-A4490D7E15FB}"/>
                </a:ext>
              </a:extLst>
            </p:cNvPr>
            <p:cNvPicPr>
              <a:picLocks noChangeAspect="1"/>
            </p:cNvPicPr>
            <p:nvPr/>
          </p:nvPicPr>
          <p:blipFill>
            <a:blip r:embed="rId5"/>
            <a:stretch>
              <a:fillRect/>
            </a:stretch>
          </p:blipFill>
          <p:spPr>
            <a:xfrm>
              <a:off x="5748010" y="3392543"/>
              <a:ext cx="5978807" cy="729122"/>
            </a:xfrm>
            <a:prstGeom prst="rect">
              <a:avLst/>
            </a:prstGeom>
            <a:ln w="25400">
              <a:solidFill>
                <a:schemeClr val="accent1"/>
              </a:solidFill>
            </a:ln>
          </p:spPr>
        </p:pic>
        <p:pic>
          <p:nvPicPr>
            <p:cNvPr id="12" name="Picture 11" descr="A close-up of a white background&#10;&#10;AI-generated content may be incorrect.">
              <a:extLst>
                <a:ext uri="{FF2B5EF4-FFF2-40B4-BE49-F238E27FC236}">
                  <a16:creationId xmlns:a16="http://schemas.microsoft.com/office/drawing/2014/main" id="{6A84FE5B-E98E-65F0-DABF-F356A765DCE4}"/>
                </a:ext>
              </a:extLst>
            </p:cNvPr>
            <p:cNvPicPr>
              <a:picLocks noChangeAspect="1"/>
            </p:cNvPicPr>
            <p:nvPr/>
          </p:nvPicPr>
          <p:blipFill>
            <a:blip r:embed="rId6"/>
            <a:stretch>
              <a:fillRect/>
            </a:stretch>
          </p:blipFill>
          <p:spPr>
            <a:xfrm>
              <a:off x="5748011" y="4353849"/>
              <a:ext cx="5978806" cy="810824"/>
            </a:xfrm>
            <a:prstGeom prst="rect">
              <a:avLst/>
            </a:prstGeom>
            <a:ln w="25400">
              <a:solidFill>
                <a:schemeClr val="accent1"/>
              </a:solidFill>
            </a:ln>
          </p:spPr>
        </p:pic>
        <p:pic>
          <p:nvPicPr>
            <p:cNvPr id="13" name="Picture 12">
              <a:extLst>
                <a:ext uri="{FF2B5EF4-FFF2-40B4-BE49-F238E27FC236}">
                  <a16:creationId xmlns:a16="http://schemas.microsoft.com/office/drawing/2014/main" id="{EFC2225A-11A4-ABB1-EA4A-A727B0BA02FA}"/>
                </a:ext>
              </a:extLst>
            </p:cNvPr>
            <p:cNvPicPr>
              <a:picLocks noChangeAspect="1"/>
            </p:cNvPicPr>
            <p:nvPr/>
          </p:nvPicPr>
          <p:blipFill>
            <a:blip r:embed="rId7"/>
            <a:stretch>
              <a:fillRect/>
            </a:stretch>
          </p:blipFill>
          <p:spPr>
            <a:xfrm>
              <a:off x="5748010" y="5434963"/>
              <a:ext cx="5978806" cy="704352"/>
            </a:xfrm>
            <a:prstGeom prst="rect">
              <a:avLst/>
            </a:prstGeom>
            <a:ln w="25400">
              <a:solidFill>
                <a:schemeClr val="accent1"/>
              </a:solidFill>
            </a:ln>
          </p:spPr>
        </p:pic>
      </p:grpSp>
      <p:sp>
        <p:nvSpPr>
          <p:cNvPr id="14" name="Rectangle 13">
            <a:extLst>
              <a:ext uri="{FF2B5EF4-FFF2-40B4-BE49-F238E27FC236}">
                <a16:creationId xmlns:a16="http://schemas.microsoft.com/office/drawing/2014/main" id="{2BC82FD8-F998-A026-C6C5-A0AF06F706AE}"/>
              </a:ext>
            </a:extLst>
          </p:cNvPr>
          <p:cNvSpPr/>
          <p:nvPr/>
        </p:nvSpPr>
        <p:spPr>
          <a:xfrm>
            <a:off x="13690211" y="2415950"/>
            <a:ext cx="9693906" cy="2682912"/>
          </a:xfrm>
          <a:prstGeom prst="rect">
            <a:avLst/>
          </a:prstGeom>
          <a:solidFill>
            <a:schemeClr val="bg1">
              <a:lumMod val="9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00"/>
          </a:p>
        </p:txBody>
      </p:sp>
      <p:sp>
        <p:nvSpPr>
          <p:cNvPr id="15" name="Rectangle 14">
            <a:extLst>
              <a:ext uri="{FF2B5EF4-FFF2-40B4-BE49-F238E27FC236}">
                <a16:creationId xmlns:a16="http://schemas.microsoft.com/office/drawing/2014/main" id="{688754BE-569A-B17F-FA20-13F95547CB85}"/>
              </a:ext>
            </a:extLst>
          </p:cNvPr>
          <p:cNvSpPr/>
          <p:nvPr/>
        </p:nvSpPr>
        <p:spPr>
          <a:xfrm>
            <a:off x="13673205" y="5402354"/>
            <a:ext cx="9693906" cy="1182184"/>
          </a:xfrm>
          <a:prstGeom prst="rect">
            <a:avLst/>
          </a:prstGeom>
          <a:solidFill>
            <a:schemeClr val="bg1">
              <a:lumMod val="9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00"/>
          </a:p>
        </p:txBody>
      </p:sp>
      <p:sp>
        <p:nvSpPr>
          <p:cNvPr id="22" name="Rectangle 21">
            <a:extLst>
              <a:ext uri="{FF2B5EF4-FFF2-40B4-BE49-F238E27FC236}">
                <a16:creationId xmlns:a16="http://schemas.microsoft.com/office/drawing/2014/main" id="{35DFF8BA-11A3-2112-F224-B254C2C50BA2}"/>
              </a:ext>
            </a:extLst>
          </p:cNvPr>
          <p:cNvSpPr/>
          <p:nvPr/>
        </p:nvSpPr>
        <p:spPr>
          <a:xfrm>
            <a:off x="13673207" y="8573929"/>
            <a:ext cx="9693906" cy="1307562"/>
          </a:xfrm>
          <a:prstGeom prst="rect">
            <a:avLst/>
          </a:prstGeom>
          <a:solidFill>
            <a:schemeClr val="bg1">
              <a:lumMod val="9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00"/>
          </a:p>
        </p:txBody>
      </p:sp>
      <p:sp>
        <p:nvSpPr>
          <p:cNvPr id="23" name="Rectangle 22">
            <a:extLst>
              <a:ext uri="{FF2B5EF4-FFF2-40B4-BE49-F238E27FC236}">
                <a16:creationId xmlns:a16="http://schemas.microsoft.com/office/drawing/2014/main" id="{DCE8482D-14ED-05CE-E873-8246F1711B3C}"/>
              </a:ext>
            </a:extLst>
          </p:cNvPr>
          <p:cNvSpPr/>
          <p:nvPr/>
        </p:nvSpPr>
        <p:spPr>
          <a:xfrm>
            <a:off x="13690211" y="10349168"/>
            <a:ext cx="9693906" cy="1104140"/>
          </a:xfrm>
          <a:prstGeom prst="rect">
            <a:avLst/>
          </a:prstGeom>
          <a:solidFill>
            <a:schemeClr val="bg1">
              <a:lumMod val="9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00"/>
          </a:p>
        </p:txBody>
      </p:sp>
      <p:sp>
        <p:nvSpPr>
          <p:cNvPr id="26" name="Text Placeholder 2">
            <a:extLst>
              <a:ext uri="{FF2B5EF4-FFF2-40B4-BE49-F238E27FC236}">
                <a16:creationId xmlns:a16="http://schemas.microsoft.com/office/drawing/2014/main" id="{EC9B0752-0818-253D-3C0C-ED67B74ED6EA}"/>
              </a:ext>
            </a:extLst>
          </p:cNvPr>
          <p:cNvSpPr txBox="1">
            <a:spLocks/>
          </p:cNvSpPr>
          <p:nvPr/>
        </p:nvSpPr>
        <p:spPr>
          <a:xfrm>
            <a:off x="1662928" y="2755847"/>
            <a:ext cx="9542792" cy="20673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Autofit/>
          </a:bodyPr>
          <a:lstStyle>
            <a:lvl1pPr marL="0" marR="0" indent="0" algn="l" defTabSz="2438400" rtl="0" eaLnBrk="1" latinLnBrk="0" hangingPunct="1">
              <a:lnSpc>
                <a:spcPct val="100000"/>
              </a:lnSpc>
              <a:spcBef>
                <a:spcPts val="2900"/>
              </a:spcBef>
              <a:spcAft>
                <a:spcPts val="0"/>
              </a:spcAft>
              <a:buClrTx/>
              <a:buSzTx/>
              <a:buFontTx/>
              <a:buNone/>
              <a:tabLst/>
              <a:defRPr sz="3600" b="0" i="0" u="none" strike="noStrike" cap="none" spc="0" baseline="0">
                <a:solidFill>
                  <a:schemeClr val="tx1"/>
                </a:solidFill>
                <a:uFillTx/>
                <a:latin typeface="IBM Plex Sans Light"/>
                <a:ea typeface="IBM Plex Sans Light"/>
                <a:cs typeface="IBM Plex Sans Light"/>
                <a:sym typeface="IBM Plex Sans Light"/>
              </a:defRPr>
            </a:lvl1pPr>
            <a:lvl2pPr marL="444465" marR="0" indent="-446749" algn="l" defTabSz="2438400" rtl="0" eaLnBrk="1" latinLnBrk="0" hangingPunct="1">
              <a:lnSpc>
                <a:spcPct val="100000"/>
              </a:lnSpc>
              <a:spcBef>
                <a:spcPts val="2900"/>
              </a:spcBef>
              <a:spcAft>
                <a:spcPts val="0"/>
              </a:spcAft>
              <a:buClrTx/>
              <a:buSzPct val="100000"/>
              <a:buFont typeface="IBM Plex Sans Light" panose="020B0604020202020204" pitchFamily="34" charset="0"/>
              <a:buChar char="–"/>
              <a:tabLst/>
              <a:defRPr sz="3600" b="0" i="0" u="none" strike="noStrike" cap="none" spc="0" baseline="0">
                <a:solidFill>
                  <a:schemeClr val="tx1"/>
                </a:solidFill>
                <a:uFillTx/>
                <a:latin typeface="IBM Plex Sans Light"/>
                <a:ea typeface="IBM Plex Sans Light"/>
                <a:cs typeface="IBM Plex Sans Light"/>
                <a:sym typeface="IBM Plex Sans Light"/>
              </a:defRPr>
            </a:lvl2pPr>
            <a:lvl3pPr marL="615918" marR="0" indent="-446749" algn="l" defTabSz="2438400" rtl="0" eaLnBrk="1" latinLnBrk="0" hangingPunct="1">
              <a:lnSpc>
                <a:spcPct val="100000"/>
              </a:lnSpc>
              <a:spcBef>
                <a:spcPts val="2900"/>
              </a:spcBef>
              <a:spcAft>
                <a:spcPts val="0"/>
              </a:spcAft>
              <a:buClrTx/>
              <a:buSzPct val="100000"/>
              <a:buFont typeface="IBM Plex Sans Light" panose="020B0604020202020204" pitchFamily="34" charset="0"/>
              <a:buChar char="•"/>
              <a:tabLst/>
              <a:defRPr sz="3600" b="0" i="0" u="none" strike="noStrike" cap="none" spc="0" baseline="0">
                <a:solidFill>
                  <a:schemeClr val="tx1"/>
                </a:solidFill>
                <a:uFillTx/>
                <a:latin typeface="IBM Plex Sans Light"/>
                <a:ea typeface="IBM Plex Sans Light"/>
                <a:cs typeface="IBM Plex Sans Light"/>
                <a:sym typeface="IBM Plex Sans Light"/>
              </a:defRPr>
            </a:lvl3pPr>
            <a:lvl4pPr marL="901671" marR="0" indent="-446749" algn="l" defTabSz="2438400" rtl="0" eaLnBrk="1" latinLnBrk="0" hangingPunct="1">
              <a:lnSpc>
                <a:spcPct val="100000"/>
              </a:lnSpc>
              <a:spcBef>
                <a:spcPts val="2900"/>
              </a:spcBef>
              <a:spcAft>
                <a:spcPts val="0"/>
              </a:spcAft>
              <a:buClrTx/>
              <a:buSzPct val="100000"/>
              <a:buFont typeface="IBM Plex Sans Light" panose="020B0604020202020204" pitchFamily="34" charset="0"/>
              <a:buChar char="–"/>
              <a:tabLst/>
              <a:defRPr sz="3600" b="0" i="0" u="none" strike="noStrike" cap="none" spc="0" baseline="0">
                <a:solidFill>
                  <a:schemeClr val="tx1"/>
                </a:solidFill>
                <a:uFillTx/>
                <a:latin typeface="IBM Plex Sans Light"/>
                <a:ea typeface="IBM Plex Sans Light"/>
                <a:cs typeface="IBM Plex Sans Light"/>
                <a:sym typeface="IBM Plex Sans Light"/>
              </a:defRPr>
            </a:lvl4pPr>
            <a:lvl5pPr marL="1076298" marR="0" indent="-446749" algn="l" defTabSz="2438400" rtl="0" eaLnBrk="1" latinLnBrk="0" hangingPunct="1">
              <a:lnSpc>
                <a:spcPct val="100000"/>
              </a:lnSpc>
              <a:spcBef>
                <a:spcPts val="2900"/>
              </a:spcBef>
              <a:spcAft>
                <a:spcPts val="0"/>
              </a:spcAft>
              <a:buClrTx/>
              <a:buSzPct val="100000"/>
              <a:buFont typeface="IBM Plex Sans Light" panose="020B0604020202020204" pitchFamily="34" charset="0"/>
              <a:buChar char="»"/>
              <a:tabLst/>
              <a:defRPr sz="3600" b="0" i="0" u="none" strike="noStrike" cap="none" spc="0" baseline="0">
                <a:solidFill>
                  <a:srgbClr val="000000"/>
                </a:solidFill>
                <a:uFillTx/>
                <a:latin typeface="IBM Plex Sans Light"/>
                <a:ea typeface="IBM Plex Sans Light"/>
                <a:cs typeface="IBM Plex Sans Light"/>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IBM Plex Sans Light"/>
                <a:ea typeface="IBM Plex Sans Light"/>
                <a:cs typeface="IBM Plex Sans Light"/>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IBM Plex Sans Light"/>
                <a:ea typeface="IBM Plex Sans Light"/>
                <a:cs typeface="IBM Plex Sans Light"/>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IBM Plex Sans Light"/>
                <a:ea typeface="IBM Plex Sans Light"/>
                <a:cs typeface="IBM Plex Sans Light"/>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IBM Plex Sans Light"/>
                <a:ea typeface="IBM Plex Sans Light"/>
                <a:cs typeface="IBM Plex Sans Light"/>
                <a:sym typeface="IBM Plex Sans Light"/>
              </a:defRPr>
            </a:lvl9pPr>
          </a:lstStyle>
          <a:p>
            <a:pPr marL="571500" indent="-571500">
              <a:buFont typeface="Arial" panose="020B0604020202020204" pitchFamily="34" charset="0"/>
              <a:buChar char="•"/>
            </a:pPr>
            <a:r>
              <a:rPr lang="en-US" sz="2800" kern="0" dirty="0">
                <a:latin typeface="IBM Plex Sans" panose="020B0503050203000203" pitchFamily="34" charset="0"/>
                <a:ea typeface="+mn-ea"/>
                <a:cs typeface="+mn-cs"/>
              </a:rPr>
              <a:t>Add targeted knowledge for the agent to leverage through direct file upload or connect to an external repository </a:t>
            </a:r>
          </a:p>
          <a:p>
            <a:pPr marL="571500" indent="-571500">
              <a:buFont typeface="Arial" panose="020B0604020202020204" pitchFamily="34" charset="0"/>
              <a:buChar char="•"/>
            </a:pPr>
            <a:r>
              <a:rPr lang="en-US" sz="2800" kern="0" dirty="0">
                <a:latin typeface="IBM Plex Sans" panose="020B0503050203000203" pitchFamily="34" charset="0"/>
                <a:ea typeface="+mn-ea"/>
                <a:cs typeface="+mn-cs"/>
              </a:rPr>
              <a:t>Edit knowledge settings</a:t>
            </a:r>
          </a:p>
        </p:txBody>
      </p:sp>
      <p:pic>
        <p:nvPicPr>
          <p:cNvPr id="32" name="Picture 31">
            <a:extLst>
              <a:ext uri="{FF2B5EF4-FFF2-40B4-BE49-F238E27FC236}">
                <a16:creationId xmlns:a16="http://schemas.microsoft.com/office/drawing/2014/main" id="{372698F2-82F1-5EB2-5C4A-19E9626B8A43}"/>
              </a:ext>
            </a:extLst>
          </p:cNvPr>
          <p:cNvPicPr>
            <a:picLocks noChangeAspect="1"/>
          </p:cNvPicPr>
          <p:nvPr/>
        </p:nvPicPr>
        <p:blipFill>
          <a:blip r:embed="rId8"/>
          <a:stretch>
            <a:fillRect/>
          </a:stretch>
        </p:blipFill>
        <p:spPr>
          <a:xfrm>
            <a:off x="914233" y="5333778"/>
            <a:ext cx="7721600" cy="5854700"/>
          </a:xfrm>
          <a:prstGeom prst="rect">
            <a:avLst/>
          </a:prstGeom>
        </p:spPr>
      </p:pic>
      <p:pic>
        <p:nvPicPr>
          <p:cNvPr id="33" name="Picture 32">
            <a:extLst>
              <a:ext uri="{FF2B5EF4-FFF2-40B4-BE49-F238E27FC236}">
                <a16:creationId xmlns:a16="http://schemas.microsoft.com/office/drawing/2014/main" id="{5CDBEFAA-CC05-36DD-FA7C-5EB4BA27E93C}"/>
              </a:ext>
            </a:extLst>
          </p:cNvPr>
          <p:cNvPicPr>
            <a:picLocks noChangeAspect="1"/>
          </p:cNvPicPr>
          <p:nvPr/>
        </p:nvPicPr>
        <p:blipFill>
          <a:blip r:embed="rId9"/>
          <a:stretch>
            <a:fillRect/>
          </a:stretch>
        </p:blipFill>
        <p:spPr>
          <a:xfrm>
            <a:off x="2926634" y="6989819"/>
            <a:ext cx="6858000" cy="5041900"/>
          </a:xfrm>
          <a:prstGeom prst="rect">
            <a:avLst/>
          </a:prstGeom>
        </p:spPr>
      </p:pic>
      <p:pic>
        <p:nvPicPr>
          <p:cNvPr id="34" name="Picture 33">
            <a:extLst>
              <a:ext uri="{FF2B5EF4-FFF2-40B4-BE49-F238E27FC236}">
                <a16:creationId xmlns:a16="http://schemas.microsoft.com/office/drawing/2014/main" id="{1FFA14A2-4D7E-E8FA-2761-61924D97A0CD}"/>
              </a:ext>
            </a:extLst>
          </p:cNvPr>
          <p:cNvPicPr>
            <a:picLocks noChangeAspect="1"/>
          </p:cNvPicPr>
          <p:nvPr/>
        </p:nvPicPr>
        <p:blipFill>
          <a:blip r:embed="rId10"/>
          <a:stretch>
            <a:fillRect/>
          </a:stretch>
        </p:blipFill>
        <p:spPr>
          <a:xfrm>
            <a:off x="5432717" y="7938212"/>
            <a:ext cx="6406231" cy="5201716"/>
          </a:xfrm>
          <a:prstGeom prst="rect">
            <a:avLst/>
          </a:prstGeom>
        </p:spPr>
      </p:pic>
      <p:sp>
        <p:nvSpPr>
          <p:cNvPr id="28" name="Arc 27">
            <a:extLst>
              <a:ext uri="{FF2B5EF4-FFF2-40B4-BE49-F238E27FC236}">
                <a16:creationId xmlns:a16="http://schemas.microsoft.com/office/drawing/2014/main" id="{5F891739-AD4D-4E4F-2F29-5B16EB3AF9D3}"/>
              </a:ext>
            </a:extLst>
          </p:cNvPr>
          <p:cNvSpPr/>
          <p:nvPr/>
        </p:nvSpPr>
        <p:spPr bwMode="auto">
          <a:xfrm rot="5654850" flipH="1" flipV="1">
            <a:off x="9223161" y="7488861"/>
            <a:ext cx="7876323" cy="7928297"/>
          </a:xfrm>
          <a:prstGeom prst="arc">
            <a:avLst>
              <a:gd name="adj1" fmla="val 19516102"/>
              <a:gd name="adj2" fmla="val 21329426"/>
            </a:avLst>
          </a:prstGeom>
          <a:ln w="25400" cap="rnd">
            <a:solidFill>
              <a:schemeClr val="tx1">
                <a:lumMod val="50000"/>
                <a:lumOff val="50000"/>
              </a:schemeClr>
            </a:solidFill>
            <a:prstDash val="sysDot"/>
            <a:headEnd type="triangle" w="med" len="med"/>
            <a:tailEnd type="none" w="med" len="med"/>
            <a:extLst>
              <a:ext uri="{C807C97D-BFC1-408E-A445-0C87EB9F89A2}">
                <ask:lineSketchStyleProps xmlns:ask="http://schemas.microsoft.com/office/drawing/2018/sketchyshapes" sd="1219033472">
                  <a:custGeom>
                    <a:avLst/>
                    <a:gdLst>
                      <a:gd name="connsiteX0" fmla="*/ 5315293 w 10630586"/>
                      <a:gd name="connsiteY0" fmla="*/ 0 h 10630586"/>
                      <a:gd name="connsiteX1" fmla="*/ 10630586 w 10630586"/>
                      <a:gd name="connsiteY1" fmla="*/ 5315293 h 10630586"/>
                      <a:gd name="connsiteX2" fmla="*/ 9933692 w 10630586"/>
                      <a:gd name="connsiteY2" fmla="*/ 5315293 h 10630586"/>
                      <a:gd name="connsiteX3" fmla="*/ 9396257 w 10630586"/>
                      <a:gd name="connsiteY3" fmla="*/ 5315293 h 10630586"/>
                      <a:gd name="connsiteX4" fmla="*/ 8911975 w 10630586"/>
                      <a:gd name="connsiteY4" fmla="*/ 5315293 h 10630586"/>
                      <a:gd name="connsiteX5" fmla="*/ 8268234 w 10630586"/>
                      <a:gd name="connsiteY5" fmla="*/ 5315293 h 10630586"/>
                      <a:gd name="connsiteX6" fmla="*/ 7730798 w 10630586"/>
                      <a:gd name="connsiteY6" fmla="*/ 5315293 h 10630586"/>
                      <a:gd name="connsiteX7" fmla="*/ 7033904 w 10630586"/>
                      <a:gd name="connsiteY7" fmla="*/ 5315293 h 10630586"/>
                      <a:gd name="connsiteX8" fmla="*/ 6549622 w 10630586"/>
                      <a:gd name="connsiteY8" fmla="*/ 5315293 h 10630586"/>
                      <a:gd name="connsiteX9" fmla="*/ 5852728 w 10630586"/>
                      <a:gd name="connsiteY9" fmla="*/ 5315293 h 10630586"/>
                      <a:gd name="connsiteX10" fmla="*/ 5315293 w 10630586"/>
                      <a:gd name="connsiteY10" fmla="*/ 5315293 h 10630586"/>
                      <a:gd name="connsiteX11" fmla="*/ 5315293 w 10630586"/>
                      <a:gd name="connsiteY11" fmla="*/ 4724705 h 10630586"/>
                      <a:gd name="connsiteX12" fmla="*/ 5315293 w 10630586"/>
                      <a:gd name="connsiteY12" fmla="*/ 4187270 h 10630586"/>
                      <a:gd name="connsiteX13" fmla="*/ 5315293 w 10630586"/>
                      <a:gd name="connsiteY13" fmla="*/ 3543529 h 10630586"/>
                      <a:gd name="connsiteX14" fmla="*/ 5315293 w 10630586"/>
                      <a:gd name="connsiteY14" fmla="*/ 3006093 h 10630586"/>
                      <a:gd name="connsiteX15" fmla="*/ 5315293 w 10630586"/>
                      <a:gd name="connsiteY15" fmla="*/ 2309200 h 10630586"/>
                      <a:gd name="connsiteX16" fmla="*/ 5315293 w 10630586"/>
                      <a:gd name="connsiteY16" fmla="*/ 1612306 h 10630586"/>
                      <a:gd name="connsiteX17" fmla="*/ 5315293 w 10630586"/>
                      <a:gd name="connsiteY17" fmla="*/ 1021717 h 10630586"/>
                      <a:gd name="connsiteX18" fmla="*/ 5315293 w 10630586"/>
                      <a:gd name="connsiteY18" fmla="*/ 0 h 10630586"/>
                      <a:gd name="connsiteX0" fmla="*/ 5315293 w 10630586"/>
                      <a:gd name="connsiteY0" fmla="*/ 0 h 10630586"/>
                      <a:gd name="connsiteX1" fmla="*/ 10630586 w 10630586"/>
                      <a:gd name="connsiteY1" fmla="*/ 5315293 h 10630586"/>
                    </a:gdLst>
                    <a:ahLst/>
                    <a:cxnLst>
                      <a:cxn ang="0">
                        <a:pos x="connsiteX0" y="connsiteY0"/>
                      </a:cxn>
                      <a:cxn ang="0">
                        <a:pos x="connsiteX1" y="connsiteY1"/>
                      </a:cxn>
                    </a:cxnLst>
                    <a:rect l="l" t="t" r="r" b="b"/>
                    <a:pathLst>
                      <a:path w="10630586" h="10630586" stroke="0" extrusionOk="0">
                        <a:moveTo>
                          <a:pt x="5315293" y="0"/>
                        </a:moveTo>
                        <a:cubicBezTo>
                          <a:pt x="8130467" y="-74254"/>
                          <a:pt x="10070406" y="2589983"/>
                          <a:pt x="10630586" y="5315293"/>
                        </a:cubicBezTo>
                        <a:cubicBezTo>
                          <a:pt x="10442014" y="5369519"/>
                          <a:pt x="10278970" y="5289001"/>
                          <a:pt x="9933692" y="5315293"/>
                        </a:cubicBezTo>
                        <a:cubicBezTo>
                          <a:pt x="9588414" y="5341585"/>
                          <a:pt x="9595018" y="5279734"/>
                          <a:pt x="9396257" y="5315293"/>
                        </a:cubicBezTo>
                        <a:cubicBezTo>
                          <a:pt x="9197497" y="5350852"/>
                          <a:pt x="9070152" y="5311254"/>
                          <a:pt x="8911975" y="5315293"/>
                        </a:cubicBezTo>
                        <a:cubicBezTo>
                          <a:pt x="8753798" y="5319332"/>
                          <a:pt x="8411034" y="5243245"/>
                          <a:pt x="8268234" y="5315293"/>
                        </a:cubicBezTo>
                        <a:cubicBezTo>
                          <a:pt x="8125434" y="5387341"/>
                          <a:pt x="7930118" y="5296670"/>
                          <a:pt x="7730798" y="5315293"/>
                        </a:cubicBezTo>
                        <a:cubicBezTo>
                          <a:pt x="7531478" y="5333916"/>
                          <a:pt x="7254203" y="5291771"/>
                          <a:pt x="7033904" y="5315293"/>
                        </a:cubicBezTo>
                        <a:cubicBezTo>
                          <a:pt x="6813605" y="5338815"/>
                          <a:pt x="6706646" y="5297069"/>
                          <a:pt x="6549622" y="5315293"/>
                        </a:cubicBezTo>
                        <a:cubicBezTo>
                          <a:pt x="6392598" y="5333517"/>
                          <a:pt x="6197472" y="5304000"/>
                          <a:pt x="5852728" y="5315293"/>
                        </a:cubicBezTo>
                        <a:cubicBezTo>
                          <a:pt x="5507984" y="5326586"/>
                          <a:pt x="5467291" y="5314347"/>
                          <a:pt x="5315293" y="5315293"/>
                        </a:cubicBezTo>
                        <a:cubicBezTo>
                          <a:pt x="5303769" y="5107979"/>
                          <a:pt x="5362683" y="4981648"/>
                          <a:pt x="5315293" y="4724705"/>
                        </a:cubicBezTo>
                        <a:cubicBezTo>
                          <a:pt x="5267903" y="4467762"/>
                          <a:pt x="5369851" y="4354829"/>
                          <a:pt x="5315293" y="4187270"/>
                        </a:cubicBezTo>
                        <a:cubicBezTo>
                          <a:pt x="5260735" y="4019711"/>
                          <a:pt x="5327341" y="3812536"/>
                          <a:pt x="5315293" y="3543529"/>
                        </a:cubicBezTo>
                        <a:cubicBezTo>
                          <a:pt x="5303245" y="3274522"/>
                          <a:pt x="5330876" y="3261628"/>
                          <a:pt x="5315293" y="3006093"/>
                        </a:cubicBezTo>
                        <a:cubicBezTo>
                          <a:pt x="5299710" y="2750558"/>
                          <a:pt x="5318670" y="2508710"/>
                          <a:pt x="5315293" y="2309200"/>
                        </a:cubicBezTo>
                        <a:cubicBezTo>
                          <a:pt x="5311916" y="2109690"/>
                          <a:pt x="5376067" y="1763194"/>
                          <a:pt x="5315293" y="1612306"/>
                        </a:cubicBezTo>
                        <a:cubicBezTo>
                          <a:pt x="5254519" y="1461418"/>
                          <a:pt x="5353313" y="1156038"/>
                          <a:pt x="5315293" y="1021717"/>
                        </a:cubicBezTo>
                        <a:cubicBezTo>
                          <a:pt x="5277273" y="887396"/>
                          <a:pt x="5419240" y="308018"/>
                          <a:pt x="5315293" y="0"/>
                        </a:cubicBezTo>
                        <a:close/>
                      </a:path>
                      <a:path w="10630586" h="10630586" fill="none" extrusionOk="0">
                        <a:moveTo>
                          <a:pt x="5315293" y="0"/>
                        </a:moveTo>
                        <a:cubicBezTo>
                          <a:pt x="9075546" y="-167541"/>
                          <a:pt x="11126407" y="2460288"/>
                          <a:pt x="10630586" y="5315293"/>
                        </a:cubicBezTo>
                      </a:path>
                    </a:pathLst>
                  </a:custGeom>
                  <ask:type>
                    <ask:lineSketchNone/>
                  </ask:type>
                </ask:lineSketchStyleProps>
              </a:ext>
            </a:extLst>
          </a:ln>
        </p:spPr>
        <p:style>
          <a:lnRef idx="1">
            <a:schemeClr val="accent1"/>
          </a:lnRef>
          <a:fillRef idx="0">
            <a:schemeClr val="accent1"/>
          </a:fillRef>
          <a:effectRef idx="0">
            <a:schemeClr val="accent1"/>
          </a:effectRef>
          <a:fontRef idx="minor">
            <a:schemeClr val="tx1"/>
          </a:fontRef>
        </p:style>
        <p:txBody>
          <a:bodyPr rtlCol="0" anchor="ctr"/>
          <a:lstStyle/>
          <a:p>
            <a:pPr defTabSz="1828694"/>
            <a:endParaRPr lang="en-US" sz="9596" dirty="0">
              <a:solidFill>
                <a:srgbClr val="000000"/>
              </a:solidFill>
              <a:latin typeface="IBM Plex Sans Light"/>
              <a:sym typeface="IBM Plex Sans Light"/>
            </a:endParaRPr>
          </a:p>
        </p:txBody>
      </p:sp>
    </p:spTree>
    <p:extLst>
      <p:ext uri="{BB962C8B-B14F-4D97-AF65-F5344CB8AC3E}">
        <p14:creationId xmlns:p14="http://schemas.microsoft.com/office/powerpoint/2010/main" val="176302214"/>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DA29D-0B41-B04F-5105-D656480A285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56263380-2591-8ADA-800B-82FA1DE0B465}"/>
              </a:ext>
            </a:extLst>
          </p:cNvPr>
          <p:cNvSpPr txBox="1">
            <a:spLocks/>
          </p:cNvSpPr>
          <p:nvPr/>
        </p:nvSpPr>
        <p:spPr>
          <a:xfrm>
            <a:off x="576000" y="576072"/>
            <a:ext cx="19328149" cy="19065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2"/>
                </a:solidFill>
                <a:uFillTx/>
                <a:latin typeface="IBM Plex Sans Light"/>
                <a:ea typeface="IBM Plex Sans Light"/>
                <a:cs typeface="IBM Plex Sans Light"/>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9pPr>
          </a:lstStyle>
          <a:p>
            <a:r>
              <a:rPr lang="en-US" kern="0" dirty="0"/>
              <a:t>Toolset</a:t>
            </a:r>
          </a:p>
        </p:txBody>
      </p:sp>
      <p:sp>
        <p:nvSpPr>
          <p:cNvPr id="28" name="Arc 27">
            <a:extLst>
              <a:ext uri="{FF2B5EF4-FFF2-40B4-BE49-F238E27FC236}">
                <a16:creationId xmlns:a16="http://schemas.microsoft.com/office/drawing/2014/main" id="{B97DC951-FA7B-69A5-9207-3B278161EFC1}"/>
              </a:ext>
            </a:extLst>
          </p:cNvPr>
          <p:cNvSpPr/>
          <p:nvPr/>
        </p:nvSpPr>
        <p:spPr bwMode="auto">
          <a:xfrm rot="5654850" flipH="1" flipV="1">
            <a:off x="9773640" y="8655074"/>
            <a:ext cx="7876323" cy="7928297"/>
          </a:xfrm>
          <a:prstGeom prst="arc">
            <a:avLst>
              <a:gd name="adj1" fmla="val 19516102"/>
              <a:gd name="adj2" fmla="val 21329426"/>
            </a:avLst>
          </a:prstGeom>
          <a:ln w="25400" cap="rnd">
            <a:solidFill>
              <a:schemeClr val="tx1">
                <a:lumMod val="50000"/>
                <a:lumOff val="50000"/>
              </a:schemeClr>
            </a:solidFill>
            <a:prstDash val="sysDot"/>
            <a:headEnd type="triangle" w="med" len="med"/>
            <a:tailEnd type="none" w="med" len="med"/>
            <a:extLst>
              <a:ext uri="{C807C97D-BFC1-408E-A445-0C87EB9F89A2}">
                <ask:lineSketchStyleProps xmlns:ask="http://schemas.microsoft.com/office/drawing/2018/sketchyshapes" sd="1219033472">
                  <a:custGeom>
                    <a:avLst/>
                    <a:gdLst>
                      <a:gd name="connsiteX0" fmla="*/ 5315293 w 10630586"/>
                      <a:gd name="connsiteY0" fmla="*/ 0 h 10630586"/>
                      <a:gd name="connsiteX1" fmla="*/ 10630586 w 10630586"/>
                      <a:gd name="connsiteY1" fmla="*/ 5315293 h 10630586"/>
                      <a:gd name="connsiteX2" fmla="*/ 9933692 w 10630586"/>
                      <a:gd name="connsiteY2" fmla="*/ 5315293 h 10630586"/>
                      <a:gd name="connsiteX3" fmla="*/ 9396257 w 10630586"/>
                      <a:gd name="connsiteY3" fmla="*/ 5315293 h 10630586"/>
                      <a:gd name="connsiteX4" fmla="*/ 8911975 w 10630586"/>
                      <a:gd name="connsiteY4" fmla="*/ 5315293 h 10630586"/>
                      <a:gd name="connsiteX5" fmla="*/ 8268234 w 10630586"/>
                      <a:gd name="connsiteY5" fmla="*/ 5315293 h 10630586"/>
                      <a:gd name="connsiteX6" fmla="*/ 7730798 w 10630586"/>
                      <a:gd name="connsiteY6" fmla="*/ 5315293 h 10630586"/>
                      <a:gd name="connsiteX7" fmla="*/ 7033904 w 10630586"/>
                      <a:gd name="connsiteY7" fmla="*/ 5315293 h 10630586"/>
                      <a:gd name="connsiteX8" fmla="*/ 6549622 w 10630586"/>
                      <a:gd name="connsiteY8" fmla="*/ 5315293 h 10630586"/>
                      <a:gd name="connsiteX9" fmla="*/ 5852728 w 10630586"/>
                      <a:gd name="connsiteY9" fmla="*/ 5315293 h 10630586"/>
                      <a:gd name="connsiteX10" fmla="*/ 5315293 w 10630586"/>
                      <a:gd name="connsiteY10" fmla="*/ 5315293 h 10630586"/>
                      <a:gd name="connsiteX11" fmla="*/ 5315293 w 10630586"/>
                      <a:gd name="connsiteY11" fmla="*/ 4724705 h 10630586"/>
                      <a:gd name="connsiteX12" fmla="*/ 5315293 w 10630586"/>
                      <a:gd name="connsiteY12" fmla="*/ 4187270 h 10630586"/>
                      <a:gd name="connsiteX13" fmla="*/ 5315293 w 10630586"/>
                      <a:gd name="connsiteY13" fmla="*/ 3543529 h 10630586"/>
                      <a:gd name="connsiteX14" fmla="*/ 5315293 w 10630586"/>
                      <a:gd name="connsiteY14" fmla="*/ 3006093 h 10630586"/>
                      <a:gd name="connsiteX15" fmla="*/ 5315293 w 10630586"/>
                      <a:gd name="connsiteY15" fmla="*/ 2309200 h 10630586"/>
                      <a:gd name="connsiteX16" fmla="*/ 5315293 w 10630586"/>
                      <a:gd name="connsiteY16" fmla="*/ 1612306 h 10630586"/>
                      <a:gd name="connsiteX17" fmla="*/ 5315293 w 10630586"/>
                      <a:gd name="connsiteY17" fmla="*/ 1021717 h 10630586"/>
                      <a:gd name="connsiteX18" fmla="*/ 5315293 w 10630586"/>
                      <a:gd name="connsiteY18" fmla="*/ 0 h 10630586"/>
                      <a:gd name="connsiteX0" fmla="*/ 5315293 w 10630586"/>
                      <a:gd name="connsiteY0" fmla="*/ 0 h 10630586"/>
                      <a:gd name="connsiteX1" fmla="*/ 10630586 w 10630586"/>
                      <a:gd name="connsiteY1" fmla="*/ 5315293 h 10630586"/>
                    </a:gdLst>
                    <a:ahLst/>
                    <a:cxnLst>
                      <a:cxn ang="0">
                        <a:pos x="connsiteX0" y="connsiteY0"/>
                      </a:cxn>
                      <a:cxn ang="0">
                        <a:pos x="connsiteX1" y="connsiteY1"/>
                      </a:cxn>
                    </a:cxnLst>
                    <a:rect l="l" t="t" r="r" b="b"/>
                    <a:pathLst>
                      <a:path w="10630586" h="10630586" stroke="0" extrusionOk="0">
                        <a:moveTo>
                          <a:pt x="5315293" y="0"/>
                        </a:moveTo>
                        <a:cubicBezTo>
                          <a:pt x="8130467" y="-74254"/>
                          <a:pt x="10070406" y="2589983"/>
                          <a:pt x="10630586" y="5315293"/>
                        </a:cubicBezTo>
                        <a:cubicBezTo>
                          <a:pt x="10442014" y="5369519"/>
                          <a:pt x="10278970" y="5289001"/>
                          <a:pt x="9933692" y="5315293"/>
                        </a:cubicBezTo>
                        <a:cubicBezTo>
                          <a:pt x="9588414" y="5341585"/>
                          <a:pt x="9595018" y="5279734"/>
                          <a:pt x="9396257" y="5315293"/>
                        </a:cubicBezTo>
                        <a:cubicBezTo>
                          <a:pt x="9197497" y="5350852"/>
                          <a:pt x="9070152" y="5311254"/>
                          <a:pt x="8911975" y="5315293"/>
                        </a:cubicBezTo>
                        <a:cubicBezTo>
                          <a:pt x="8753798" y="5319332"/>
                          <a:pt x="8411034" y="5243245"/>
                          <a:pt x="8268234" y="5315293"/>
                        </a:cubicBezTo>
                        <a:cubicBezTo>
                          <a:pt x="8125434" y="5387341"/>
                          <a:pt x="7930118" y="5296670"/>
                          <a:pt x="7730798" y="5315293"/>
                        </a:cubicBezTo>
                        <a:cubicBezTo>
                          <a:pt x="7531478" y="5333916"/>
                          <a:pt x="7254203" y="5291771"/>
                          <a:pt x="7033904" y="5315293"/>
                        </a:cubicBezTo>
                        <a:cubicBezTo>
                          <a:pt x="6813605" y="5338815"/>
                          <a:pt x="6706646" y="5297069"/>
                          <a:pt x="6549622" y="5315293"/>
                        </a:cubicBezTo>
                        <a:cubicBezTo>
                          <a:pt x="6392598" y="5333517"/>
                          <a:pt x="6197472" y="5304000"/>
                          <a:pt x="5852728" y="5315293"/>
                        </a:cubicBezTo>
                        <a:cubicBezTo>
                          <a:pt x="5507984" y="5326586"/>
                          <a:pt x="5467291" y="5314347"/>
                          <a:pt x="5315293" y="5315293"/>
                        </a:cubicBezTo>
                        <a:cubicBezTo>
                          <a:pt x="5303769" y="5107979"/>
                          <a:pt x="5362683" y="4981648"/>
                          <a:pt x="5315293" y="4724705"/>
                        </a:cubicBezTo>
                        <a:cubicBezTo>
                          <a:pt x="5267903" y="4467762"/>
                          <a:pt x="5369851" y="4354829"/>
                          <a:pt x="5315293" y="4187270"/>
                        </a:cubicBezTo>
                        <a:cubicBezTo>
                          <a:pt x="5260735" y="4019711"/>
                          <a:pt x="5327341" y="3812536"/>
                          <a:pt x="5315293" y="3543529"/>
                        </a:cubicBezTo>
                        <a:cubicBezTo>
                          <a:pt x="5303245" y="3274522"/>
                          <a:pt x="5330876" y="3261628"/>
                          <a:pt x="5315293" y="3006093"/>
                        </a:cubicBezTo>
                        <a:cubicBezTo>
                          <a:pt x="5299710" y="2750558"/>
                          <a:pt x="5318670" y="2508710"/>
                          <a:pt x="5315293" y="2309200"/>
                        </a:cubicBezTo>
                        <a:cubicBezTo>
                          <a:pt x="5311916" y="2109690"/>
                          <a:pt x="5376067" y="1763194"/>
                          <a:pt x="5315293" y="1612306"/>
                        </a:cubicBezTo>
                        <a:cubicBezTo>
                          <a:pt x="5254519" y="1461418"/>
                          <a:pt x="5353313" y="1156038"/>
                          <a:pt x="5315293" y="1021717"/>
                        </a:cubicBezTo>
                        <a:cubicBezTo>
                          <a:pt x="5277273" y="887396"/>
                          <a:pt x="5419240" y="308018"/>
                          <a:pt x="5315293" y="0"/>
                        </a:cubicBezTo>
                        <a:close/>
                      </a:path>
                      <a:path w="10630586" h="10630586" fill="none" extrusionOk="0">
                        <a:moveTo>
                          <a:pt x="5315293" y="0"/>
                        </a:moveTo>
                        <a:cubicBezTo>
                          <a:pt x="9075546" y="-167541"/>
                          <a:pt x="11126407" y="2460288"/>
                          <a:pt x="10630586" y="5315293"/>
                        </a:cubicBezTo>
                      </a:path>
                    </a:pathLst>
                  </a:custGeom>
                  <ask:type>
                    <ask:lineSketchNone/>
                  </ask:type>
                </ask:lineSketchStyleProps>
              </a:ext>
            </a:extLst>
          </a:ln>
        </p:spPr>
        <p:style>
          <a:lnRef idx="1">
            <a:schemeClr val="accent1"/>
          </a:lnRef>
          <a:fillRef idx="0">
            <a:schemeClr val="accent1"/>
          </a:fillRef>
          <a:effectRef idx="0">
            <a:schemeClr val="accent1"/>
          </a:effectRef>
          <a:fontRef idx="minor">
            <a:schemeClr val="tx1"/>
          </a:fontRef>
        </p:style>
        <p:txBody>
          <a:bodyPr rtlCol="0" anchor="ctr"/>
          <a:lstStyle/>
          <a:p>
            <a:pPr defTabSz="1828694"/>
            <a:endParaRPr lang="en-US" sz="9596" dirty="0">
              <a:solidFill>
                <a:srgbClr val="000000"/>
              </a:solidFill>
              <a:latin typeface="IBM Plex Sans Light"/>
              <a:sym typeface="IBM Plex Sans Light"/>
            </a:endParaRPr>
          </a:p>
        </p:txBody>
      </p:sp>
      <p:grpSp>
        <p:nvGrpSpPr>
          <p:cNvPr id="5" name="Group 4">
            <a:extLst>
              <a:ext uri="{FF2B5EF4-FFF2-40B4-BE49-F238E27FC236}">
                <a16:creationId xmlns:a16="http://schemas.microsoft.com/office/drawing/2014/main" id="{33FAE502-EBB1-CB75-BB3D-BDD76D425797}"/>
              </a:ext>
            </a:extLst>
          </p:cNvPr>
          <p:cNvGrpSpPr/>
          <p:nvPr/>
        </p:nvGrpSpPr>
        <p:grpSpPr>
          <a:xfrm>
            <a:off x="13711803" y="2035307"/>
            <a:ext cx="10366512" cy="9909024"/>
            <a:chOff x="5551079" y="384757"/>
            <a:chExt cx="6393642" cy="6111482"/>
          </a:xfrm>
        </p:grpSpPr>
        <p:sp>
          <p:nvSpPr>
            <p:cNvPr id="7" name="Rounded Rectangle 6">
              <a:extLst>
                <a:ext uri="{FF2B5EF4-FFF2-40B4-BE49-F238E27FC236}">
                  <a16:creationId xmlns:a16="http://schemas.microsoft.com/office/drawing/2014/main" id="{62371787-A65D-4D8F-4CAA-0213FDEEAEFE}"/>
                </a:ext>
              </a:extLst>
            </p:cNvPr>
            <p:cNvSpPr/>
            <p:nvPr/>
          </p:nvSpPr>
          <p:spPr bwMode="auto">
            <a:xfrm>
              <a:off x="5551079" y="384757"/>
              <a:ext cx="6393642" cy="6111482"/>
            </a:xfrm>
            <a:prstGeom prst="roundRect">
              <a:avLst>
                <a:gd name="adj" fmla="val 1705"/>
              </a:avLst>
            </a:prstGeom>
            <a:solidFill>
              <a:schemeClr val="accent1">
                <a:lumMod val="20000"/>
                <a:lumOff val="8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t" anchorCtr="0" compatLnSpc="1">
              <a:prstTxWarp prst="textNoShape">
                <a:avLst/>
              </a:prstTxWarp>
            </a:bodyPr>
            <a:lstStyle/>
            <a:p>
              <a:pPr defTabSz="914174" fontAlgn="base">
                <a:spcBef>
                  <a:spcPct val="0"/>
                </a:spcBef>
                <a:spcAft>
                  <a:spcPct val="0"/>
                </a:spcAft>
                <a:tabLst>
                  <a:tab pos="560250" algn="l"/>
                </a:tabLst>
                <a:defRPr/>
              </a:pPr>
              <a:r>
                <a:rPr lang="en-US" dirty="0">
                  <a:solidFill>
                    <a:srgbClr val="0F62FE"/>
                  </a:solidFill>
                  <a:latin typeface="IBM Plex Sans Light"/>
                </a:rPr>
                <a:t>	</a:t>
              </a:r>
            </a:p>
            <a:p>
              <a:pPr defTabSz="914174" fontAlgn="base">
                <a:spcBef>
                  <a:spcPct val="0"/>
                </a:spcBef>
                <a:spcAft>
                  <a:spcPct val="0"/>
                </a:spcAft>
                <a:tabLst>
                  <a:tab pos="560250" algn="l"/>
                </a:tabLst>
                <a:defRPr/>
              </a:pPr>
              <a:endParaRPr lang="en-US" dirty="0">
                <a:solidFill>
                  <a:sysClr val="windowText" lastClr="000000"/>
                </a:solidFill>
                <a:latin typeface="IBM Plex Sans Light"/>
              </a:endParaRPr>
            </a:p>
            <a:p>
              <a:pPr algn="l" defTabSz="1828800" fontAlgn="base" hangingPunct="1">
                <a:spcBef>
                  <a:spcPct val="0"/>
                </a:spcBef>
                <a:spcAft>
                  <a:spcPct val="0"/>
                </a:spcAft>
              </a:pPr>
              <a:endParaRPr lang="en-US" sz="2800" dirty="0">
                <a:solidFill>
                  <a:schemeClr val="bg1"/>
                </a:solidFill>
              </a:endParaRPr>
            </a:p>
          </p:txBody>
        </p:sp>
        <p:pic>
          <p:nvPicPr>
            <p:cNvPr id="8" name="Picture 7" descr="A screenshot of a computer&#10;&#10;AI-generated content may be incorrect.">
              <a:extLst>
                <a:ext uri="{FF2B5EF4-FFF2-40B4-BE49-F238E27FC236}">
                  <a16:creationId xmlns:a16="http://schemas.microsoft.com/office/drawing/2014/main" id="{E9DA0A8B-431A-7377-563F-CADDBB25008E}"/>
                </a:ext>
              </a:extLst>
            </p:cNvPr>
            <p:cNvPicPr>
              <a:picLocks noChangeAspect="1"/>
            </p:cNvPicPr>
            <p:nvPr/>
          </p:nvPicPr>
          <p:blipFill>
            <a:blip r:embed="rId3"/>
            <a:stretch>
              <a:fillRect/>
            </a:stretch>
          </p:blipFill>
          <p:spPr>
            <a:xfrm>
              <a:off x="5748011" y="531864"/>
              <a:ext cx="5978806" cy="1642247"/>
            </a:xfrm>
            <a:prstGeom prst="rect">
              <a:avLst/>
            </a:prstGeom>
            <a:ln w="25400">
              <a:solidFill>
                <a:schemeClr val="accent1"/>
              </a:solidFill>
            </a:ln>
          </p:spPr>
        </p:pic>
        <p:pic>
          <p:nvPicPr>
            <p:cNvPr id="9" name="Picture 8" descr="A white background with black and white clouds&#10;&#10;AI-generated content may be incorrect.">
              <a:extLst>
                <a:ext uri="{FF2B5EF4-FFF2-40B4-BE49-F238E27FC236}">
                  <a16:creationId xmlns:a16="http://schemas.microsoft.com/office/drawing/2014/main" id="{8531B6FF-BF6B-A837-CCAA-E6A79C8786AF}"/>
                </a:ext>
              </a:extLst>
            </p:cNvPr>
            <p:cNvPicPr>
              <a:picLocks noChangeAspect="1"/>
            </p:cNvPicPr>
            <p:nvPr/>
          </p:nvPicPr>
          <p:blipFill>
            <a:blip r:embed="rId4"/>
            <a:stretch>
              <a:fillRect/>
            </a:stretch>
          </p:blipFill>
          <p:spPr>
            <a:xfrm>
              <a:off x="5748010" y="2365222"/>
              <a:ext cx="5978807" cy="814470"/>
            </a:xfrm>
            <a:prstGeom prst="rect">
              <a:avLst/>
            </a:prstGeom>
            <a:ln w="25400">
              <a:solidFill>
                <a:schemeClr val="accent1"/>
              </a:solidFill>
            </a:ln>
          </p:spPr>
        </p:pic>
        <p:pic>
          <p:nvPicPr>
            <p:cNvPr id="16" name="Picture 15">
              <a:extLst>
                <a:ext uri="{FF2B5EF4-FFF2-40B4-BE49-F238E27FC236}">
                  <a16:creationId xmlns:a16="http://schemas.microsoft.com/office/drawing/2014/main" id="{D7D15A39-DD90-6649-5106-DB73B7F7609D}"/>
                </a:ext>
              </a:extLst>
            </p:cNvPr>
            <p:cNvPicPr>
              <a:picLocks noChangeAspect="1"/>
            </p:cNvPicPr>
            <p:nvPr/>
          </p:nvPicPr>
          <p:blipFill>
            <a:blip r:embed="rId5"/>
            <a:stretch>
              <a:fillRect/>
            </a:stretch>
          </p:blipFill>
          <p:spPr>
            <a:xfrm>
              <a:off x="5748010" y="3392543"/>
              <a:ext cx="5978807" cy="729122"/>
            </a:xfrm>
            <a:prstGeom prst="rect">
              <a:avLst/>
            </a:prstGeom>
            <a:ln w="25400">
              <a:solidFill>
                <a:schemeClr val="accent1"/>
              </a:solidFill>
            </a:ln>
          </p:spPr>
        </p:pic>
        <p:pic>
          <p:nvPicPr>
            <p:cNvPr id="17" name="Picture 16" descr="A close-up of a white background&#10;&#10;AI-generated content may be incorrect.">
              <a:extLst>
                <a:ext uri="{FF2B5EF4-FFF2-40B4-BE49-F238E27FC236}">
                  <a16:creationId xmlns:a16="http://schemas.microsoft.com/office/drawing/2014/main" id="{482EFB16-FDFF-CF08-2E66-F5D043D77F78}"/>
                </a:ext>
              </a:extLst>
            </p:cNvPr>
            <p:cNvPicPr>
              <a:picLocks noChangeAspect="1"/>
            </p:cNvPicPr>
            <p:nvPr/>
          </p:nvPicPr>
          <p:blipFill>
            <a:blip r:embed="rId6"/>
            <a:stretch>
              <a:fillRect/>
            </a:stretch>
          </p:blipFill>
          <p:spPr>
            <a:xfrm>
              <a:off x="5748011" y="4353849"/>
              <a:ext cx="5978806" cy="810824"/>
            </a:xfrm>
            <a:prstGeom prst="rect">
              <a:avLst/>
            </a:prstGeom>
            <a:ln w="25400">
              <a:solidFill>
                <a:schemeClr val="accent1"/>
              </a:solidFill>
            </a:ln>
          </p:spPr>
        </p:pic>
        <p:pic>
          <p:nvPicPr>
            <p:cNvPr id="18" name="Picture 17">
              <a:extLst>
                <a:ext uri="{FF2B5EF4-FFF2-40B4-BE49-F238E27FC236}">
                  <a16:creationId xmlns:a16="http://schemas.microsoft.com/office/drawing/2014/main" id="{7D958FBD-BBCD-B11D-FC4A-6EF028541CE2}"/>
                </a:ext>
              </a:extLst>
            </p:cNvPr>
            <p:cNvPicPr>
              <a:picLocks noChangeAspect="1"/>
            </p:cNvPicPr>
            <p:nvPr/>
          </p:nvPicPr>
          <p:blipFill>
            <a:blip r:embed="rId7"/>
            <a:stretch>
              <a:fillRect/>
            </a:stretch>
          </p:blipFill>
          <p:spPr>
            <a:xfrm>
              <a:off x="5748010" y="5434963"/>
              <a:ext cx="5978806" cy="704352"/>
            </a:xfrm>
            <a:prstGeom prst="rect">
              <a:avLst/>
            </a:prstGeom>
            <a:ln w="25400">
              <a:solidFill>
                <a:schemeClr val="accent1"/>
              </a:solidFill>
            </a:ln>
          </p:spPr>
        </p:pic>
      </p:grpSp>
      <p:sp>
        <p:nvSpPr>
          <p:cNvPr id="19" name="Rectangle 18">
            <a:extLst>
              <a:ext uri="{FF2B5EF4-FFF2-40B4-BE49-F238E27FC236}">
                <a16:creationId xmlns:a16="http://schemas.microsoft.com/office/drawing/2014/main" id="{39D07F60-7067-FAD8-3C7B-DFF1C0072959}"/>
              </a:ext>
            </a:extLst>
          </p:cNvPr>
          <p:cNvSpPr/>
          <p:nvPr/>
        </p:nvSpPr>
        <p:spPr>
          <a:xfrm>
            <a:off x="14048106" y="2328562"/>
            <a:ext cx="9693906" cy="2682912"/>
          </a:xfrm>
          <a:prstGeom prst="rect">
            <a:avLst/>
          </a:prstGeom>
          <a:solidFill>
            <a:schemeClr val="bg1">
              <a:lumMod val="9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00"/>
          </a:p>
        </p:txBody>
      </p:sp>
      <p:sp>
        <p:nvSpPr>
          <p:cNvPr id="20" name="Rectangle 19">
            <a:extLst>
              <a:ext uri="{FF2B5EF4-FFF2-40B4-BE49-F238E27FC236}">
                <a16:creationId xmlns:a16="http://schemas.microsoft.com/office/drawing/2014/main" id="{4FAF8EB6-32E0-742F-E7DC-CD31F0B8E32B}"/>
              </a:ext>
            </a:extLst>
          </p:cNvPr>
          <p:cNvSpPr/>
          <p:nvPr/>
        </p:nvSpPr>
        <p:spPr>
          <a:xfrm>
            <a:off x="14031100" y="5314966"/>
            <a:ext cx="9693906" cy="1182184"/>
          </a:xfrm>
          <a:prstGeom prst="rect">
            <a:avLst/>
          </a:prstGeom>
          <a:solidFill>
            <a:schemeClr val="bg1">
              <a:lumMod val="9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00"/>
          </a:p>
        </p:txBody>
      </p:sp>
      <p:sp>
        <p:nvSpPr>
          <p:cNvPr id="21" name="Rectangle 20">
            <a:extLst>
              <a:ext uri="{FF2B5EF4-FFF2-40B4-BE49-F238E27FC236}">
                <a16:creationId xmlns:a16="http://schemas.microsoft.com/office/drawing/2014/main" id="{DBBE0C93-6EA7-0B0E-8EF4-86591192550C}"/>
              </a:ext>
            </a:extLst>
          </p:cNvPr>
          <p:cNvSpPr/>
          <p:nvPr/>
        </p:nvSpPr>
        <p:spPr>
          <a:xfrm>
            <a:off x="14031100" y="6972884"/>
            <a:ext cx="9693906" cy="1105600"/>
          </a:xfrm>
          <a:prstGeom prst="rect">
            <a:avLst/>
          </a:prstGeom>
          <a:solidFill>
            <a:schemeClr val="bg1">
              <a:lumMod val="9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00"/>
          </a:p>
        </p:txBody>
      </p:sp>
      <p:sp>
        <p:nvSpPr>
          <p:cNvPr id="24" name="Rectangle 23">
            <a:extLst>
              <a:ext uri="{FF2B5EF4-FFF2-40B4-BE49-F238E27FC236}">
                <a16:creationId xmlns:a16="http://schemas.microsoft.com/office/drawing/2014/main" id="{07643AFD-0101-0BBD-3090-4945EAAF4D07}"/>
              </a:ext>
            </a:extLst>
          </p:cNvPr>
          <p:cNvSpPr/>
          <p:nvPr/>
        </p:nvSpPr>
        <p:spPr>
          <a:xfrm>
            <a:off x="14048106" y="10261780"/>
            <a:ext cx="9693906" cy="1104140"/>
          </a:xfrm>
          <a:prstGeom prst="rect">
            <a:avLst/>
          </a:prstGeom>
          <a:solidFill>
            <a:schemeClr val="bg1">
              <a:lumMod val="9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00"/>
          </a:p>
        </p:txBody>
      </p:sp>
      <p:sp>
        <p:nvSpPr>
          <p:cNvPr id="25" name="Text Placeholder 2">
            <a:extLst>
              <a:ext uri="{FF2B5EF4-FFF2-40B4-BE49-F238E27FC236}">
                <a16:creationId xmlns:a16="http://schemas.microsoft.com/office/drawing/2014/main" id="{4AD38348-5514-4A70-DC6B-486D31A1895B}"/>
              </a:ext>
            </a:extLst>
          </p:cNvPr>
          <p:cNvSpPr>
            <a:spLocks noGrp="1"/>
          </p:cNvSpPr>
          <p:nvPr>
            <p:ph type="body" sz="quarter" idx="1"/>
          </p:nvPr>
        </p:nvSpPr>
        <p:spPr>
          <a:xfrm>
            <a:off x="1132580" y="2482660"/>
            <a:ext cx="9542792" cy="2067354"/>
          </a:xfrm>
        </p:spPr>
        <p:txBody>
          <a:bodyPr>
            <a:noAutofit/>
          </a:bodyPr>
          <a:lstStyle/>
          <a:p>
            <a:r>
              <a:rPr lang="en-US" sz="2800" dirty="0">
                <a:latin typeface="IBM Plex Sans" panose="020B0503050203000203" pitchFamily="34" charset="0"/>
                <a:ea typeface="+mn-ea"/>
                <a:cs typeface="+mn-cs"/>
              </a:rPr>
              <a:t>Add tools &amp; collaborator agents:</a:t>
            </a:r>
          </a:p>
          <a:p>
            <a:pPr marL="457200" indent="-457200">
              <a:buFont typeface="Arial" panose="020B0604020202020204" pitchFamily="34" charset="0"/>
              <a:buChar char="•"/>
            </a:pPr>
            <a:r>
              <a:rPr lang="en-US" sz="2800" dirty="0">
                <a:latin typeface="IBM Plex Sans" panose="020B0503050203000203" pitchFamily="34" charset="0"/>
                <a:ea typeface="+mn-ea"/>
                <a:cs typeface="+mn-cs"/>
              </a:rPr>
              <a:t>From the catalog</a:t>
            </a:r>
          </a:p>
          <a:p>
            <a:pPr marL="457200" indent="-457200">
              <a:buFont typeface="Arial" panose="020B0604020202020204" pitchFamily="34" charset="0"/>
              <a:buChar char="•"/>
            </a:pPr>
            <a:r>
              <a:rPr lang="en-US" sz="2800" dirty="0">
                <a:latin typeface="IBM Plex Sans" panose="020B0503050203000203" pitchFamily="34" charset="0"/>
                <a:ea typeface="+mn-ea"/>
                <a:cs typeface="+mn-cs"/>
              </a:rPr>
              <a:t>A local instance </a:t>
            </a:r>
          </a:p>
          <a:p>
            <a:pPr marL="457200" indent="-457200">
              <a:buFont typeface="Arial" panose="020B0604020202020204" pitchFamily="34" charset="0"/>
              <a:buChar char="•"/>
            </a:pPr>
            <a:r>
              <a:rPr lang="en-US" sz="2800" dirty="0">
                <a:latin typeface="IBM Plex Sans" panose="020B0503050203000203" pitchFamily="34" charset="0"/>
                <a:ea typeface="+mn-ea"/>
                <a:cs typeface="+mn-cs"/>
              </a:rPr>
              <a:t>Import from Open API and MCP tools</a:t>
            </a:r>
          </a:p>
          <a:p>
            <a:r>
              <a:rPr lang="en-US" sz="2800" dirty="0">
                <a:latin typeface="IBM Plex Sans" panose="020B0503050203000203" pitchFamily="34" charset="0"/>
                <a:ea typeface="+mn-ea"/>
                <a:cs typeface="+mn-cs"/>
              </a:rPr>
              <a:t>Create new tools with flows.</a:t>
            </a:r>
          </a:p>
        </p:txBody>
      </p:sp>
      <p:pic>
        <p:nvPicPr>
          <p:cNvPr id="27" name="Picture 26">
            <a:extLst>
              <a:ext uri="{FF2B5EF4-FFF2-40B4-BE49-F238E27FC236}">
                <a16:creationId xmlns:a16="http://schemas.microsoft.com/office/drawing/2014/main" id="{EC75793B-96B8-D2D2-159F-13CC015B867C}"/>
              </a:ext>
            </a:extLst>
          </p:cNvPr>
          <p:cNvPicPr>
            <a:picLocks noChangeAspect="1"/>
          </p:cNvPicPr>
          <p:nvPr/>
        </p:nvPicPr>
        <p:blipFill>
          <a:blip r:embed="rId8"/>
          <a:stretch>
            <a:fillRect/>
          </a:stretch>
        </p:blipFill>
        <p:spPr>
          <a:xfrm>
            <a:off x="2590067" y="6566953"/>
            <a:ext cx="6322388" cy="5946055"/>
          </a:xfrm>
          <a:prstGeom prst="rect">
            <a:avLst/>
          </a:prstGeom>
        </p:spPr>
      </p:pic>
      <p:pic>
        <p:nvPicPr>
          <p:cNvPr id="29" name="Picture 28">
            <a:extLst>
              <a:ext uri="{FF2B5EF4-FFF2-40B4-BE49-F238E27FC236}">
                <a16:creationId xmlns:a16="http://schemas.microsoft.com/office/drawing/2014/main" id="{DC9C30A4-EB70-1DD8-14E5-23F780F0C20E}"/>
              </a:ext>
            </a:extLst>
          </p:cNvPr>
          <p:cNvPicPr>
            <a:picLocks noChangeAspect="1"/>
          </p:cNvPicPr>
          <p:nvPr/>
        </p:nvPicPr>
        <p:blipFill>
          <a:blip r:embed="rId9"/>
          <a:stretch>
            <a:fillRect/>
          </a:stretch>
        </p:blipFill>
        <p:spPr>
          <a:xfrm>
            <a:off x="5086349" y="8398273"/>
            <a:ext cx="6251775" cy="4373910"/>
          </a:xfrm>
          <a:prstGeom prst="rect">
            <a:avLst/>
          </a:prstGeom>
        </p:spPr>
      </p:pic>
    </p:spTree>
    <p:extLst>
      <p:ext uri="{BB962C8B-B14F-4D97-AF65-F5344CB8AC3E}">
        <p14:creationId xmlns:p14="http://schemas.microsoft.com/office/powerpoint/2010/main" val="1844193508"/>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1B261-D862-4324-618E-47621940FB0C}"/>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61300EE7-FEF0-F340-35EC-65EA73D64C58}"/>
              </a:ext>
            </a:extLst>
          </p:cNvPr>
          <p:cNvSpPr txBox="1">
            <a:spLocks/>
          </p:cNvSpPr>
          <p:nvPr/>
        </p:nvSpPr>
        <p:spPr>
          <a:xfrm>
            <a:off x="576001" y="576072"/>
            <a:ext cx="15121200" cy="19065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2"/>
                </a:solidFill>
                <a:uFillTx/>
                <a:latin typeface="IBM Plex Sans Light"/>
                <a:ea typeface="IBM Plex Sans Light"/>
                <a:cs typeface="IBM Plex Sans Light"/>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9pPr>
          </a:lstStyle>
          <a:p>
            <a:r>
              <a:rPr lang="en-US" kern="0" dirty="0"/>
              <a:t>Create custom tools</a:t>
            </a:r>
          </a:p>
        </p:txBody>
      </p:sp>
      <p:sp>
        <p:nvSpPr>
          <p:cNvPr id="25" name="Text Placeholder 2">
            <a:extLst>
              <a:ext uri="{FF2B5EF4-FFF2-40B4-BE49-F238E27FC236}">
                <a16:creationId xmlns:a16="http://schemas.microsoft.com/office/drawing/2014/main" id="{B8AB4623-545F-B34A-2FA3-2DE70E62FC61}"/>
              </a:ext>
            </a:extLst>
          </p:cNvPr>
          <p:cNvSpPr>
            <a:spLocks noGrp="1"/>
          </p:cNvSpPr>
          <p:nvPr>
            <p:ph type="body" sz="quarter" idx="1"/>
          </p:nvPr>
        </p:nvSpPr>
        <p:spPr>
          <a:xfrm>
            <a:off x="1132580" y="2482660"/>
            <a:ext cx="6773170" cy="2067354"/>
          </a:xfrm>
        </p:spPr>
        <p:txBody>
          <a:bodyPr>
            <a:noAutofit/>
          </a:bodyPr>
          <a:lstStyle/>
          <a:p>
            <a:pPr defTabSz="1829379">
              <a:defRPr/>
            </a:pPr>
            <a:r>
              <a:rPr lang="en-US" kern="1200" dirty="0">
                <a:latin typeface="IBM Plex Sans" panose="020B0503050203000203" pitchFamily="34" charset="0"/>
                <a:ea typeface="+mn-ea"/>
                <a:cs typeface="+mn-cs"/>
              </a:rPr>
              <a:t>Create tools visually from flows.</a:t>
            </a:r>
          </a:p>
          <a:p>
            <a:pPr defTabSz="1829379">
              <a:defRPr/>
            </a:pPr>
            <a:r>
              <a:rPr lang="en-US" kern="1200" dirty="0">
                <a:latin typeface="IBM Plex Sans" panose="020B0503050203000203" pitchFamily="34" charset="0"/>
                <a:ea typeface="+mn-ea"/>
                <a:cs typeface="+mn-cs"/>
              </a:rPr>
              <a:t>Low-code canvas for building any tool from a simple single node to a complex flow.</a:t>
            </a:r>
          </a:p>
        </p:txBody>
      </p:sp>
      <p:pic>
        <p:nvPicPr>
          <p:cNvPr id="2" name="Picture 1">
            <a:extLst>
              <a:ext uri="{FF2B5EF4-FFF2-40B4-BE49-F238E27FC236}">
                <a16:creationId xmlns:a16="http://schemas.microsoft.com/office/drawing/2014/main" id="{1EF9512F-B72E-0B97-E421-E52F8249397D}"/>
              </a:ext>
            </a:extLst>
          </p:cNvPr>
          <p:cNvPicPr>
            <a:picLocks noChangeAspect="1"/>
          </p:cNvPicPr>
          <p:nvPr/>
        </p:nvPicPr>
        <p:blipFill>
          <a:blip r:embed="rId3"/>
          <a:stretch>
            <a:fillRect/>
          </a:stretch>
        </p:blipFill>
        <p:spPr>
          <a:xfrm>
            <a:off x="16029555" y="1306035"/>
            <a:ext cx="7772400" cy="4389966"/>
          </a:xfrm>
          <a:prstGeom prst="rect">
            <a:avLst/>
          </a:prstGeom>
        </p:spPr>
      </p:pic>
      <p:grpSp>
        <p:nvGrpSpPr>
          <p:cNvPr id="3" name="Group 2">
            <a:extLst>
              <a:ext uri="{FF2B5EF4-FFF2-40B4-BE49-F238E27FC236}">
                <a16:creationId xmlns:a16="http://schemas.microsoft.com/office/drawing/2014/main" id="{7014AA43-51FB-09ED-8C62-3593C7F6BDC5}"/>
              </a:ext>
            </a:extLst>
          </p:cNvPr>
          <p:cNvGrpSpPr/>
          <p:nvPr/>
        </p:nvGrpSpPr>
        <p:grpSpPr>
          <a:xfrm>
            <a:off x="13281250" y="6026604"/>
            <a:ext cx="10493830" cy="6479722"/>
            <a:chOff x="11866108" y="4951640"/>
            <a:chExt cx="11908972" cy="7554686"/>
          </a:xfrm>
        </p:grpSpPr>
        <p:pic>
          <p:nvPicPr>
            <p:cNvPr id="4" name="Picture 3">
              <a:extLst>
                <a:ext uri="{FF2B5EF4-FFF2-40B4-BE49-F238E27FC236}">
                  <a16:creationId xmlns:a16="http://schemas.microsoft.com/office/drawing/2014/main" id="{BCC8FBA1-FE9E-2C1C-478F-F645547A10C6}"/>
                </a:ext>
              </a:extLst>
            </p:cNvPr>
            <p:cNvPicPr>
              <a:picLocks noChangeAspect="1"/>
            </p:cNvPicPr>
            <p:nvPr/>
          </p:nvPicPr>
          <p:blipFill>
            <a:blip r:embed="rId4"/>
            <a:stretch>
              <a:fillRect/>
            </a:stretch>
          </p:blipFill>
          <p:spPr>
            <a:xfrm>
              <a:off x="11866108" y="4951640"/>
              <a:ext cx="11908972" cy="7554686"/>
            </a:xfrm>
            <a:prstGeom prst="rect">
              <a:avLst/>
            </a:prstGeom>
            <a:ln>
              <a:solidFill>
                <a:schemeClr val="tx1"/>
              </a:solidFill>
            </a:ln>
          </p:spPr>
        </p:pic>
        <p:pic>
          <p:nvPicPr>
            <p:cNvPr id="10" name="Picture 9">
              <a:extLst>
                <a:ext uri="{FF2B5EF4-FFF2-40B4-BE49-F238E27FC236}">
                  <a16:creationId xmlns:a16="http://schemas.microsoft.com/office/drawing/2014/main" id="{EA3A91B3-8AAD-1923-FF5C-14131AC62255}"/>
                </a:ext>
              </a:extLst>
            </p:cNvPr>
            <p:cNvPicPr>
              <a:picLocks noChangeAspect="1"/>
            </p:cNvPicPr>
            <p:nvPr/>
          </p:nvPicPr>
          <p:blipFill>
            <a:blip r:embed="rId5"/>
            <a:stretch>
              <a:fillRect/>
            </a:stretch>
          </p:blipFill>
          <p:spPr>
            <a:xfrm>
              <a:off x="17579749" y="9099777"/>
              <a:ext cx="781050" cy="523875"/>
            </a:xfrm>
            <a:prstGeom prst="rect">
              <a:avLst/>
            </a:prstGeom>
          </p:spPr>
        </p:pic>
      </p:grpSp>
      <p:pic>
        <p:nvPicPr>
          <p:cNvPr id="11" name="Picture 10">
            <a:extLst>
              <a:ext uri="{FF2B5EF4-FFF2-40B4-BE49-F238E27FC236}">
                <a16:creationId xmlns:a16="http://schemas.microsoft.com/office/drawing/2014/main" id="{CF224DA3-823A-60B7-DC40-6B4964F61B00}"/>
              </a:ext>
            </a:extLst>
          </p:cNvPr>
          <p:cNvPicPr>
            <a:picLocks noChangeAspect="1"/>
          </p:cNvPicPr>
          <p:nvPr/>
        </p:nvPicPr>
        <p:blipFill>
          <a:blip r:embed="rId6"/>
          <a:stretch>
            <a:fillRect/>
          </a:stretch>
        </p:blipFill>
        <p:spPr>
          <a:xfrm>
            <a:off x="9606450" y="2898992"/>
            <a:ext cx="7877175" cy="7053943"/>
          </a:xfrm>
          <a:prstGeom prst="rect">
            <a:avLst/>
          </a:prstGeom>
          <a:ln>
            <a:solidFill>
              <a:schemeClr val="tx1"/>
            </a:solidFill>
          </a:ln>
        </p:spPr>
      </p:pic>
      <p:sp>
        <p:nvSpPr>
          <p:cNvPr id="7" name="TextBox 6">
            <a:extLst>
              <a:ext uri="{FF2B5EF4-FFF2-40B4-BE49-F238E27FC236}">
                <a16:creationId xmlns:a16="http://schemas.microsoft.com/office/drawing/2014/main" id="{F8C5FCB3-D2DC-B806-980D-54367F51D375}"/>
              </a:ext>
            </a:extLst>
          </p:cNvPr>
          <p:cNvSpPr txBox="1"/>
          <p:nvPr/>
        </p:nvSpPr>
        <p:spPr>
          <a:xfrm>
            <a:off x="1032997" y="5426439"/>
            <a:ext cx="6773170" cy="7294305"/>
          </a:xfrm>
          <a:prstGeom prst="rect">
            <a:avLst/>
          </a:prstGeom>
          <a:no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a:spAutoFit/>
          </a:bodyPr>
          <a:lstStyle/>
          <a:p>
            <a:r>
              <a:rPr lang="en-US" dirty="0">
                <a:latin typeface="IBM Plex Sans" panose="020B0503050203000203" pitchFamily="34" charset="0"/>
              </a:rPr>
              <a:t>Create a sequence of linked activities and controls to achieve a specific goal.</a:t>
            </a:r>
          </a:p>
          <a:p>
            <a:endParaRPr lang="en-US" dirty="0">
              <a:latin typeface="IBM Plex Sans" panose="020B0503050203000203" pitchFamily="34" charset="0"/>
            </a:endParaRPr>
          </a:p>
          <a:p>
            <a:r>
              <a:rPr lang="en-US" dirty="0">
                <a:latin typeface="IBM Plex Sans" panose="020B0503050203000203" pitchFamily="34" charset="0"/>
              </a:rPr>
              <a:t>Complements agentic task execution with prescriptive activities for when precision and consistency is required.</a:t>
            </a:r>
          </a:p>
          <a:p>
            <a:endParaRPr lang="en-US" dirty="0">
              <a:latin typeface="IBM Plex Sans" panose="020B0503050203000203" pitchFamily="34" charset="0"/>
            </a:endParaRPr>
          </a:p>
          <a:p>
            <a:r>
              <a:rPr lang="en-US" dirty="0">
                <a:latin typeface="IBM Plex Sans" panose="020B0503050203000203" pitchFamily="34" charset="0"/>
              </a:rPr>
              <a:t>Combine user activities, code blocks, generative prompts, document classifiers and extractors.</a:t>
            </a:r>
            <a:endParaRPr lang="en-US" dirty="0"/>
          </a:p>
        </p:txBody>
      </p:sp>
    </p:spTree>
    <p:extLst>
      <p:ext uri="{BB962C8B-B14F-4D97-AF65-F5344CB8AC3E}">
        <p14:creationId xmlns:p14="http://schemas.microsoft.com/office/powerpoint/2010/main" val="1734369489"/>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315B8-9198-51FF-953D-530238D53311}"/>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CCD58E4F-A240-B1F9-ACAD-C72DAA4D4615}"/>
              </a:ext>
            </a:extLst>
          </p:cNvPr>
          <p:cNvSpPr txBox="1">
            <a:spLocks/>
          </p:cNvSpPr>
          <p:nvPr/>
        </p:nvSpPr>
        <p:spPr>
          <a:xfrm>
            <a:off x="576000" y="576072"/>
            <a:ext cx="19328149" cy="19065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chemeClr val="tx2"/>
                </a:solidFill>
                <a:uFillTx/>
                <a:latin typeface="IBM Plex Sans Light"/>
                <a:ea typeface="IBM Plex Sans Light"/>
                <a:cs typeface="IBM Plex Sans Light"/>
                <a:sym typeface="IBM Plex Sans Light"/>
              </a:defRPr>
            </a:lvl1pPr>
            <a:lvl2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2pPr>
            <a:lvl3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3pPr>
            <a:lvl4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4pPr>
            <a:lvl5pPr marL="0" marR="0" indent="0"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5pPr>
            <a:lvl6pPr marL="0" marR="0" indent="362568"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6pPr>
            <a:lvl7pPr marL="0" marR="0" indent="725139"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7pPr>
            <a:lvl8pPr marL="0" marR="0" indent="108770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8pPr>
            <a:lvl9pPr marL="0" marR="0" indent="1450276" algn="l" defTabSz="2438400" rtl="0" eaLnBrk="1" latinLnBrk="0" hangingPunct="1">
              <a:lnSpc>
                <a:spcPct val="90000"/>
              </a:lnSpc>
              <a:spcBef>
                <a:spcPts val="0"/>
              </a:spcBef>
              <a:spcAft>
                <a:spcPts val="0"/>
              </a:spcAft>
              <a:buClrTx/>
              <a:buSzTx/>
              <a:buFontTx/>
              <a:buNone/>
              <a:tabLst/>
              <a:defRPr sz="6400" b="0" i="0" u="none" strike="noStrike" cap="none" spc="0" baseline="0">
                <a:solidFill>
                  <a:srgbClr val="000000"/>
                </a:solidFill>
                <a:uFillTx/>
                <a:latin typeface="IBM Plex Sans Light"/>
                <a:ea typeface="IBM Plex Sans Light"/>
                <a:cs typeface="IBM Plex Sans Light"/>
                <a:sym typeface="IBM Plex Sans Light"/>
              </a:defRPr>
            </a:lvl9pPr>
          </a:lstStyle>
          <a:p>
            <a:r>
              <a:rPr lang="en-US" kern="0" dirty="0"/>
              <a:t>Behavior</a:t>
            </a:r>
          </a:p>
        </p:txBody>
      </p:sp>
      <p:sp>
        <p:nvSpPr>
          <p:cNvPr id="28" name="Arc 27">
            <a:extLst>
              <a:ext uri="{FF2B5EF4-FFF2-40B4-BE49-F238E27FC236}">
                <a16:creationId xmlns:a16="http://schemas.microsoft.com/office/drawing/2014/main" id="{4FBB98B8-B8E1-442F-581B-F1874E4F1163}"/>
              </a:ext>
            </a:extLst>
          </p:cNvPr>
          <p:cNvSpPr/>
          <p:nvPr/>
        </p:nvSpPr>
        <p:spPr bwMode="auto">
          <a:xfrm rot="5654850" flipH="1" flipV="1">
            <a:off x="9538534" y="10384059"/>
            <a:ext cx="7876323" cy="7928297"/>
          </a:xfrm>
          <a:prstGeom prst="arc">
            <a:avLst>
              <a:gd name="adj1" fmla="val 19516102"/>
              <a:gd name="adj2" fmla="val 21329426"/>
            </a:avLst>
          </a:prstGeom>
          <a:ln w="25400" cap="rnd">
            <a:solidFill>
              <a:schemeClr val="tx1">
                <a:lumMod val="50000"/>
                <a:lumOff val="50000"/>
              </a:schemeClr>
            </a:solidFill>
            <a:prstDash val="sysDot"/>
            <a:headEnd type="triangle" w="med" len="med"/>
            <a:tailEnd type="none" w="med" len="med"/>
            <a:extLst>
              <a:ext uri="{C807C97D-BFC1-408E-A445-0C87EB9F89A2}">
                <ask:lineSketchStyleProps xmlns:ask="http://schemas.microsoft.com/office/drawing/2018/sketchyshapes" sd="1219033472">
                  <a:custGeom>
                    <a:avLst/>
                    <a:gdLst>
                      <a:gd name="connsiteX0" fmla="*/ 5315293 w 10630586"/>
                      <a:gd name="connsiteY0" fmla="*/ 0 h 10630586"/>
                      <a:gd name="connsiteX1" fmla="*/ 10630586 w 10630586"/>
                      <a:gd name="connsiteY1" fmla="*/ 5315293 h 10630586"/>
                      <a:gd name="connsiteX2" fmla="*/ 9933692 w 10630586"/>
                      <a:gd name="connsiteY2" fmla="*/ 5315293 h 10630586"/>
                      <a:gd name="connsiteX3" fmla="*/ 9396257 w 10630586"/>
                      <a:gd name="connsiteY3" fmla="*/ 5315293 h 10630586"/>
                      <a:gd name="connsiteX4" fmla="*/ 8911975 w 10630586"/>
                      <a:gd name="connsiteY4" fmla="*/ 5315293 h 10630586"/>
                      <a:gd name="connsiteX5" fmla="*/ 8268234 w 10630586"/>
                      <a:gd name="connsiteY5" fmla="*/ 5315293 h 10630586"/>
                      <a:gd name="connsiteX6" fmla="*/ 7730798 w 10630586"/>
                      <a:gd name="connsiteY6" fmla="*/ 5315293 h 10630586"/>
                      <a:gd name="connsiteX7" fmla="*/ 7033904 w 10630586"/>
                      <a:gd name="connsiteY7" fmla="*/ 5315293 h 10630586"/>
                      <a:gd name="connsiteX8" fmla="*/ 6549622 w 10630586"/>
                      <a:gd name="connsiteY8" fmla="*/ 5315293 h 10630586"/>
                      <a:gd name="connsiteX9" fmla="*/ 5852728 w 10630586"/>
                      <a:gd name="connsiteY9" fmla="*/ 5315293 h 10630586"/>
                      <a:gd name="connsiteX10" fmla="*/ 5315293 w 10630586"/>
                      <a:gd name="connsiteY10" fmla="*/ 5315293 h 10630586"/>
                      <a:gd name="connsiteX11" fmla="*/ 5315293 w 10630586"/>
                      <a:gd name="connsiteY11" fmla="*/ 4724705 h 10630586"/>
                      <a:gd name="connsiteX12" fmla="*/ 5315293 w 10630586"/>
                      <a:gd name="connsiteY12" fmla="*/ 4187270 h 10630586"/>
                      <a:gd name="connsiteX13" fmla="*/ 5315293 w 10630586"/>
                      <a:gd name="connsiteY13" fmla="*/ 3543529 h 10630586"/>
                      <a:gd name="connsiteX14" fmla="*/ 5315293 w 10630586"/>
                      <a:gd name="connsiteY14" fmla="*/ 3006093 h 10630586"/>
                      <a:gd name="connsiteX15" fmla="*/ 5315293 w 10630586"/>
                      <a:gd name="connsiteY15" fmla="*/ 2309200 h 10630586"/>
                      <a:gd name="connsiteX16" fmla="*/ 5315293 w 10630586"/>
                      <a:gd name="connsiteY16" fmla="*/ 1612306 h 10630586"/>
                      <a:gd name="connsiteX17" fmla="*/ 5315293 w 10630586"/>
                      <a:gd name="connsiteY17" fmla="*/ 1021717 h 10630586"/>
                      <a:gd name="connsiteX18" fmla="*/ 5315293 w 10630586"/>
                      <a:gd name="connsiteY18" fmla="*/ 0 h 10630586"/>
                      <a:gd name="connsiteX0" fmla="*/ 5315293 w 10630586"/>
                      <a:gd name="connsiteY0" fmla="*/ 0 h 10630586"/>
                      <a:gd name="connsiteX1" fmla="*/ 10630586 w 10630586"/>
                      <a:gd name="connsiteY1" fmla="*/ 5315293 h 10630586"/>
                    </a:gdLst>
                    <a:ahLst/>
                    <a:cxnLst>
                      <a:cxn ang="0">
                        <a:pos x="connsiteX0" y="connsiteY0"/>
                      </a:cxn>
                      <a:cxn ang="0">
                        <a:pos x="connsiteX1" y="connsiteY1"/>
                      </a:cxn>
                    </a:cxnLst>
                    <a:rect l="l" t="t" r="r" b="b"/>
                    <a:pathLst>
                      <a:path w="10630586" h="10630586" stroke="0" extrusionOk="0">
                        <a:moveTo>
                          <a:pt x="5315293" y="0"/>
                        </a:moveTo>
                        <a:cubicBezTo>
                          <a:pt x="8130467" y="-74254"/>
                          <a:pt x="10070406" y="2589983"/>
                          <a:pt x="10630586" y="5315293"/>
                        </a:cubicBezTo>
                        <a:cubicBezTo>
                          <a:pt x="10442014" y="5369519"/>
                          <a:pt x="10278970" y="5289001"/>
                          <a:pt x="9933692" y="5315293"/>
                        </a:cubicBezTo>
                        <a:cubicBezTo>
                          <a:pt x="9588414" y="5341585"/>
                          <a:pt x="9595018" y="5279734"/>
                          <a:pt x="9396257" y="5315293"/>
                        </a:cubicBezTo>
                        <a:cubicBezTo>
                          <a:pt x="9197497" y="5350852"/>
                          <a:pt x="9070152" y="5311254"/>
                          <a:pt x="8911975" y="5315293"/>
                        </a:cubicBezTo>
                        <a:cubicBezTo>
                          <a:pt x="8753798" y="5319332"/>
                          <a:pt x="8411034" y="5243245"/>
                          <a:pt x="8268234" y="5315293"/>
                        </a:cubicBezTo>
                        <a:cubicBezTo>
                          <a:pt x="8125434" y="5387341"/>
                          <a:pt x="7930118" y="5296670"/>
                          <a:pt x="7730798" y="5315293"/>
                        </a:cubicBezTo>
                        <a:cubicBezTo>
                          <a:pt x="7531478" y="5333916"/>
                          <a:pt x="7254203" y="5291771"/>
                          <a:pt x="7033904" y="5315293"/>
                        </a:cubicBezTo>
                        <a:cubicBezTo>
                          <a:pt x="6813605" y="5338815"/>
                          <a:pt x="6706646" y="5297069"/>
                          <a:pt x="6549622" y="5315293"/>
                        </a:cubicBezTo>
                        <a:cubicBezTo>
                          <a:pt x="6392598" y="5333517"/>
                          <a:pt x="6197472" y="5304000"/>
                          <a:pt x="5852728" y="5315293"/>
                        </a:cubicBezTo>
                        <a:cubicBezTo>
                          <a:pt x="5507984" y="5326586"/>
                          <a:pt x="5467291" y="5314347"/>
                          <a:pt x="5315293" y="5315293"/>
                        </a:cubicBezTo>
                        <a:cubicBezTo>
                          <a:pt x="5303769" y="5107979"/>
                          <a:pt x="5362683" y="4981648"/>
                          <a:pt x="5315293" y="4724705"/>
                        </a:cubicBezTo>
                        <a:cubicBezTo>
                          <a:pt x="5267903" y="4467762"/>
                          <a:pt x="5369851" y="4354829"/>
                          <a:pt x="5315293" y="4187270"/>
                        </a:cubicBezTo>
                        <a:cubicBezTo>
                          <a:pt x="5260735" y="4019711"/>
                          <a:pt x="5327341" y="3812536"/>
                          <a:pt x="5315293" y="3543529"/>
                        </a:cubicBezTo>
                        <a:cubicBezTo>
                          <a:pt x="5303245" y="3274522"/>
                          <a:pt x="5330876" y="3261628"/>
                          <a:pt x="5315293" y="3006093"/>
                        </a:cubicBezTo>
                        <a:cubicBezTo>
                          <a:pt x="5299710" y="2750558"/>
                          <a:pt x="5318670" y="2508710"/>
                          <a:pt x="5315293" y="2309200"/>
                        </a:cubicBezTo>
                        <a:cubicBezTo>
                          <a:pt x="5311916" y="2109690"/>
                          <a:pt x="5376067" y="1763194"/>
                          <a:pt x="5315293" y="1612306"/>
                        </a:cubicBezTo>
                        <a:cubicBezTo>
                          <a:pt x="5254519" y="1461418"/>
                          <a:pt x="5353313" y="1156038"/>
                          <a:pt x="5315293" y="1021717"/>
                        </a:cubicBezTo>
                        <a:cubicBezTo>
                          <a:pt x="5277273" y="887396"/>
                          <a:pt x="5419240" y="308018"/>
                          <a:pt x="5315293" y="0"/>
                        </a:cubicBezTo>
                        <a:close/>
                      </a:path>
                      <a:path w="10630586" h="10630586" fill="none" extrusionOk="0">
                        <a:moveTo>
                          <a:pt x="5315293" y="0"/>
                        </a:moveTo>
                        <a:cubicBezTo>
                          <a:pt x="9075546" y="-167541"/>
                          <a:pt x="11126407" y="2460288"/>
                          <a:pt x="10630586" y="5315293"/>
                        </a:cubicBezTo>
                      </a:path>
                    </a:pathLst>
                  </a:custGeom>
                  <ask:type>
                    <ask:lineSketchNone/>
                  </ask:type>
                </ask:lineSketchStyleProps>
              </a:ext>
            </a:extLst>
          </a:ln>
        </p:spPr>
        <p:style>
          <a:lnRef idx="1">
            <a:schemeClr val="accent1"/>
          </a:lnRef>
          <a:fillRef idx="0">
            <a:schemeClr val="accent1"/>
          </a:fillRef>
          <a:effectRef idx="0">
            <a:schemeClr val="accent1"/>
          </a:effectRef>
          <a:fontRef idx="minor">
            <a:schemeClr val="tx1"/>
          </a:fontRef>
        </p:style>
        <p:txBody>
          <a:bodyPr rtlCol="0" anchor="ctr"/>
          <a:lstStyle/>
          <a:p>
            <a:pPr defTabSz="1828694"/>
            <a:endParaRPr lang="en-US" sz="9596" dirty="0">
              <a:solidFill>
                <a:srgbClr val="000000"/>
              </a:solidFill>
              <a:latin typeface="IBM Plex Sans Light"/>
              <a:sym typeface="IBM Plex Sans Light"/>
            </a:endParaRPr>
          </a:p>
        </p:txBody>
      </p:sp>
      <p:grpSp>
        <p:nvGrpSpPr>
          <p:cNvPr id="2" name="Group 1">
            <a:extLst>
              <a:ext uri="{FF2B5EF4-FFF2-40B4-BE49-F238E27FC236}">
                <a16:creationId xmlns:a16="http://schemas.microsoft.com/office/drawing/2014/main" id="{9D18DF70-0A7A-C150-5B6F-F031B5741B28}"/>
              </a:ext>
            </a:extLst>
          </p:cNvPr>
          <p:cNvGrpSpPr/>
          <p:nvPr/>
        </p:nvGrpSpPr>
        <p:grpSpPr>
          <a:xfrm>
            <a:off x="13871517" y="2236995"/>
            <a:ext cx="10366512" cy="9909024"/>
            <a:chOff x="5551079" y="384757"/>
            <a:chExt cx="6393642" cy="6111482"/>
          </a:xfrm>
        </p:grpSpPr>
        <p:sp>
          <p:nvSpPr>
            <p:cNvPr id="3" name="Rounded Rectangle 2">
              <a:extLst>
                <a:ext uri="{FF2B5EF4-FFF2-40B4-BE49-F238E27FC236}">
                  <a16:creationId xmlns:a16="http://schemas.microsoft.com/office/drawing/2014/main" id="{5C567F93-4E9A-2885-7868-4556217EBB9E}"/>
                </a:ext>
              </a:extLst>
            </p:cNvPr>
            <p:cNvSpPr/>
            <p:nvPr/>
          </p:nvSpPr>
          <p:spPr bwMode="auto">
            <a:xfrm>
              <a:off x="5551079" y="384757"/>
              <a:ext cx="6393642" cy="6111482"/>
            </a:xfrm>
            <a:prstGeom prst="roundRect">
              <a:avLst>
                <a:gd name="adj" fmla="val 1705"/>
              </a:avLst>
            </a:prstGeom>
            <a:solidFill>
              <a:schemeClr val="accent1">
                <a:lumMod val="20000"/>
                <a:lumOff val="80000"/>
              </a:schemeClr>
            </a:solidFill>
            <a:ln w="19050">
              <a:noFill/>
              <a:headEnd type="none" w="med" len="med"/>
              <a:tailEnd type="none" w="med" len="med"/>
            </a:ln>
            <a:effectLst/>
          </p:spPr>
          <p:style>
            <a:lnRef idx="2">
              <a:schemeClr val="accent6"/>
            </a:lnRef>
            <a:fillRef idx="1">
              <a:schemeClr val="lt1"/>
            </a:fillRef>
            <a:effectRef idx="0">
              <a:schemeClr val="accent6"/>
            </a:effectRef>
            <a:fontRef idx="minor">
              <a:schemeClr val="dk1"/>
            </a:fontRef>
          </p:style>
          <p:txBody>
            <a:bodyPr vert="horz" wrap="square" lIns="182880" tIns="182880" rIns="182880" bIns="182880" numCol="1" rtlCol="0" anchor="t" anchorCtr="0" compatLnSpc="1">
              <a:prstTxWarp prst="textNoShape">
                <a:avLst/>
              </a:prstTxWarp>
            </a:bodyPr>
            <a:lstStyle/>
            <a:p>
              <a:pPr defTabSz="914174" fontAlgn="base">
                <a:spcBef>
                  <a:spcPct val="0"/>
                </a:spcBef>
                <a:spcAft>
                  <a:spcPct val="0"/>
                </a:spcAft>
                <a:tabLst>
                  <a:tab pos="560250" algn="l"/>
                </a:tabLst>
                <a:defRPr/>
              </a:pPr>
              <a:r>
                <a:rPr lang="en-US" dirty="0">
                  <a:solidFill>
                    <a:srgbClr val="0F62FE"/>
                  </a:solidFill>
                  <a:latin typeface="IBM Plex Sans Light"/>
                </a:rPr>
                <a:t>	</a:t>
              </a:r>
            </a:p>
            <a:p>
              <a:pPr defTabSz="914174" fontAlgn="base">
                <a:spcBef>
                  <a:spcPct val="0"/>
                </a:spcBef>
                <a:spcAft>
                  <a:spcPct val="0"/>
                </a:spcAft>
                <a:tabLst>
                  <a:tab pos="560250" algn="l"/>
                </a:tabLst>
                <a:defRPr/>
              </a:pPr>
              <a:endParaRPr lang="en-US" dirty="0">
                <a:solidFill>
                  <a:sysClr val="windowText" lastClr="000000"/>
                </a:solidFill>
                <a:latin typeface="IBM Plex Sans Light"/>
              </a:endParaRPr>
            </a:p>
            <a:p>
              <a:pPr algn="l" defTabSz="1828800" fontAlgn="base" hangingPunct="1">
                <a:spcBef>
                  <a:spcPct val="0"/>
                </a:spcBef>
                <a:spcAft>
                  <a:spcPct val="0"/>
                </a:spcAft>
              </a:pPr>
              <a:endParaRPr lang="en-US" sz="2800" dirty="0">
                <a:solidFill>
                  <a:schemeClr val="bg1"/>
                </a:solidFill>
              </a:endParaRPr>
            </a:p>
          </p:txBody>
        </p:sp>
        <p:pic>
          <p:nvPicPr>
            <p:cNvPr id="4" name="Picture 3" descr="A screenshot of a computer&#10;&#10;AI-generated content may be incorrect.">
              <a:extLst>
                <a:ext uri="{FF2B5EF4-FFF2-40B4-BE49-F238E27FC236}">
                  <a16:creationId xmlns:a16="http://schemas.microsoft.com/office/drawing/2014/main" id="{2F470DB9-C0CE-1E1A-3C97-01DEF6EDC58B}"/>
                </a:ext>
              </a:extLst>
            </p:cNvPr>
            <p:cNvPicPr>
              <a:picLocks noChangeAspect="1"/>
            </p:cNvPicPr>
            <p:nvPr/>
          </p:nvPicPr>
          <p:blipFill>
            <a:blip r:embed="rId3"/>
            <a:stretch>
              <a:fillRect/>
            </a:stretch>
          </p:blipFill>
          <p:spPr>
            <a:xfrm>
              <a:off x="5748011" y="531864"/>
              <a:ext cx="5978806" cy="1642247"/>
            </a:xfrm>
            <a:prstGeom prst="rect">
              <a:avLst/>
            </a:prstGeom>
            <a:ln w="25400">
              <a:solidFill>
                <a:schemeClr val="accent1"/>
              </a:solidFill>
            </a:ln>
          </p:spPr>
        </p:pic>
        <p:pic>
          <p:nvPicPr>
            <p:cNvPr id="10" name="Picture 9" descr="A white background with black and white clouds&#10;&#10;AI-generated content may be incorrect.">
              <a:extLst>
                <a:ext uri="{FF2B5EF4-FFF2-40B4-BE49-F238E27FC236}">
                  <a16:creationId xmlns:a16="http://schemas.microsoft.com/office/drawing/2014/main" id="{48FDBB30-AA54-2EDA-FF56-9C9CA24605CA}"/>
                </a:ext>
              </a:extLst>
            </p:cNvPr>
            <p:cNvPicPr>
              <a:picLocks noChangeAspect="1"/>
            </p:cNvPicPr>
            <p:nvPr/>
          </p:nvPicPr>
          <p:blipFill>
            <a:blip r:embed="rId4"/>
            <a:stretch>
              <a:fillRect/>
            </a:stretch>
          </p:blipFill>
          <p:spPr>
            <a:xfrm>
              <a:off x="5748010" y="2365222"/>
              <a:ext cx="5978807" cy="814470"/>
            </a:xfrm>
            <a:prstGeom prst="rect">
              <a:avLst/>
            </a:prstGeom>
            <a:ln w="25400">
              <a:solidFill>
                <a:schemeClr val="accent1"/>
              </a:solidFill>
            </a:ln>
          </p:spPr>
        </p:pic>
        <p:pic>
          <p:nvPicPr>
            <p:cNvPr id="11" name="Picture 10">
              <a:extLst>
                <a:ext uri="{FF2B5EF4-FFF2-40B4-BE49-F238E27FC236}">
                  <a16:creationId xmlns:a16="http://schemas.microsoft.com/office/drawing/2014/main" id="{98EE96AD-1DF6-3E11-4295-F9337E3EF856}"/>
                </a:ext>
              </a:extLst>
            </p:cNvPr>
            <p:cNvPicPr>
              <a:picLocks noChangeAspect="1"/>
            </p:cNvPicPr>
            <p:nvPr/>
          </p:nvPicPr>
          <p:blipFill>
            <a:blip r:embed="rId5"/>
            <a:stretch>
              <a:fillRect/>
            </a:stretch>
          </p:blipFill>
          <p:spPr>
            <a:xfrm>
              <a:off x="5748010" y="3392543"/>
              <a:ext cx="5978807" cy="729122"/>
            </a:xfrm>
            <a:prstGeom prst="rect">
              <a:avLst/>
            </a:prstGeom>
            <a:ln w="25400">
              <a:solidFill>
                <a:schemeClr val="accent1"/>
              </a:solidFill>
            </a:ln>
          </p:spPr>
        </p:pic>
        <p:pic>
          <p:nvPicPr>
            <p:cNvPr id="12" name="Picture 11" descr="A close-up of a white background&#10;&#10;AI-generated content may be incorrect.">
              <a:extLst>
                <a:ext uri="{FF2B5EF4-FFF2-40B4-BE49-F238E27FC236}">
                  <a16:creationId xmlns:a16="http://schemas.microsoft.com/office/drawing/2014/main" id="{FB907FEF-E66F-EC58-CF6E-116D61E55B72}"/>
                </a:ext>
              </a:extLst>
            </p:cNvPr>
            <p:cNvPicPr>
              <a:picLocks noChangeAspect="1"/>
            </p:cNvPicPr>
            <p:nvPr/>
          </p:nvPicPr>
          <p:blipFill>
            <a:blip r:embed="rId6"/>
            <a:stretch>
              <a:fillRect/>
            </a:stretch>
          </p:blipFill>
          <p:spPr>
            <a:xfrm>
              <a:off x="5748011" y="4353849"/>
              <a:ext cx="5978806" cy="810824"/>
            </a:xfrm>
            <a:prstGeom prst="rect">
              <a:avLst/>
            </a:prstGeom>
            <a:ln w="25400">
              <a:solidFill>
                <a:schemeClr val="accent1"/>
              </a:solidFill>
            </a:ln>
          </p:spPr>
        </p:pic>
        <p:pic>
          <p:nvPicPr>
            <p:cNvPr id="13" name="Picture 12">
              <a:extLst>
                <a:ext uri="{FF2B5EF4-FFF2-40B4-BE49-F238E27FC236}">
                  <a16:creationId xmlns:a16="http://schemas.microsoft.com/office/drawing/2014/main" id="{E979A701-D8A4-6D87-D597-6B545B46A0A7}"/>
                </a:ext>
              </a:extLst>
            </p:cNvPr>
            <p:cNvPicPr>
              <a:picLocks noChangeAspect="1"/>
            </p:cNvPicPr>
            <p:nvPr/>
          </p:nvPicPr>
          <p:blipFill>
            <a:blip r:embed="rId7"/>
            <a:stretch>
              <a:fillRect/>
            </a:stretch>
          </p:blipFill>
          <p:spPr>
            <a:xfrm>
              <a:off x="5748010" y="5434963"/>
              <a:ext cx="5978806" cy="704352"/>
            </a:xfrm>
            <a:prstGeom prst="rect">
              <a:avLst/>
            </a:prstGeom>
            <a:ln w="25400">
              <a:solidFill>
                <a:schemeClr val="accent1"/>
              </a:solidFill>
            </a:ln>
          </p:spPr>
        </p:pic>
      </p:grpSp>
      <p:sp>
        <p:nvSpPr>
          <p:cNvPr id="14" name="Rectangle 13">
            <a:extLst>
              <a:ext uri="{FF2B5EF4-FFF2-40B4-BE49-F238E27FC236}">
                <a16:creationId xmlns:a16="http://schemas.microsoft.com/office/drawing/2014/main" id="{F58507F9-9B3A-A544-B919-BCA4A7CC051F}"/>
              </a:ext>
            </a:extLst>
          </p:cNvPr>
          <p:cNvSpPr/>
          <p:nvPr/>
        </p:nvSpPr>
        <p:spPr>
          <a:xfrm>
            <a:off x="14207820" y="2530250"/>
            <a:ext cx="9693906" cy="2682912"/>
          </a:xfrm>
          <a:prstGeom prst="rect">
            <a:avLst/>
          </a:prstGeom>
          <a:solidFill>
            <a:schemeClr val="bg1">
              <a:lumMod val="9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00"/>
          </a:p>
        </p:txBody>
      </p:sp>
      <p:sp>
        <p:nvSpPr>
          <p:cNvPr id="15" name="Rectangle 14">
            <a:extLst>
              <a:ext uri="{FF2B5EF4-FFF2-40B4-BE49-F238E27FC236}">
                <a16:creationId xmlns:a16="http://schemas.microsoft.com/office/drawing/2014/main" id="{FF3866AC-AF8B-7FB5-1C42-3F0ADDA91E87}"/>
              </a:ext>
            </a:extLst>
          </p:cNvPr>
          <p:cNvSpPr/>
          <p:nvPr/>
        </p:nvSpPr>
        <p:spPr>
          <a:xfrm>
            <a:off x="14190812" y="5448078"/>
            <a:ext cx="9693906" cy="1182184"/>
          </a:xfrm>
          <a:prstGeom prst="rect">
            <a:avLst/>
          </a:prstGeom>
          <a:solidFill>
            <a:schemeClr val="bg1">
              <a:lumMod val="9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00"/>
          </a:p>
        </p:txBody>
      </p:sp>
      <p:sp>
        <p:nvSpPr>
          <p:cNvPr id="22" name="Rectangle 21">
            <a:extLst>
              <a:ext uri="{FF2B5EF4-FFF2-40B4-BE49-F238E27FC236}">
                <a16:creationId xmlns:a16="http://schemas.microsoft.com/office/drawing/2014/main" id="{E727DE7E-83F0-6498-385C-146F3F16ED21}"/>
              </a:ext>
            </a:extLst>
          </p:cNvPr>
          <p:cNvSpPr/>
          <p:nvPr/>
        </p:nvSpPr>
        <p:spPr>
          <a:xfrm>
            <a:off x="14190814" y="7160924"/>
            <a:ext cx="9693906" cy="1105600"/>
          </a:xfrm>
          <a:prstGeom prst="rect">
            <a:avLst/>
          </a:prstGeom>
          <a:solidFill>
            <a:schemeClr val="bg1">
              <a:lumMod val="9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00"/>
          </a:p>
        </p:txBody>
      </p:sp>
      <p:sp>
        <p:nvSpPr>
          <p:cNvPr id="23" name="Rectangle 22">
            <a:extLst>
              <a:ext uri="{FF2B5EF4-FFF2-40B4-BE49-F238E27FC236}">
                <a16:creationId xmlns:a16="http://schemas.microsoft.com/office/drawing/2014/main" id="{5750823B-D0B6-AB32-01CD-324BB04B01B8}"/>
              </a:ext>
            </a:extLst>
          </p:cNvPr>
          <p:cNvSpPr/>
          <p:nvPr/>
        </p:nvSpPr>
        <p:spPr>
          <a:xfrm>
            <a:off x="14190812" y="8745710"/>
            <a:ext cx="9693906" cy="1104140"/>
          </a:xfrm>
          <a:prstGeom prst="rect">
            <a:avLst/>
          </a:prstGeom>
          <a:solidFill>
            <a:schemeClr val="bg1">
              <a:lumMod val="95000"/>
              <a:alpha val="6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00"/>
          </a:p>
        </p:txBody>
      </p:sp>
      <p:sp>
        <p:nvSpPr>
          <p:cNvPr id="26" name="Text Placeholder 2">
            <a:extLst>
              <a:ext uri="{FF2B5EF4-FFF2-40B4-BE49-F238E27FC236}">
                <a16:creationId xmlns:a16="http://schemas.microsoft.com/office/drawing/2014/main" id="{D45C13FE-E295-4031-0AD9-8EAAD8EDA495}"/>
              </a:ext>
            </a:extLst>
          </p:cNvPr>
          <p:cNvSpPr txBox="1">
            <a:spLocks/>
          </p:cNvSpPr>
          <p:nvPr/>
        </p:nvSpPr>
        <p:spPr>
          <a:xfrm>
            <a:off x="1107745" y="3508789"/>
            <a:ext cx="9542792" cy="20673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Autofit/>
          </a:bodyPr>
          <a:lstStyle>
            <a:lvl1pPr marL="0" marR="0" indent="0" algn="l" defTabSz="2438400" rtl="0" eaLnBrk="1" latinLnBrk="0" hangingPunct="1">
              <a:lnSpc>
                <a:spcPct val="100000"/>
              </a:lnSpc>
              <a:spcBef>
                <a:spcPts val="2900"/>
              </a:spcBef>
              <a:spcAft>
                <a:spcPts val="0"/>
              </a:spcAft>
              <a:buClrTx/>
              <a:buSzTx/>
              <a:buFontTx/>
              <a:buNone/>
              <a:tabLst/>
              <a:defRPr sz="3600" b="0" i="0" u="none" strike="noStrike" cap="none" spc="0" baseline="0">
                <a:solidFill>
                  <a:schemeClr val="tx1"/>
                </a:solidFill>
                <a:uFillTx/>
                <a:latin typeface="IBM Plex Sans Light"/>
                <a:ea typeface="IBM Plex Sans Light"/>
                <a:cs typeface="IBM Plex Sans Light"/>
                <a:sym typeface="IBM Plex Sans Light"/>
              </a:defRPr>
            </a:lvl1pPr>
            <a:lvl2pPr marL="444465" marR="0" indent="-446749" algn="l" defTabSz="2438400" rtl="0" eaLnBrk="1" latinLnBrk="0" hangingPunct="1">
              <a:lnSpc>
                <a:spcPct val="100000"/>
              </a:lnSpc>
              <a:spcBef>
                <a:spcPts val="2900"/>
              </a:spcBef>
              <a:spcAft>
                <a:spcPts val="0"/>
              </a:spcAft>
              <a:buClrTx/>
              <a:buSzPct val="100000"/>
              <a:buFont typeface="IBM Plex Sans Light" panose="020B0604020202020204" pitchFamily="34" charset="0"/>
              <a:buChar char="–"/>
              <a:tabLst/>
              <a:defRPr sz="3600" b="0" i="0" u="none" strike="noStrike" cap="none" spc="0" baseline="0">
                <a:solidFill>
                  <a:schemeClr val="tx1"/>
                </a:solidFill>
                <a:uFillTx/>
                <a:latin typeface="IBM Plex Sans Light"/>
                <a:ea typeface="IBM Plex Sans Light"/>
                <a:cs typeface="IBM Plex Sans Light"/>
                <a:sym typeface="IBM Plex Sans Light"/>
              </a:defRPr>
            </a:lvl2pPr>
            <a:lvl3pPr marL="615918" marR="0" indent="-446749" algn="l" defTabSz="2438400" rtl="0" eaLnBrk="1" latinLnBrk="0" hangingPunct="1">
              <a:lnSpc>
                <a:spcPct val="100000"/>
              </a:lnSpc>
              <a:spcBef>
                <a:spcPts val="2900"/>
              </a:spcBef>
              <a:spcAft>
                <a:spcPts val="0"/>
              </a:spcAft>
              <a:buClrTx/>
              <a:buSzPct val="100000"/>
              <a:buFont typeface="IBM Plex Sans Light" panose="020B0604020202020204" pitchFamily="34" charset="0"/>
              <a:buChar char="•"/>
              <a:tabLst/>
              <a:defRPr sz="3600" b="0" i="0" u="none" strike="noStrike" cap="none" spc="0" baseline="0">
                <a:solidFill>
                  <a:schemeClr val="tx1"/>
                </a:solidFill>
                <a:uFillTx/>
                <a:latin typeface="IBM Plex Sans Light"/>
                <a:ea typeface="IBM Plex Sans Light"/>
                <a:cs typeface="IBM Plex Sans Light"/>
                <a:sym typeface="IBM Plex Sans Light"/>
              </a:defRPr>
            </a:lvl3pPr>
            <a:lvl4pPr marL="901671" marR="0" indent="-446749" algn="l" defTabSz="2438400" rtl="0" eaLnBrk="1" latinLnBrk="0" hangingPunct="1">
              <a:lnSpc>
                <a:spcPct val="100000"/>
              </a:lnSpc>
              <a:spcBef>
                <a:spcPts val="2900"/>
              </a:spcBef>
              <a:spcAft>
                <a:spcPts val="0"/>
              </a:spcAft>
              <a:buClrTx/>
              <a:buSzPct val="100000"/>
              <a:buFont typeface="IBM Plex Sans Light" panose="020B0604020202020204" pitchFamily="34" charset="0"/>
              <a:buChar char="–"/>
              <a:tabLst/>
              <a:defRPr sz="3600" b="0" i="0" u="none" strike="noStrike" cap="none" spc="0" baseline="0">
                <a:solidFill>
                  <a:schemeClr val="tx1"/>
                </a:solidFill>
                <a:uFillTx/>
                <a:latin typeface="IBM Plex Sans Light"/>
                <a:ea typeface="IBM Plex Sans Light"/>
                <a:cs typeface="IBM Plex Sans Light"/>
                <a:sym typeface="IBM Plex Sans Light"/>
              </a:defRPr>
            </a:lvl4pPr>
            <a:lvl5pPr marL="1076298" marR="0" indent="-446749" algn="l" defTabSz="2438400" rtl="0" eaLnBrk="1" latinLnBrk="0" hangingPunct="1">
              <a:lnSpc>
                <a:spcPct val="100000"/>
              </a:lnSpc>
              <a:spcBef>
                <a:spcPts val="2900"/>
              </a:spcBef>
              <a:spcAft>
                <a:spcPts val="0"/>
              </a:spcAft>
              <a:buClrTx/>
              <a:buSzPct val="100000"/>
              <a:buFont typeface="IBM Plex Sans Light" panose="020B0604020202020204" pitchFamily="34" charset="0"/>
              <a:buChar char="»"/>
              <a:tabLst/>
              <a:defRPr sz="3600" b="0" i="0" u="none" strike="noStrike" cap="none" spc="0" baseline="0">
                <a:solidFill>
                  <a:srgbClr val="000000"/>
                </a:solidFill>
                <a:uFillTx/>
                <a:latin typeface="IBM Plex Sans Light"/>
                <a:ea typeface="IBM Plex Sans Light"/>
                <a:cs typeface="IBM Plex Sans Light"/>
                <a:sym typeface="IBM Plex Sans Light"/>
              </a:defRPr>
            </a:lvl5pPr>
            <a:lvl6pPr marL="184306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IBM Plex Sans Light"/>
                <a:ea typeface="IBM Plex Sans Light"/>
                <a:cs typeface="IBM Plex Sans Light"/>
                <a:sym typeface="IBM Plex Sans Light"/>
              </a:defRPr>
            </a:lvl6pPr>
            <a:lvl7pPr marL="2205631"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IBM Plex Sans Light"/>
                <a:ea typeface="IBM Plex Sans Light"/>
                <a:cs typeface="IBM Plex Sans Light"/>
                <a:sym typeface="IBM Plex Sans Light"/>
              </a:defRPr>
            </a:lvl7pPr>
            <a:lvl8pPr marL="2568200"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IBM Plex Sans Light"/>
                <a:ea typeface="IBM Plex Sans Light"/>
                <a:cs typeface="IBM Plex Sans Light"/>
                <a:sym typeface="IBM Plex Sans Light"/>
              </a:defRPr>
            </a:lvl8pPr>
            <a:lvl9pPr marL="2930769" marR="0" indent="-389009" algn="l" defTabSz="2438400" rtl="0" eaLnBrk="1" latinLnBrk="0" hangingPunct="1">
              <a:lnSpc>
                <a:spcPct val="100000"/>
              </a:lnSpc>
              <a:spcBef>
                <a:spcPts val="2900"/>
              </a:spcBef>
              <a:spcAft>
                <a:spcPts val="0"/>
              </a:spcAft>
              <a:buClrTx/>
              <a:buSzPct val="100000"/>
              <a:buFontTx/>
              <a:buChar char="»"/>
              <a:tabLst/>
              <a:defRPr sz="3600" b="0" i="0" u="none" strike="noStrike" cap="none" spc="0" baseline="0">
                <a:solidFill>
                  <a:srgbClr val="000000"/>
                </a:solidFill>
                <a:uFillTx/>
                <a:latin typeface="IBM Plex Sans Light"/>
                <a:ea typeface="IBM Plex Sans Light"/>
                <a:cs typeface="IBM Plex Sans Light"/>
                <a:sym typeface="IBM Plex Sans Light"/>
              </a:defRPr>
            </a:lvl9pPr>
          </a:lstStyle>
          <a:p>
            <a:pPr marL="571500" indent="-571500">
              <a:buFont typeface="Arial" panose="020B0604020202020204" pitchFamily="34" charset="0"/>
              <a:buChar char="•"/>
            </a:pPr>
            <a:r>
              <a:rPr lang="en-US" sz="2800" kern="0" dirty="0">
                <a:latin typeface="IBM Plex Sans" panose="020B0503050203000203" pitchFamily="34" charset="0"/>
                <a:ea typeface="+mn-ea"/>
                <a:cs typeface="+mn-cs"/>
              </a:rPr>
              <a:t>Provide instructions on what the agent should do, how it should respond &amp; any restrictions</a:t>
            </a:r>
          </a:p>
          <a:p>
            <a:pPr marL="571500" indent="-571500">
              <a:buFont typeface="Arial" panose="020B0604020202020204" pitchFamily="34" charset="0"/>
              <a:buChar char="•"/>
            </a:pPr>
            <a:r>
              <a:rPr lang="en-US" sz="2800" kern="0" dirty="0">
                <a:latin typeface="IBM Plex Sans" panose="020B0503050203000203" pitchFamily="34" charset="0"/>
                <a:ea typeface="+mn-ea"/>
                <a:cs typeface="+mn-cs"/>
              </a:rPr>
              <a:t>Activate the channels where the agent will be active</a:t>
            </a:r>
          </a:p>
          <a:p>
            <a:pPr marL="571500" indent="-571500">
              <a:buFont typeface="Arial" panose="020B0604020202020204" pitchFamily="34" charset="0"/>
              <a:buChar char="•"/>
            </a:pPr>
            <a:r>
              <a:rPr lang="en-US" sz="2800" kern="0" dirty="0">
                <a:latin typeface="IBM Plex Sans" panose="020B0503050203000203" pitchFamily="34" charset="0"/>
                <a:ea typeface="+mn-ea"/>
                <a:cs typeface="+mn-cs"/>
              </a:rPr>
              <a:t>Preview directly from build UI</a:t>
            </a:r>
          </a:p>
        </p:txBody>
      </p:sp>
      <p:pic>
        <p:nvPicPr>
          <p:cNvPr id="32" name="Picture 31">
            <a:extLst>
              <a:ext uri="{FF2B5EF4-FFF2-40B4-BE49-F238E27FC236}">
                <a16:creationId xmlns:a16="http://schemas.microsoft.com/office/drawing/2014/main" id="{1A574A60-8FF5-5E22-1925-7256E4B58E59}"/>
              </a:ext>
            </a:extLst>
          </p:cNvPr>
          <p:cNvPicPr>
            <a:picLocks noChangeAspect="1"/>
          </p:cNvPicPr>
          <p:nvPr/>
        </p:nvPicPr>
        <p:blipFill>
          <a:blip r:embed="rId8"/>
          <a:stretch>
            <a:fillRect/>
          </a:stretch>
        </p:blipFill>
        <p:spPr>
          <a:xfrm>
            <a:off x="1716087" y="6768642"/>
            <a:ext cx="7772400" cy="4915450"/>
          </a:xfrm>
          <a:prstGeom prst="rect">
            <a:avLst/>
          </a:prstGeom>
        </p:spPr>
      </p:pic>
    </p:spTree>
    <p:extLst>
      <p:ext uri="{BB962C8B-B14F-4D97-AF65-F5344CB8AC3E}">
        <p14:creationId xmlns:p14="http://schemas.microsoft.com/office/powerpoint/2010/main" val="2296865335"/>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01A03-D614-3FBF-29C9-86A0C597BC21}"/>
              </a:ext>
            </a:extLst>
          </p:cNvPr>
          <p:cNvSpPr>
            <a:spLocks noGrp="1"/>
          </p:cNvSpPr>
          <p:nvPr>
            <p:ph type="title"/>
          </p:nvPr>
        </p:nvSpPr>
        <p:spPr/>
        <p:txBody>
          <a:bodyPr/>
          <a:lstStyle/>
          <a:p>
            <a:r>
              <a:rPr lang="en-US" dirty="0"/>
              <a:t>ADK</a:t>
            </a:r>
          </a:p>
        </p:txBody>
      </p:sp>
      <p:sp>
        <p:nvSpPr>
          <p:cNvPr id="3" name="Text Placeholder 2">
            <a:extLst>
              <a:ext uri="{FF2B5EF4-FFF2-40B4-BE49-F238E27FC236}">
                <a16:creationId xmlns:a16="http://schemas.microsoft.com/office/drawing/2014/main" id="{D19A1641-7636-8484-CB08-8E1301B3B234}"/>
              </a:ext>
            </a:extLst>
          </p:cNvPr>
          <p:cNvSpPr>
            <a:spLocks noGrp="1"/>
          </p:cNvSpPr>
          <p:nvPr>
            <p:ph type="body" sz="quarter" idx="15"/>
          </p:nvPr>
        </p:nvSpPr>
        <p:spPr/>
        <p:txBody>
          <a:bodyPr/>
          <a:lstStyle/>
          <a:p>
            <a:r>
              <a:rPr lang="en-US" dirty="0"/>
              <a:t>Tools for building agents</a:t>
            </a:r>
          </a:p>
        </p:txBody>
      </p:sp>
      <p:sp>
        <p:nvSpPr>
          <p:cNvPr id="4" name="Text Placeholder 3">
            <a:extLst>
              <a:ext uri="{FF2B5EF4-FFF2-40B4-BE49-F238E27FC236}">
                <a16:creationId xmlns:a16="http://schemas.microsoft.com/office/drawing/2014/main" id="{4B01161F-37B0-5C88-9A46-533914D87E84}"/>
              </a:ext>
            </a:extLst>
          </p:cNvPr>
          <p:cNvSpPr>
            <a:spLocks noGrp="1"/>
          </p:cNvSpPr>
          <p:nvPr>
            <p:ph type="body" sz="quarter" idx="12"/>
          </p:nvPr>
        </p:nvSpPr>
        <p:spPr/>
        <p:txBody>
          <a:bodyPr/>
          <a:lstStyle/>
          <a:p>
            <a:r>
              <a:rPr lang="en-US" dirty="0"/>
              <a:t>The IBM watsonx Orchestrate Agent Development Kit (ADK) is a set of tools designed to make it easy to build and deploy agents using watsonx Orchestrate.</a:t>
            </a:r>
          </a:p>
        </p:txBody>
      </p:sp>
      <p:sp>
        <p:nvSpPr>
          <p:cNvPr id="5" name="Text Placeholder 4">
            <a:extLst>
              <a:ext uri="{FF2B5EF4-FFF2-40B4-BE49-F238E27FC236}">
                <a16:creationId xmlns:a16="http://schemas.microsoft.com/office/drawing/2014/main" id="{70105A2C-B064-D56F-A473-0DC9BF74AB31}"/>
              </a:ext>
            </a:extLst>
          </p:cNvPr>
          <p:cNvSpPr>
            <a:spLocks noGrp="1"/>
          </p:cNvSpPr>
          <p:nvPr>
            <p:ph type="body" sz="quarter" idx="16"/>
          </p:nvPr>
        </p:nvSpPr>
        <p:spPr/>
        <p:txBody>
          <a:bodyPr/>
          <a:lstStyle/>
          <a:p>
            <a:r>
              <a:rPr lang="en-US" dirty="0"/>
              <a:t>Packaging</a:t>
            </a:r>
          </a:p>
        </p:txBody>
      </p:sp>
      <p:sp>
        <p:nvSpPr>
          <p:cNvPr id="6" name="Text Placeholder 5">
            <a:extLst>
              <a:ext uri="{FF2B5EF4-FFF2-40B4-BE49-F238E27FC236}">
                <a16:creationId xmlns:a16="http://schemas.microsoft.com/office/drawing/2014/main" id="{4F9E9115-87DA-0CAA-AEDD-386B7E71AB96}"/>
              </a:ext>
            </a:extLst>
          </p:cNvPr>
          <p:cNvSpPr>
            <a:spLocks noGrp="1"/>
          </p:cNvSpPr>
          <p:nvPr>
            <p:ph type="body" sz="quarter" idx="13"/>
          </p:nvPr>
        </p:nvSpPr>
        <p:spPr/>
        <p:txBody>
          <a:bodyPr/>
          <a:lstStyle/>
          <a:p>
            <a:r>
              <a:rPr lang="en-US" dirty="0"/>
              <a:t>Packaged as a Python library and command line tool that allows builders to configure agents that run on the IBM watsonx Orchestrate platform.</a:t>
            </a:r>
          </a:p>
          <a:p>
            <a:endParaRPr lang="en-US" dirty="0"/>
          </a:p>
          <a:p>
            <a:r>
              <a:rPr lang="en-US" dirty="0"/>
              <a:t>A VSCode plugin helps developers work more efficiently. </a:t>
            </a:r>
          </a:p>
        </p:txBody>
      </p:sp>
      <p:sp>
        <p:nvSpPr>
          <p:cNvPr id="7" name="Text Placeholder 6">
            <a:extLst>
              <a:ext uri="{FF2B5EF4-FFF2-40B4-BE49-F238E27FC236}">
                <a16:creationId xmlns:a16="http://schemas.microsoft.com/office/drawing/2014/main" id="{43F2876D-E109-DFF7-23BD-81C78BBC3024}"/>
              </a:ext>
            </a:extLst>
          </p:cNvPr>
          <p:cNvSpPr>
            <a:spLocks noGrp="1"/>
          </p:cNvSpPr>
          <p:nvPr>
            <p:ph type="body" sz="quarter" idx="17"/>
          </p:nvPr>
        </p:nvSpPr>
        <p:spPr/>
        <p:txBody>
          <a:bodyPr/>
          <a:lstStyle/>
          <a:p>
            <a:r>
              <a:rPr lang="en-US" dirty="0"/>
              <a:t>On Premises, SaaS and Developer Edition</a:t>
            </a:r>
          </a:p>
        </p:txBody>
      </p:sp>
      <p:sp>
        <p:nvSpPr>
          <p:cNvPr id="8" name="Text Placeholder 7">
            <a:extLst>
              <a:ext uri="{FF2B5EF4-FFF2-40B4-BE49-F238E27FC236}">
                <a16:creationId xmlns:a16="http://schemas.microsoft.com/office/drawing/2014/main" id="{A60A868B-0E11-DFED-0D10-02352B949B52}"/>
              </a:ext>
            </a:extLst>
          </p:cNvPr>
          <p:cNvSpPr>
            <a:spLocks noGrp="1"/>
          </p:cNvSpPr>
          <p:nvPr>
            <p:ph type="body" sz="quarter" idx="14"/>
          </p:nvPr>
        </p:nvSpPr>
        <p:spPr/>
        <p:txBody>
          <a:bodyPr/>
          <a:lstStyle/>
          <a:p>
            <a:r>
              <a:rPr lang="en-US" dirty="0"/>
              <a:t>Works with multiple watsonx Orchestrate environments.</a:t>
            </a:r>
          </a:p>
          <a:p>
            <a:endParaRPr lang="en-US" dirty="0"/>
          </a:p>
          <a:p>
            <a:pPr marL="571500" indent="-571500">
              <a:buFont typeface="Arial" panose="020B0604020202020204" pitchFamily="34" charset="0"/>
              <a:buChar char="•"/>
            </a:pPr>
            <a:r>
              <a:rPr lang="en-US" dirty="0"/>
              <a:t>On-premises</a:t>
            </a:r>
          </a:p>
          <a:p>
            <a:pPr marL="571500" indent="-571500">
              <a:buFont typeface="Arial" panose="020B0604020202020204" pitchFamily="34" charset="0"/>
              <a:buChar char="•"/>
            </a:pPr>
            <a:r>
              <a:rPr lang="en-US" dirty="0"/>
              <a:t>IBM Cloud</a:t>
            </a:r>
          </a:p>
          <a:p>
            <a:pPr marL="571500" indent="-571500">
              <a:buFont typeface="Arial" panose="020B0604020202020204" pitchFamily="34" charset="0"/>
              <a:buChar char="•"/>
            </a:pPr>
            <a:r>
              <a:rPr lang="en-US" dirty="0"/>
              <a:t>AWS</a:t>
            </a:r>
          </a:p>
          <a:p>
            <a:pPr marL="571500" indent="-571500">
              <a:buFont typeface="Arial" panose="020B0604020202020204" pitchFamily="34" charset="0"/>
              <a:buChar char="•"/>
            </a:pPr>
            <a:r>
              <a:rPr lang="en-US" dirty="0"/>
              <a:t>Developer Edition</a:t>
            </a:r>
          </a:p>
          <a:p>
            <a:endParaRPr lang="en-US" dirty="0"/>
          </a:p>
          <a:p>
            <a:r>
              <a:rPr lang="en-US" dirty="0"/>
              <a:t>Developer edition requires a suitable container manager supporting Docker and Docker Compose.</a:t>
            </a:r>
          </a:p>
        </p:txBody>
      </p:sp>
    </p:spTree>
    <p:extLst>
      <p:ext uri="{BB962C8B-B14F-4D97-AF65-F5344CB8AC3E}">
        <p14:creationId xmlns:p14="http://schemas.microsoft.com/office/powerpoint/2010/main" val="2436238714"/>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B72EF-EAE2-7B2B-AED9-CC197FD44C99}"/>
              </a:ext>
            </a:extLst>
          </p:cNvPr>
          <p:cNvSpPr>
            <a:spLocks noGrp="1"/>
          </p:cNvSpPr>
          <p:nvPr>
            <p:ph type="title"/>
          </p:nvPr>
        </p:nvSpPr>
        <p:spPr/>
        <p:txBody>
          <a:bodyPr/>
          <a:lstStyle/>
          <a:p>
            <a:r>
              <a:rPr lang="en-US" dirty="0"/>
              <a:t>ADK feature highlights</a:t>
            </a:r>
          </a:p>
        </p:txBody>
      </p:sp>
      <p:sp>
        <p:nvSpPr>
          <p:cNvPr id="3" name="Text Placeholder 2">
            <a:extLst>
              <a:ext uri="{FF2B5EF4-FFF2-40B4-BE49-F238E27FC236}">
                <a16:creationId xmlns:a16="http://schemas.microsoft.com/office/drawing/2014/main" id="{211FF69D-D8ED-3515-188C-73FEDDD2C390}"/>
              </a:ext>
            </a:extLst>
          </p:cNvPr>
          <p:cNvSpPr>
            <a:spLocks noGrp="1"/>
          </p:cNvSpPr>
          <p:nvPr>
            <p:ph type="body" sz="quarter" idx="12"/>
          </p:nvPr>
        </p:nvSpPr>
        <p:spPr/>
        <p:txBody>
          <a:bodyPr/>
          <a:lstStyle/>
          <a:p>
            <a:r>
              <a:rPr lang="en-US" dirty="0">
                <a:solidFill>
                  <a:schemeClr val="accent1"/>
                </a:solidFill>
              </a:rPr>
              <a:t>Agents</a:t>
            </a:r>
          </a:p>
          <a:p>
            <a:endParaRPr lang="en-US" dirty="0">
              <a:solidFill>
                <a:schemeClr val="accent1"/>
              </a:solidFill>
            </a:endParaRPr>
          </a:p>
          <a:p>
            <a:r>
              <a:rPr lang="en-US" dirty="0"/>
              <a:t>Create agents with greater control over their configuration and access to advanced features such as access context variables.</a:t>
            </a:r>
          </a:p>
        </p:txBody>
      </p:sp>
      <p:sp>
        <p:nvSpPr>
          <p:cNvPr id="4" name="Text Placeholder 3">
            <a:extLst>
              <a:ext uri="{FF2B5EF4-FFF2-40B4-BE49-F238E27FC236}">
                <a16:creationId xmlns:a16="http://schemas.microsoft.com/office/drawing/2014/main" id="{14FA8BD4-6992-C452-5F61-6F8B5047E949}"/>
              </a:ext>
            </a:extLst>
          </p:cNvPr>
          <p:cNvSpPr>
            <a:spLocks noGrp="1"/>
          </p:cNvSpPr>
          <p:nvPr>
            <p:ph type="body" sz="quarter" idx="13"/>
          </p:nvPr>
        </p:nvSpPr>
        <p:spPr/>
        <p:txBody>
          <a:bodyPr/>
          <a:lstStyle/>
          <a:p>
            <a:r>
              <a:rPr lang="en-US" dirty="0">
                <a:solidFill>
                  <a:schemeClr val="accent1"/>
                </a:solidFill>
              </a:rPr>
              <a:t>Tools/Toolkits</a:t>
            </a:r>
          </a:p>
          <a:p>
            <a:endParaRPr lang="en-US" dirty="0"/>
          </a:p>
          <a:p>
            <a:r>
              <a:rPr lang="en-US" dirty="0"/>
              <a:t>Tools in the ADK can use Python, accept and return files. </a:t>
            </a:r>
          </a:p>
          <a:p>
            <a:endParaRPr lang="en-US" dirty="0"/>
          </a:p>
          <a:p>
            <a:r>
              <a:rPr lang="en-US" dirty="0"/>
              <a:t>Tools can be created from OpenAPI and MCP.</a:t>
            </a:r>
          </a:p>
        </p:txBody>
      </p:sp>
      <p:sp>
        <p:nvSpPr>
          <p:cNvPr id="5" name="Text Placeholder 4">
            <a:extLst>
              <a:ext uri="{FF2B5EF4-FFF2-40B4-BE49-F238E27FC236}">
                <a16:creationId xmlns:a16="http://schemas.microsoft.com/office/drawing/2014/main" id="{DA1877B0-C29F-88B2-9055-7528C0432EEB}"/>
              </a:ext>
            </a:extLst>
          </p:cNvPr>
          <p:cNvSpPr>
            <a:spLocks noGrp="1"/>
          </p:cNvSpPr>
          <p:nvPr>
            <p:ph type="body" sz="quarter" idx="11"/>
          </p:nvPr>
        </p:nvSpPr>
        <p:spPr/>
        <p:txBody>
          <a:bodyPr/>
          <a:lstStyle/>
          <a:p>
            <a:r>
              <a:rPr lang="en-US" dirty="0">
                <a:solidFill>
                  <a:schemeClr val="accent1"/>
                </a:solidFill>
              </a:rPr>
              <a:t>Knowledge</a:t>
            </a:r>
          </a:p>
          <a:p>
            <a:endParaRPr lang="en-US" dirty="0"/>
          </a:p>
          <a:p>
            <a:r>
              <a:rPr lang="en-GB" dirty="0"/>
              <a:t>Create, import, list, update, and delete knowledge bases, giving you full control over how your agents access and manage information.</a:t>
            </a:r>
            <a:endParaRPr lang="en-US" dirty="0"/>
          </a:p>
        </p:txBody>
      </p:sp>
      <p:sp>
        <p:nvSpPr>
          <p:cNvPr id="6" name="Text Placeholder 5">
            <a:extLst>
              <a:ext uri="{FF2B5EF4-FFF2-40B4-BE49-F238E27FC236}">
                <a16:creationId xmlns:a16="http://schemas.microsoft.com/office/drawing/2014/main" id="{1C099CF3-D1F2-DF92-1CD5-4B4B93FE4431}"/>
              </a:ext>
            </a:extLst>
          </p:cNvPr>
          <p:cNvSpPr>
            <a:spLocks noGrp="1"/>
          </p:cNvSpPr>
          <p:nvPr>
            <p:ph type="body" sz="quarter" idx="19"/>
          </p:nvPr>
        </p:nvSpPr>
        <p:spPr/>
        <p:txBody>
          <a:bodyPr/>
          <a:lstStyle/>
          <a:p>
            <a:r>
              <a:rPr lang="en-US" dirty="0">
                <a:solidFill>
                  <a:schemeClr val="accent1"/>
                </a:solidFill>
              </a:rPr>
              <a:t>Models</a:t>
            </a:r>
          </a:p>
          <a:p>
            <a:endParaRPr lang="en-US" dirty="0"/>
          </a:p>
          <a:p>
            <a:r>
              <a:rPr lang="en-GB" dirty="0"/>
              <a:t>Use third party models using the AI gateway. Set policies to handle routing between multiple models for use cases such as load-balancing and fallback.</a:t>
            </a:r>
            <a:endParaRPr lang="en-US" dirty="0"/>
          </a:p>
        </p:txBody>
      </p:sp>
      <p:sp>
        <p:nvSpPr>
          <p:cNvPr id="7" name="Text Placeholder 6">
            <a:extLst>
              <a:ext uri="{FF2B5EF4-FFF2-40B4-BE49-F238E27FC236}">
                <a16:creationId xmlns:a16="http://schemas.microsoft.com/office/drawing/2014/main" id="{AE3FB71A-E6A8-311B-5F28-C43DC1B6CEAE}"/>
              </a:ext>
            </a:extLst>
          </p:cNvPr>
          <p:cNvSpPr>
            <a:spLocks noGrp="1"/>
          </p:cNvSpPr>
          <p:nvPr>
            <p:ph type="body" sz="quarter" idx="20"/>
          </p:nvPr>
        </p:nvSpPr>
        <p:spPr/>
        <p:txBody>
          <a:bodyPr/>
          <a:lstStyle/>
          <a:p>
            <a:r>
              <a:rPr lang="en-US" dirty="0">
                <a:solidFill>
                  <a:schemeClr val="accent1"/>
                </a:solidFill>
              </a:rPr>
              <a:t>Connections</a:t>
            </a:r>
          </a:p>
          <a:p>
            <a:endParaRPr lang="en-US" dirty="0"/>
          </a:p>
          <a:p>
            <a:r>
              <a:rPr lang="en-GB" dirty="0"/>
              <a:t>Manage connections to external services for tools and knowledge bases.</a:t>
            </a:r>
          </a:p>
          <a:p>
            <a:endParaRPr lang="en-GB" dirty="0"/>
          </a:p>
          <a:p>
            <a:r>
              <a:rPr lang="en-GB" dirty="0"/>
              <a:t>Provide credentials for OpenAPI and Python tools. </a:t>
            </a:r>
          </a:p>
          <a:p>
            <a:endParaRPr lang="en-GB" dirty="0"/>
          </a:p>
          <a:p>
            <a:endParaRPr lang="en-US" dirty="0"/>
          </a:p>
        </p:txBody>
      </p:sp>
      <p:sp>
        <p:nvSpPr>
          <p:cNvPr id="8" name="Text Placeholder 7">
            <a:extLst>
              <a:ext uri="{FF2B5EF4-FFF2-40B4-BE49-F238E27FC236}">
                <a16:creationId xmlns:a16="http://schemas.microsoft.com/office/drawing/2014/main" id="{4ED22051-1DF4-359F-CC1B-0778B0EA6EA6}"/>
              </a:ext>
            </a:extLst>
          </p:cNvPr>
          <p:cNvSpPr>
            <a:spLocks noGrp="1"/>
          </p:cNvSpPr>
          <p:nvPr>
            <p:ph type="body" sz="quarter" idx="14"/>
          </p:nvPr>
        </p:nvSpPr>
        <p:spPr/>
        <p:txBody>
          <a:bodyPr/>
          <a:lstStyle/>
          <a:p>
            <a:r>
              <a:rPr lang="en-US" dirty="0">
                <a:solidFill>
                  <a:schemeClr val="accent1"/>
                </a:solidFill>
              </a:rPr>
              <a:t>Evaluations</a:t>
            </a:r>
          </a:p>
          <a:p>
            <a:endParaRPr lang="en-US" dirty="0"/>
          </a:p>
          <a:p>
            <a:r>
              <a:rPr lang="en-US" dirty="0"/>
              <a:t>Use user stories to test the behavior of agents. </a:t>
            </a:r>
          </a:p>
          <a:p>
            <a:endParaRPr lang="en-US" dirty="0"/>
          </a:p>
          <a:p>
            <a:r>
              <a:rPr lang="en-US" dirty="0"/>
              <a:t>User stories provide conversation context, goals and expected results used for evaluating responses.</a:t>
            </a:r>
          </a:p>
        </p:txBody>
      </p:sp>
    </p:spTree>
    <p:extLst>
      <p:ext uri="{BB962C8B-B14F-4D97-AF65-F5344CB8AC3E}">
        <p14:creationId xmlns:p14="http://schemas.microsoft.com/office/powerpoint/2010/main" val="3134534864"/>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90473-066B-56E6-F005-B86D4C7DF5D4}"/>
              </a:ext>
            </a:extLst>
          </p:cNvPr>
          <p:cNvSpPr>
            <a:spLocks noGrp="1"/>
          </p:cNvSpPr>
          <p:nvPr>
            <p:ph type="title"/>
          </p:nvPr>
        </p:nvSpPr>
        <p:spPr>
          <a:xfrm>
            <a:off x="576000" y="576000"/>
            <a:ext cx="13147447" cy="2663825"/>
          </a:xfrm>
        </p:spPr>
        <p:txBody>
          <a:bodyPr/>
          <a:lstStyle/>
          <a:p>
            <a:r>
              <a:rPr lang="en-US" dirty="0"/>
              <a:t>ADK command highlights</a:t>
            </a:r>
          </a:p>
        </p:txBody>
      </p:sp>
      <p:pic>
        <p:nvPicPr>
          <p:cNvPr id="15" name="Picture 14" descr="A screenshot of a computer&#10;&#10;AI-generated content may be incorrect.">
            <a:extLst>
              <a:ext uri="{FF2B5EF4-FFF2-40B4-BE49-F238E27FC236}">
                <a16:creationId xmlns:a16="http://schemas.microsoft.com/office/drawing/2014/main" id="{61A53873-B561-113C-BAE3-A538FE8ECEC9}"/>
              </a:ext>
            </a:extLst>
          </p:cNvPr>
          <p:cNvPicPr>
            <a:picLocks noChangeAspect="1"/>
          </p:cNvPicPr>
          <p:nvPr/>
        </p:nvPicPr>
        <p:blipFill>
          <a:blip r:embed="rId3"/>
          <a:srcRect b="23168"/>
          <a:stretch>
            <a:fillRect/>
          </a:stretch>
        </p:blipFill>
        <p:spPr>
          <a:xfrm>
            <a:off x="3665511" y="2796912"/>
            <a:ext cx="19359852" cy="9645686"/>
          </a:xfrm>
          <a:prstGeom prst="rect">
            <a:avLst/>
          </a:prstGeom>
        </p:spPr>
      </p:pic>
      <p:grpSp>
        <p:nvGrpSpPr>
          <p:cNvPr id="18" name="Group 17">
            <a:extLst>
              <a:ext uri="{FF2B5EF4-FFF2-40B4-BE49-F238E27FC236}">
                <a16:creationId xmlns:a16="http://schemas.microsoft.com/office/drawing/2014/main" id="{C8FB82FC-DB3B-54B3-0F11-5E3500CEAF23}"/>
              </a:ext>
            </a:extLst>
          </p:cNvPr>
          <p:cNvGrpSpPr/>
          <p:nvPr/>
        </p:nvGrpSpPr>
        <p:grpSpPr>
          <a:xfrm>
            <a:off x="2692989" y="5138045"/>
            <a:ext cx="560334" cy="1616506"/>
            <a:chOff x="1091274" y="2607366"/>
            <a:chExt cx="560334" cy="1083055"/>
          </a:xfrm>
        </p:grpSpPr>
        <p:cxnSp>
          <p:nvCxnSpPr>
            <p:cNvPr id="19" name="Straight Connector 18">
              <a:extLst>
                <a:ext uri="{FF2B5EF4-FFF2-40B4-BE49-F238E27FC236}">
                  <a16:creationId xmlns:a16="http://schemas.microsoft.com/office/drawing/2014/main" id="{9427D8DA-0410-3620-F21C-516E10A0A71B}"/>
                </a:ext>
              </a:extLst>
            </p:cNvPr>
            <p:cNvCxnSpPr/>
            <p:nvPr/>
          </p:nvCxnSpPr>
          <p:spPr>
            <a:xfrm>
              <a:off x="1098115" y="2607366"/>
              <a:ext cx="546653" cy="0"/>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2493F4F2-34E4-BB65-BF8E-4AFE62CFBB28}"/>
                </a:ext>
              </a:extLst>
            </p:cNvPr>
            <p:cNvCxnSpPr/>
            <p:nvPr/>
          </p:nvCxnSpPr>
          <p:spPr>
            <a:xfrm>
              <a:off x="1104955" y="3690421"/>
              <a:ext cx="54665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976866BC-0587-5805-53F1-FCAB00A75A8F}"/>
                </a:ext>
              </a:extLst>
            </p:cNvPr>
            <p:cNvCxnSpPr>
              <a:cxnSpLocks/>
            </p:cNvCxnSpPr>
            <p:nvPr/>
          </p:nvCxnSpPr>
          <p:spPr>
            <a:xfrm flipH="1" flipV="1">
              <a:off x="1091274" y="2607366"/>
              <a:ext cx="6841" cy="1083055"/>
            </a:xfrm>
            <a:prstGeom prst="line">
              <a:avLst/>
            </a:prstGeom>
          </p:spPr>
          <p:style>
            <a:lnRef idx="2">
              <a:schemeClr val="accent1"/>
            </a:lnRef>
            <a:fillRef idx="0">
              <a:schemeClr val="accent1"/>
            </a:fillRef>
            <a:effectRef idx="1">
              <a:schemeClr val="accent1"/>
            </a:effectRef>
            <a:fontRef idx="minor">
              <a:schemeClr val="tx1"/>
            </a:fontRef>
          </p:style>
        </p:cxnSp>
      </p:grpSp>
      <p:cxnSp>
        <p:nvCxnSpPr>
          <p:cNvPr id="22" name="Straight Connector 21">
            <a:extLst>
              <a:ext uri="{FF2B5EF4-FFF2-40B4-BE49-F238E27FC236}">
                <a16:creationId xmlns:a16="http://schemas.microsoft.com/office/drawing/2014/main" id="{8AF87E9D-9DBD-0F0B-E466-16C02DF86093}"/>
              </a:ext>
            </a:extLst>
          </p:cNvPr>
          <p:cNvCxnSpPr>
            <a:cxnSpLocks/>
          </p:cNvCxnSpPr>
          <p:nvPr/>
        </p:nvCxnSpPr>
        <p:spPr>
          <a:xfrm>
            <a:off x="2442807" y="5998764"/>
            <a:ext cx="249575" cy="0"/>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grpSp>
        <p:nvGrpSpPr>
          <p:cNvPr id="23" name="Group 22">
            <a:extLst>
              <a:ext uri="{FF2B5EF4-FFF2-40B4-BE49-F238E27FC236}">
                <a16:creationId xmlns:a16="http://schemas.microsoft.com/office/drawing/2014/main" id="{82E25316-6DE5-8E32-9A11-C474711C260C}"/>
              </a:ext>
            </a:extLst>
          </p:cNvPr>
          <p:cNvGrpSpPr/>
          <p:nvPr/>
        </p:nvGrpSpPr>
        <p:grpSpPr>
          <a:xfrm>
            <a:off x="2635219" y="7607817"/>
            <a:ext cx="575229" cy="4507605"/>
            <a:chOff x="516834" y="3538331"/>
            <a:chExt cx="575229" cy="4154718"/>
          </a:xfrm>
        </p:grpSpPr>
        <p:cxnSp>
          <p:nvCxnSpPr>
            <p:cNvPr id="24" name="Straight Connector 23">
              <a:extLst>
                <a:ext uri="{FF2B5EF4-FFF2-40B4-BE49-F238E27FC236}">
                  <a16:creationId xmlns:a16="http://schemas.microsoft.com/office/drawing/2014/main" id="{883B13E3-A8F7-3E57-EFA1-F5DC1D3EA8B6}"/>
                </a:ext>
              </a:extLst>
            </p:cNvPr>
            <p:cNvCxnSpPr/>
            <p:nvPr/>
          </p:nvCxnSpPr>
          <p:spPr>
            <a:xfrm>
              <a:off x="516834" y="3538331"/>
              <a:ext cx="54665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CE3A1FF6-3094-3536-0FF2-0ABDFA614B74}"/>
                </a:ext>
              </a:extLst>
            </p:cNvPr>
            <p:cNvCxnSpPr/>
            <p:nvPr/>
          </p:nvCxnSpPr>
          <p:spPr>
            <a:xfrm>
              <a:off x="545410" y="7693049"/>
              <a:ext cx="54665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011111D7-8239-938D-5DD1-9D564AB7FFD6}"/>
                </a:ext>
              </a:extLst>
            </p:cNvPr>
            <p:cNvCxnSpPr>
              <a:cxnSpLocks/>
            </p:cNvCxnSpPr>
            <p:nvPr/>
          </p:nvCxnSpPr>
          <p:spPr>
            <a:xfrm flipH="1" flipV="1">
              <a:off x="523674" y="3538331"/>
              <a:ext cx="38771" cy="4154718"/>
            </a:xfrm>
            <a:prstGeom prst="line">
              <a:avLst/>
            </a:prstGeom>
          </p:spPr>
          <p:style>
            <a:lnRef idx="2">
              <a:schemeClr val="accent1"/>
            </a:lnRef>
            <a:fillRef idx="0">
              <a:schemeClr val="accent1"/>
            </a:fillRef>
            <a:effectRef idx="1">
              <a:schemeClr val="accent1"/>
            </a:effectRef>
            <a:fontRef idx="minor">
              <a:schemeClr val="tx1"/>
            </a:fontRef>
          </p:style>
        </p:cxnSp>
      </p:grpSp>
      <p:cxnSp>
        <p:nvCxnSpPr>
          <p:cNvPr id="27" name="Straight Connector 26">
            <a:extLst>
              <a:ext uri="{FF2B5EF4-FFF2-40B4-BE49-F238E27FC236}">
                <a16:creationId xmlns:a16="http://schemas.microsoft.com/office/drawing/2014/main" id="{50754BC2-AA5F-9A31-F9C2-32E4A442CEC2}"/>
              </a:ext>
            </a:extLst>
          </p:cNvPr>
          <p:cNvCxnSpPr>
            <a:cxnSpLocks/>
          </p:cNvCxnSpPr>
          <p:nvPr/>
        </p:nvCxnSpPr>
        <p:spPr>
          <a:xfrm>
            <a:off x="2399932" y="10060097"/>
            <a:ext cx="249575" cy="0"/>
          </a:xfrm>
          <a:prstGeom prst="line">
            <a:avLst/>
          </a:prstGeom>
          <a:ln>
            <a:solidFill>
              <a:schemeClr val="bg2">
                <a:lumMod val="50000"/>
              </a:schemeClr>
            </a:solidFill>
          </a:ln>
        </p:spPr>
        <p:style>
          <a:lnRef idx="2">
            <a:schemeClr val="accent1"/>
          </a:lnRef>
          <a:fillRef idx="0">
            <a:schemeClr val="accent1"/>
          </a:fillRef>
          <a:effectRef idx="1">
            <a:schemeClr val="accent1"/>
          </a:effectRef>
          <a:fontRef idx="minor">
            <a:schemeClr val="tx1"/>
          </a:fontRef>
        </p:style>
      </p:cxnSp>
      <p:sp>
        <p:nvSpPr>
          <p:cNvPr id="28" name="TextBox 2">
            <a:extLst>
              <a:ext uri="{FF2B5EF4-FFF2-40B4-BE49-F238E27FC236}">
                <a16:creationId xmlns:a16="http://schemas.microsoft.com/office/drawing/2014/main" id="{9A3E3F37-1D70-EC37-00AE-073BF6F6087D}"/>
              </a:ext>
            </a:extLst>
          </p:cNvPr>
          <p:cNvSpPr txBox="1"/>
          <p:nvPr/>
        </p:nvSpPr>
        <p:spPr>
          <a:xfrm rot="16200000">
            <a:off x="792614" y="9875430"/>
            <a:ext cx="2795609" cy="36933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spAutoFit/>
          </a:bodyPr>
          <a:lstStyle>
            <a:lvl1pPr algn="ctr" defTabSz="2438400">
              <a:spcBef>
                <a:spcPts val="2900"/>
              </a:spcBef>
              <a:defRPr sz="1200">
                <a:solidFill>
                  <a:srgbClr val="000000"/>
                </a:solidFill>
                <a:latin typeface="IBM Plex Sans Medm"/>
                <a:ea typeface="IBM Plex Sans Medm"/>
                <a:cs typeface="IBM Plex Sans Medm"/>
                <a:sym typeface="IBM Plex Sans Medm"/>
              </a:defRPr>
            </a:lvl1pPr>
          </a:lstStyle>
          <a:p>
            <a:r>
              <a:rPr lang="en-US" sz="2400" i="1" dirty="0">
                <a:solidFill>
                  <a:schemeClr val="tx1">
                    <a:lumMod val="75000"/>
                    <a:lumOff val="25000"/>
                  </a:schemeClr>
                </a:solidFill>
              </a:rPr>
              <a:t>Commands</a:t>
            </a:r>
            <a:endParaRPr sz="2400" i="1" dirty="0">
              <a:solidFill>
                <a:schemeClr val="tx1">
                  <a:lumMod val="75000"/>
                  <a:lumOff val="25000"/>
                </a:schemeClr>
              </a:solidFill>
            </a:endParaRPr>
          </a:p>
        </p:txBody>
      </p:sp>
      <p:sp>
        <p:nvSpPr>
          <p:cNvPr id="32" name="TextBox 2">
            <a:extLst>
              <a:ext uri="{FF2B5EF4-FFF2-40B4-BE49-F238E27FC236}">
                <a16:creationId xmlns:a16="http://schemas.microsoft.com/office/drawing/2014/main" id="{B3C27C79-17C0-AC56-849D-BEA0F70C2CC1}"/>
              </a:ext>
            </a:extLst>
          </p:cNvPr>
          <p:cNvSpPr txBox="1"/>
          <p:nvPr/>
        </p:nvSpPr>
        <p:spPr>
          <a:xfrm rot="16200000">
            <a:off x="757845" y="5761632"/>
            <a:ext cx="2795609" cy="36933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0" tIns="0" rIns="0" bIns="0">
            <a:spAutoFit/>
          </a:bodyPr>
          <a:lstStyle>
            <a:lvl1pPr algn="ctr" defTabSz="2438400">
              <a:spcBef>
                <a:spcPts val="2900"/>
              </a:spcBef>
              <a:defRPr sz="1200">
                <a:solidFill>
                  <a:srgbClr val="000000"/>
                </a:solidFill>
                <a:latin typeface="IBM Plex Sans Medm"/>
                <a:ea typeface="IBM Plex Sans Medm"/>
                <a:cs typeface="IBM Plex Sans Medm"/>
                <a:sym typeface="IBM Plex Sans Medm"/>
              </a:defRPr>
            </a:lvl1pPr>
          </a:lstStyle>
          <a:p>
            <a:r>
              <a:rPr lang="en-US" sz="2400" i="1" dirty="0">
                <a:solidFill>
                  <a:schemeClr val="tx1">
                    <a:lumMod val="75000"/>
                    <a:lumOff val="25000"/>
                  </a:schemeClr>
                </a:solidFill>
              </a:rPr>
              <a:t>Options</a:t>
            </a:r>
            <a:endParaRPr sz="2400" i="1" dirty="0">
              <a:solidFill>
                <a:schemeClr val="tx1">
                  <a:lumMod val="75000"/>
                  <a:lumOff val="25000"/>
                </a:schemeClr>
              </a:solidFill>
            </a:endParaRPr>
          </a:p>
        </p:txBody>
      </p:sp>
    </p:spTree>
    <p:extLst>
      <p:ext uri="{BB962C8B-B14F-4D97-AF65-F5344CB8AC3E}">
        <p14:creationId xmlns:p14="http://schemas.microsoft.com/office/powerpoint/2010/main" val="946508036"/>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8185256"/>
      </p:ext>
    </p:extLst>
  </p:cSld>
  <p:clrMapOvr>
    <a:masterClrMapping/>
  </p:clrMapOvr>
  <p:transition spd="med"/>
</p:sld>
</file>

<file path=ppt/theme/theme1.xml><?xml version="1.0" encoding="utf-8"?>
<a:theme xmlns:a="http://schemas.openxmlformats.org/drawingml/2006/main" name="IBM Presentation Template for enablement - Dec 2024">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0F62FE"/>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2800" b="0" i="0" u="none" strike="noStrike" cap="none" normalizeH="0" baseline="0" dirty="0" err="1"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270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xmlns:p="http://schemas.openxmlformats.org/presentationml/2006/main" xmlns:r="http://schemas.openxmlformats.org/officeDocument/2006/relationships" val="1"/>
          </a:ext>
        </a:extLst>
      </a:spPr>
      <a:bodyPr wrap="square" lIns="0" tIns="0" rIns="0" bIns="0" rtlCol="0">
        <a:noAutofit/>
      </a:bodyPr>
      <a:lstStyle>
        <a:defPPr algn="l" defTabSz="2438400">
          <a:spcBef>
            <a:spcPts val="2900"/>
          </a:spcBef>
          <a:buSzPct val="100000"/>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1730368918050" id="{31DF0289-1028-6943-A020-36845773A867}" vid="{420903E5-FF27-9C4D-AB14-78ABBED49DF3}"/>
    </a:ext>
  </a:extLst>
</a:theme>
</file>

<file path=ppt/theme/theme2.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ppt/theme/theme3.xml><?xml version="1.0" encoding="utf-8"?>
<a:theme xmlns:a="http://schemas.openxmlformats.org/drawingml/2006/main" name="IBM Brand Template 2022">
  <a:themeElements>
    <a:clrScheme name="Custom 1">
      <a:dk1>
        <a:srgbClr val="FFFFFF"/>
      </a:dk1>
      <a:lt1>
        <a:srgbClr val="000000"/>
      </a:lt1>
      <a:dk2>
        <a:srgbClr val="FFFFFF"/>
      </a:dk2>
      <a:lt2>
        <a:srgbClr val="000000"/>
      </a:lt2>
      <a:accent1>
        <a:srgbClr val="0F62FE"/>
      </a:accent1>
      <a:accent2>
        <a:srgbClr val="A56EFF"/>
      </a:accent2>
      <a:accent3>
        <a:srgbClr val="003A6D"/>
      </a:accent3>
      <a:accent4>
        <a:srgbClr val="009D9A"/>
      </a:accent4>
      <a:accent5>
        <a:srgbClr val="9F1853"/>
      </a:accent5>
      <a:accent6>
        <a:srgbClr val="FA4D56"/>
      </a:accent6>
      <a:hlink>
        <a:srgbClr val="0F62FE"/>
      </a:hlink>
      <a:folHlink>
        <a:srgbClr val="6F6F6F"/>
      </a:folHlink>
    </a:clrScheme>
    <a:fontScheme name="IBM Plex">
      <a:majorFont>
        <a:latin typeface="IBM Plex Sans Light"/>
        <a:ea typeface=""/>
        <a:cs typeface=""/>
      </a:majorFont>
      <a:minorFont>
        <a:latin typeface="IBM Plex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IBM Plex Sans Light"/>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ln w="12700">
          <a:miter lim="400000"/>
        </a:ln>
        <a:extLst>
          <a:ext uri="{C572A759-6A51-4108-AA02-DFA0A04FC94B}">
            <ma14:wrappingTextBoxFlag xmlns:r="http://schemas.openxmlformats.org/officeDocument/2006/relationships" xmlns:p="http://schemas.openxmlformats.org/presentationml/2006/main" xmlns="" xmlns:m="http://schemas.openxmlformats.org/officeDocument/2006/math" xmlns:a14="http://schemas.microsoft.com/office/drawing/2010/main" xmlns:ma14="http://schemas.microsoft.com/office/mac/drawingml/2011/main" val="1"/>
          </a:ext>
        </a:extLst>
      </a:spPr>
      <a:bodyPr wrap="square" lIns="0" tIns="0" rIns="0" bIns="0" rtlCol="0">
        <a:noAutofit/>
      </a:bodyPr>
      <a:lstStyle>
        <a:defPPr marL="444465" indent="-446749" algn="l" defTabSz="2438400">
          <a:spcBef>
            <a:spcPts val="2900"/>
          </a:spcBef>
          <a:buSzPct val="100000"/>
          <a:buFontTx/>
          <a:buChar char="–"/>
          <a:defRPr kern="0" dirty="0" smtClean="0">
            <a:solidFill>
              <a:srgbClr val="000000"/>
            </a:solidFill>
            <a:ea typeface="+mj-ea"/>
            <a:cs typeface="+mj-cs"/>
            <a:sym typeface="IBM Plex Sans Light"/>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60">
      <a:srgbClr val="DA1E28"/>
    </a:custClr>
    <a:custClr name="Red 50">
      <a:srgbClr val="FA4D56"/>
    </a:custClr>
    <a:custClr name="Red 30">
      <a:srgbClr val="FFB3B8"/>
    </a:custClr>
    <a:custClr name="Red 20">
      <a:srgbClr val="FFD7D9"/>
    </a:custClr>
    <a:custClr name="Red 10">
      <a:srgbClr val="FFF1F1"/>
    </a:custClr>
    <a:custClr name="Magenta 60">
      <a:srgbClr val="D02670"/>
    </a:custClr>
    <a:custClr name="Magenta 50">
      <a:srgbClr val="EE5396"/>
    </a:custClr>
    <a:custClr name="Magenta 30">
      <a:srgbClr val="FFAFD2"/>
    </a:custClr>
    <a:custClr name="Magenta 20">
      <a:srgbClr val="FFD6E8"/>
    </a:custClr>
    <a:custClr name="Magenta 10">
      <a:srgbClr val="FFF0F7"/>
    </a:custClr>
    <a:custClr name="Purple 60">
      <a:srgbClr val="8A3FFC"/>
    </a:custClr>
    <a:custClr name="Purple 50">
      <a:srgbClr val="A56EFF"/>
    </a:custClr>
    <a:custClr name="Purple 30">
      <a:srgbClr val="D4BBFF"/>
    </a:custClr>
    <a:custClr name="Purple 20">
      <a:srgbClr val="E8DAFF"/>
    </a:custClr>
    <a:custClr name="Purple 10">
      <a:srgbClr val="F6F2FF"/>
    </a:custClr>
    <a:custClr name="Teal 60">
      <a:srgbClr val="007D79"/>
    </a:custClr>
    <a:custClr name="Teal 50">
      <a:srgbClr val="009D9A"/>
    </a:custClr>
    <a:custClr name="Teal 30">
      <a:srgbClr val="3DDBD9"/>
    </a:custClr>
    <a:custClr name="Teal 20">
      <a:srgbClr val="9EF0F0"/>
    </a:custClr>
    <a:custClr name="Teal 10">
      <a:srgbClr val="D9FBFB"/>
    </a:custClr>
    <a:custClr name="Green 60">
      <a:srgbClr val="198038"/>
    </a:custClr>
    <a:custClr name="Green 50">
      <a:srgbClr val="24A148"/>
    </a:custClr>
    <a:custClr name="Green 30">
      <a:srgbClr val="6FDC8C"/>
    </a:custClr>
    <a:custClr name="Green 20">
      <a:srgbClr val="A7F0BA"/>
    </a:custClr>
    <a:custClr name="Green 10">
      <a:srgbClr val="DEFBE6"/>
    </a:custClr>
    <a:custClr name="Yellow 30">
      <a:srgbClr val="F1C21B"/>
    </a:custClr>
    <a:custClr name="Yellow 20">
      <a:srgbClr val="FDDC69"/>
    </a:custClr>
    <a:custClr name="Yellow 10">
      <a:srgbClr val="FCF4D6"/>
    </a:custClr>
    <a:custClr name="Blue 20">
      <a:srgbClr val="D0E2FF"/>
    </a:custClr>
    <a:custClr name="Blue 10">
      <a:srgbClr val="EDF5FF"/>
    </a:custClr>
  </a:custClrLst>
  <a:extLst>
    <a:ext uri="{05A4C25C-085E-4340-85A3-A5531E510DB2}">
      <thm15:themeFamily xmlns:thm15="http://schemas.microsoft.com/office/thememl/2012/main" name="IBM_Master_Presentation_2021_V01_Plex" id="{BD398A2B-0B96-D843-9A4A-05239798B6A1}" vid="{46683C84-C800-D441-9101-471717108C97}"/>
    </a:ext>
  </a:extLst>
</a:theme>
</file>

<file path=docProps/app.xml><?xml version="1.0" encoding="utf-8"?>
<Properties xmlns="http://schemas.openxmlformats.org/officeDocument/2006/extended-properties" xmlns:vt="http://schemas.openxmlformats.org/officeDocument/2006/docPropsVTypes">
  <Template>IBM presentation template</Template>
  <TotalTime>84284</TotalTime>
  <Words>6586</Words>
  <Application>Microsoft Macintosh PowerPoint</Application>
  <PresentationFormat>Custom</PresentationFormat>
  <Paragraphs>601</Paragraphs>
  <Slides>28</Slides>
  <Notes>27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IBM Plex Sans</vt:lpstr>
      <vt:lpstr>Calibri</vt:lpstr>
      <vt:lpstr>IBM Plex Sans Light</vt:lpstr>
      <vt:lpstr>Aptos</vt:lpstr>
      <vt:lpstr>IBM Presentation Template for enablement - Dec 2024</vt:lpstr>
      <vt:lpstr>watsonx Orchestrate: Introduction and Architecture   </vt:lpstr>
      <vt:lpstr>PowerPoint Presentation</vt:lpstr>
      <vt:lpstr>Agentic concepts in watsonx Orchestrate</vt:lpstr>
      <vt:lpstr>Building an AI Agent in watsonx Orchestrate</vt:lpstr>
      <vt:lpstr>PowerPoint Presentation</vt:lpstr>
      <vt:lpstr>AI agents taxonomy</vt:lpstr>
      <vt:lpstr>Agent styles</vt:lpstr>
      <vt:lpstr>ReAct agent example</vt:lpstr>
      <vt:lpstr>ReAct prompt in Orchestrate</vt:lpstr>
      <vt:lpstr>Plan-Act agents</vt:lpstr>
      <vt:lpstr>Plan-Act agent output</vt:lpstr>
      <vt:lpstr>Tools in watsonx Orchestrate</vt:lpstr>
      <vt:lpstr>Understanding the agent runtime elements</vt:lpstr>
      <vt:lpstr>Agent runtime</vt:lpstr>
      <vt:lpstr>API Server/Orchestrate Agent</vt:lpstr>
      <vt:lpstr>Task Runtime Manager/Flow Engine</vt:lpstr>
      <vt:lpstr>Agent Gateway/AI Model Gateway</vt:lpstr>
      <vt:lpstr>Agent development</vt:lpstr>
      <vt:lpstr>PowerPoint Presentation</vt:lpstr>
      <vt:lpstr>PowerPoint Presentation</vt:lpstr>
      <vt:lpstr>PowerPoint Presentation</vt:lpstr>
      <vt:lpstr>PowerPoint Presentation</vt:lpstr>
      <vt:lpstr>PowerPoint Presentation</vt:lpstr>
      <vt:lpstr>PowerPoint Presentation</vt:lpstr>
      <vt:lpstr>ADK</vt:lpstr>
      <vt:lpstr>ADK feature highlights</vt:lpstr>
      <vt:lpstr>ADK command highlights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Abbigael Parsons</dc:creator>
  <cp:keywords/>
  <dc:description/>
  <cp:lastModifiedBy>Laurent Tarin</cp:lastModifiedBy>
  <cp:revision>239</cp:revision>
  <cp:lastPrinted>2019-04-25T15:14:05Z</cp:lastPrinted>
  <dcterms:created xsi:type="dcterms:W3CDTF">2024-11-13T18:57:06Z</dcterms:created>
  <dcterms:modified xsi:type="dcterms:W3CDTF">2025-09-02T11:57:31Z</dcterms:modified>
  <cp:category/>
</cp:coreProperties>
</file>